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87-40E9-ABA0-1C6631E394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5268623"/>
        <c:axId val="1042714768"/>
      </c:barChart>
      <c:catAx>
        <c:axId val="155268623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042714768"/>
        <c:crosses val="max"/>
        <c:auto val="1"/>
        <c:lblAlgn val="ctr"/>
        <c:lblOffset val="100"/>
        <c:tickLblSkip val="1"/>
        <c:noMultiLvlLbl val="0"/>
      </c:catAx>
      <c:valAx>
        <c:axId val="104271476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55268623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1C-4560-8AB0-BE94BBA8D1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8654975"/>
        <c:axId val="757669456"/>
      </c:barChart>
      <c:catAx>
        <c:axId val="618654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57669456"/>
        <c:crosses val="autoZero"/>
        <c:auto val="1"/>
        <c:lblAlgn val="ctr"/>
        <c:lblOffset val="100"/>
        <c:tickLblSkip val="1"/>
        <c:noMultiLvlLbl val="0"/>
      </c:catAx>
      <c:valAx>
        <c:axId val="75766945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618654975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ln w="31750" cap="rnd">
              <a:solidFill>
                <a:srgbClr val="245DA8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245DA8"/>
              </a:solidFill>
              <a:ln w="31750">
                <a:solidFill>
                  <a:srgbClr val="245DA8"/>
                </a:solidFill>
                <a:prstDash val="solid"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0A-4442-AA4D-3A3A01F06E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57400816"/>
        <c:axId val="757632496"/>
      </c:lineChart>
      <c:catAx>
        <c:axId val="75740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57632496"/>
        <c:crosses val="autoZero"/>
        <c:auto val="1"/>
        <c:lblAlgn val="ctr"/>
        <c:lblOffset val="100"/>
        <c:tickLblSkip val="1"/>
        <c:noMultiLvlLbl val="0"/>
      </c:catAx>
      <c:valAx>
        <c:axId val="757632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57400816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'Sheet1'!$B$1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BAE-4C74-B70D-334F75A8E000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9BAE-4C74-B70D-334F75A8E000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BAE-4C74-B70D-334F75A8E000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9BAE-4C74-B70D-334F75A8E000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9BAE-4C74-B70D-334F75A8E000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9BAE-4C74-B70D-334F75A8E000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'Sheet1'!$A$2:$A$4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AE-4C74-B70D-334F75A8E0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'Sheet1'!$B$1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493-4FDA-AED7-0E7D9A33237F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A493-4FDA-AED7-0E7D9A33237F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493-4FDA-AED7-0E7D9A33237F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A493-4FDA-AED7-0E7D9A33237F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A493-4FDA-AED7-0E7D9A33237F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A493-4FDA-AED7-0E7D9A33237F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'Sheet1'!$A$2:$A$4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93-4FDA-AED7-0E7D9A332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2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1C-4E54-A983-D3552BC3AF0E}"/>
            </c:ext>
          </c:extLst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1C-4E54-A983-D3552BC3AF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57400352"/>
        <c:axId val="757572496"/>
      </c:barChart>
      <c:catAx>
        <c:axId val="75740035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57572496"/>
        <c:crosses val="max"/>
        <c:auto val="1"/>
        <c:lblAlgn val="ctr"/>
        <c:lblOffset val="100"/>
        <c:tickLblSkip val="1"/>
        <c:noMultiLvlLbl val="0"/>
      </c:catAx>
      <c:valAx>
        <c:axId val="75757249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57400352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FD-4FC1-B6AB-D1C2C3DA5CC3}"/>
            </c:ext>
          </c:extLst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FD-4FC1-B6AB-D1C2C3DA5C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57045152"/>
        <c:axId val="757608976"/>
      </c:barChart>
      <c:catAx>
        <c:axId val="75704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57608976"/>
        <c:crosses val="autoZero"/>
        <c:auto val="1"/>
        <c:lblAlgn val="ctr"/>
        <c:lblOffset val="100"/>
        <c:tickLblSkip val="1"/>
        <c:noMultiLvlLbl val="0"/>
      </c:catAx>
      <c:valAx>
        <c:axId val="75760897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57045152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0C-4F6F-99F0-10FEC98744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57050720"/>
        <c:axId val="757620016"/>
      </c:barChart>
      <c:catAx>
        <c:axId val="757050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57620016"/>
        <c:crosses val="max"/>
        <c:auto val="1"/>
        <c:lblAlgn val="ctr"/>
        <c:lblOffset val="100"/>
        <c:tickLblSkip val="1"/>
        <c:noMultiLvlLbl val="0"/>
      </c:catAx>
      <c:valAx>
        <c:axId val="75762001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時間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57050720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071737-8B62-45AB-94A7-7E127A3D62CA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19E20-C541-47E1-B5D7-EC7C664D44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348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48</a:t>
            </a:r>
            <a:r>
              <a:rPr kumimoji="1" lang="ja-JP" altLang="en-US"/>
              <a:t>種類のアイコンと</a:t>
            </a:r>
            <a:r>
              <a:rPr kumimoji="1" lang="en-US" altLang="ja-JP"/>
              <a:t>7</a:t>
            </a:r>
            <a:r>
              <a:rPr kumimoji="1" lang="ja-JP" altLang="en-US"/>
              <a:t>種類のグラフ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19E20-C541-47E1-B5D7-EC7C664D448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1932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19E20-C541-47E1-B5D7-EC7C664D448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7321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19E20-C541-47E1-B5D7-EC7C664D4485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9042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19E20-C541-47E1-B5D7-EC7C664D4485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3431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19E20-C541-47E1-B5D7-EC7C664D4485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3219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19E20-C541-47E1-B5D7-EC7C664D4485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8674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19E20-C541-47E1-B5D7-EC7C664D4485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9898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19E20-C541-47E1-B5D7-EC7C664D4485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3182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学習 </a:t>
            </a:r>
            <a:r>
              <a:rPr kumimoji="1" lang="en-US" altLang="ja-JP"/>
              <a:t>— </a:t>
            </a:r>
            <a:r>
              <a:rPr kumimoji="1" lang="ja-JP" altLang="en-US"/>
              <a:t>数値を比較して見る。
運動 </a:t>
            </a:r>
            <a:r>
              <a:rPr kumimoji="1" lang="en-US" altLang="ja-JP"/>
              <a:t>— </a:t>
            </a:r>
            <a:r>
              <a:rPr kumimoji="1" lang="ja-JP" altLang="en-US"/>
              <a:t>違いを棒の長さで読む。
休息 </a:t>
            </a:r>
            <a:r>
              <a:rPr kumimoji="1" lang="en-US" altLang="ja-JP"/>
              <a:t>— </a:t>
            </a:r>
            <a:r>
              <a:rPr kumimoji="1" lang="ja-JP" altLang="en-US"/>
              <a:t>全体との関係を確かめる。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19E20-C541-47E1-B5D7-EC7C664D4485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1937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アイデア・発想
資料・記録
グラフ・分析
人・チーム
地域・国際
機密・保護
数学・計算
時間・予定
目的・目標
会社・組織
金額・費用・資産
確認・調査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19E20-C541-47E1-B5D7-EC7C664D4485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0655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PC</a:t>
            </a:r>
            <a:r>
              <a:rPr kumimoji="1" lang="ja-JP" altLang="en-US"/>
              <a:t>・作業環境
スマートフォン・モバイル
サーバー・基盤
データベース・保管
クラウド
接続・ネットワーク
プログラム・開発
</a:t>
            </a:r>
            <a:r>
              <a:rPr kumimoji="1" lang="en-US" altLang="ja-JP"/>
              <a:t>AI</a:t>
            </a:r>
            <a:r>
              <a:rPr kumimoji="1" lang="ja-JP" altLang="en-US"/>
              <a:t>・半導体
本・学習
学校・進学
化学・実験
物理・原子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19E20-C541-47E1-B5D7-EC7C664D4485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1141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図形・幾何
組み合わせ・パズル
自然・環境
再利用・資源循環
電力・エネルギー
水・水資源
太陽・太陽光
健康・ケア
医療・病院
利用しやすさ・バリアフリー
製造・工場
修理・保守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19E20-C541-47E1-B5D7-EC7C664D4485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3339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物流・配送
鉄道・交通
航空・旅行
買い物・小売
製品・荷物
対話・発信
メール・連絡
写真・撮影
場所・拠点
暦・日付
節目・開始
法務・公平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19E20-C541-47E1-B5D7-EC7C664D4485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1949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B1B8B7-60DB-0ECB-E35D-9E47AB7B7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3423388-B456-5567-E1E7-E1B879E20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60127C-F39F-635B-080F-FE7CFCFA2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9BFA9-58D0-491F-A85F-3FF24C25E0AE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65AA64-C860-25F4-5C78-A98C5BAA0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63BC8D-4BA2-ECBE-F2C6-E36EE62F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B240-405C-42B5-A7D1-0B4DCE4594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9863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757199-8F8C-D747-DB5B-51F0551F7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827779-2C8B-44DC-A0FF-3DF99EBED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ECE118-0022-B4EA-01C4-3C34060E0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9BFA9-58D0-491F-A85F-3FF24C25E0AE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81761E-0AAA-5551-418A-3E0DDCD90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7E5276-7326-071E-B8DE-818E938E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B240-405C-42B5-A7D1-0B4DCE4594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100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0541BF-1EDA-B617-D7A1-3A58E51C2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69AEEA9-064A-CF98-B549-50C647503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84999E-2390-B3F2-268B-321FE3D5E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9BFA9-58D0-491F-A85F-3FF24C25E0AE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72A277-B5A0-0E57-2DF7-E5153433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494BD4-1B60-2EC9-CA80-A6DBC3E1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B240-405C-42B5-A7D1-0B4DCE4594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016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AE7ADF-A78E-1779-5C4F-6E23846B8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6A44CC-F6C5-A2F3-CE5D-26929C755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6733DA-12CA-F1E9-0610-C8ECA6423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7205A2-C568-FEBD-35DD-E6ADDD6CA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9BFA9-58D0-491F-A85F-3FF24C25E0AE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1794577-7271-CA50-7B54-876AC238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8F32D3-B11F-4FD3-36E4-5F338A3A6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B240-405C-42B5-A7D1-0B4DCE4594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5832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8C3FFD-26E4-B392-F89D-756954B5E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DFF5E7-49CF-5A4E-BE9F-0B3A877BB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459466-5DC4-328E-887E-4488BFCD1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B038A93-9AC4-E8C4-CADC-059B4DECA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24F7DAB-30A2-FDF4-F878-173182AB0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C25931F-0ED1-5346-7289-EA891ED6F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9BFA9-58D0-491F-A85F-3FF24C25E0AE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E82A524-1DBC-2105-F0DB-50B67FE7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D19A2C3-5481-A21E-554B-0695C0D7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B240-405C-42B5-A7D1-0B4DCE4594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1146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63059F-2474-9235-4394-79026F2F0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22FCFF-BDB5-E118-FFC7-ACF404D7B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9BFA9-58D0-491F-A85F-3FF24C25E0AE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AE04DAE-EE4D-4408-5157-00C058A12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C7D4342-BF0D-2BD5-32D7-F1FD02A05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B240-405C-42B5-A7D1-0B4DCE4594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716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C65E0C4-411B-AFCD-95FA-AEB805533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9BFA9-58D0-491F-A85F-3FF24C25E0AE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D797F07-314E-5683-ADE0-4DEC3500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6A0EA0-C04E-32F5-1C80-C24BD92B8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B240-405C-42B5-A7D1-0B4DCE4594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3203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950414-86C9-FBDC-BC44-91E1F1154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F2664E-71CD-E50B-545E-85CEE9EC8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5BDA29-E37E-4EED-5680-18B837517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CE9C6D-281B-35F2-AD19-686B8243C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9BFA9-58D0-491F-A85F-3FF24C25E0AE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E04BD2-0D92-C217-9B6D-1F34C9FF7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B57669-6B96-C6A6-B505-148708590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B240-405C-42B5-A7D1-0B4DCE4594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5921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D3615F-3EA6-906C-DC0C-8280DEBEF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5DCFE3D-D253-95E1-BB31-C5045CFC9C1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A7311BA-E757-E8B0-B0F0-3FA9E8CB9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914B78-B0A7-5E18-0FB2-05550AE14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9BFA9-58D0-491F-A85F-3FF24C25E0AE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681230-CE81-3CAB-410F-5BDC2AF6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E32EDB-3970-A969-3AC0-D0135D570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B240-405C-42B5-A7D1-0B4DCE4594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6014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02F79A-13DD-A58D-4F30-73603316C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2410050-A50F-AFDF-8BA1-3AA27B6DE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53A25B-154F-29A7-B2BB-AFF2C9C13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9BFA9-58D0-491F-A85F-3FF24C25E0AE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04BD79-6ACD-8535-75DC-D7A6DB62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267370-7187-B6AF-6925-78BF19921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B240-405C-42B5-A7D1-0B4DCE4594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121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8303CA9-6FF4-ECFB-9EF1-54638D68A9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B4BCFE6-206C-D0B7-DEC4-497B057C6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333C16-A987-B1AB-23B5-E569749A1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9BFA9-58D0-491F-A85F-3FF24C25E0AE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D17498-A069-FAC7-4905-CE019690D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2FBC16-D392-747A-6901-58EDA0C99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FB240-405C-42B5-A7D1-0B4DCE4594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008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FE7C388-C742-88B1-2065-8CBBFEF51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D79354-F1B3-10D5-4760-166B7B065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92BFD8-EEF3-409B-6C1A-096FBE612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9BFA9-58D0-491F-A85F-3FF24C25E0AE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041C72-8506-A5C3-A439-6ED00E009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4D8AD7-A920-DBB5-58CA-7F9A337B6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AFB240-405C-42B5-A7D1-0B4DCE4594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4584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59ADC23-47C9-C3AD-1679-4FF93519AA7D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586CEAD-0094-6531-EF99-98325CEB90F8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2B182A7-1FA9-AA3C-5C80-AC7A47651F30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図で伝える選択肢を増やす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CBA6901-33F4-BFBD-B4E9-D5AA135D8980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48</a:t>
            </a:r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種類のアイコンと</a:t>
            </a:r>
            <a:r>
              <a:rPr kumimoji="1" lang="en-US" altLang="ja-JP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7</a:t>
            </a:r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種類のグラフ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FC81CDB-142D-4E92-7B56-5DE46D7ECE0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4D65EE-0C4E-FF1D-BABB-F8B5F41150A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253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23061AD-243D-A3B9-7652-764A38E40727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E5475B3-D8ED-47E9-F801-8E13D6216DB7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横棒グラフ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734C07D-C1B4-C051-8482-1C437F6A1B5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3EFE9BE8-789E-5AAD-7B40-142784BCBC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0118268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38F34A8-A770-5C8A-55A6-D96BCC5ABBDF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A44550B-8987-F43B-E3F5-3EF53FD9D93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63BAC79-28B3-314F-DE88-6BE73C8571C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7897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FC54DB1-F6C1-B34E-AA3E-35D484B149D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22788A5-88AF-6EC5-3A18-CF9E203B875F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縦棒グラフ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575F28A-A219-3718-F035-EE3CF6661EB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970A508D-1742-87F4-224B-26D2A1AC54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3755649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C5C39B4-A71D-89CD-1452-973009E7992D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46F5A3D-DBCD-A0CA-EDB4-D038B253974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CC6A5F8-5B77-F42E-B1FD-C3B1B50AF46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6551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4354620-38AB-B261-2B51-C6BAF2E471C5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7C7B5B-443A-D51D-4BB6-09ACE33C6949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折れ線グラフ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F90534F-BF54-D000-379F-9FB2D675661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235785C8-3CAB-9CF8-D083-C077EBB555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1022511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2D5473-B4D2-5317-2A5C-C7F47B6C872B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F8C27E0-ABB5-1DBD-7043-F363C3A08C7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0D82024-CE26-7223-D36B-39BE371C267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9267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84E0423-F1AA-8165-38BA-6CC33760A76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2EECA6-256A-C328-364F-9E235D0117E9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円グラフ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43B563C-C984-00FA-DCC9-6F42F5C334E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32E38FF-41BB-CF73-628B-2FDD5B0A62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7755145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2665A28-3BD2-9AD5-E640-9F07BAE1F2B3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単位：時間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913589-256E-2E9C-02D6-673E19BD5FD1}"/>
              </a:ext>
            </a:extLst>
          </p:cNvPr>
          <p:cNvSpPr txBox="1"/>
          <p:nvPr/>
        </p:nvSpPr>
        <p:spPr>
          <a:xfrm>
            <a:off x="711200" y="5740400"/>
            <a:ext cx="955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A31E7C8-C125-9572-74D0-0FC852D01A0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E25741D-3B57-CB32-3F8C-1E59375F090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5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9233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5A256AF-223E-9A00-65D0-AC82F0452E90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770B3E6-CBC3-6885-01B8-32D2AB9557A4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ドーナツグラフ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4604344-93FE-DC44-4E39-3C5355AA682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2B7B969A-E9A2-8BB3-CC3F-2C8D93AE5C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1839639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25CC496-134B-9A9C-45E1-04140D225331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単位：時間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0BA808F-767B-AAF7-BBA3-8D9924D16509}"/>
              </a:ext>
            </a:extLst>
          </p:cNvPr>
          <p:cNvSpPr txBox="1"/>
          <p:nvPr/>
        </p:nvSpPr>
        <p:spPr>
          <a:xfrm>
            <a:off x="711200" y="5740400"/>
            <a:ext cx="955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D02F8E6-B9B4-40BE-1C2E-F53E9EA4E76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5200D3-C5C8-51F8-82F4-22C9F40890D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6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18393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E2CEFF4-CEBA-4884-A6FA-A92F43721D6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4E4AA8-5F50-9C3D-0C73-62088E821454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積み上げ横棒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06CCC2E-401B-4FD9-9C53-7879A6AE865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643800D0-B905-E091-3CD0-60EA111463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7620668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D692837-D0EB-8B01-C36F-B1230E6614AF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22BA094-A6C3-1459-DF58-778BBA5F633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6077BA6-4C72-B8FF-C4C7-2E2F36087CA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7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2422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AF6433B-1948-A05B-2264-AB991DF5013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3E25CE-EB2D-4D64-DD3C-5504837FFF58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積み上げ縦棒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48F58DA-8FF6-1C06-C91F-7A220F7BA90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43565155-3E46-D68B-173B-D1C86F2D48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4155944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1EEA0BB-8AA7-D15D-AC56-5308268EB5A3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F59C61C-F39A-B66C-0F6A-F614BEEFFA8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94F17D6-1A1C-6238-0639-B9EDD46B96B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8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677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B2BF419-396D-4877-B3F7-36046216AC25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851F4B-AB3F-E172-C03D-615D807F9AA4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数値と読み取りを一緒に見せる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ECF6B22-CDAB-D9BC-B458-CA0F564CD88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EBAC0CC-1F94-09B5-5048-1CF58318B8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8298963"/>
              </p:ext>
            </p:extLst>
          </p:nvPr>
        </p:nvGraphicFramePr>
        <p:xfrm>
          <a:off x="711200" y="2044700"/>
          <a:ext cx="70485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9DEE508-58B9-AF61-3CDA-37B549D9E621}"/>
              </a:ext>
            </a:extLst>
          </p:cNvPr>
          <p:cNvSpPr txBox="1"/>
          <p:nvPr/>
        </p:nvSpPr>
        <p:spPr>
          <a:xfrm>
            <a:off x="711200" y="5473700"/>
            <a:ext cx="7048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説明用の例：同じ期間の時間配分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A454025-3394-FF0E-6E87-332562B14F03}"/>
              </a:ext>
            </a:extLst>
          </p:cNvPr>
          <p:cNvSpPr/>
          <p:nvPr/>
        </p:nvSpPr>
        <p:spPr>
          <a:xfrm>
            <a:off x="8166100" y="2019300"/>
            <a:ext cx="3314700" cy="1185333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459E0A8-2D88-9D8D-E73A-1EF7ED1385F9}"/>
              </a:ext>
            </a:extLst>
          </p:cNvPr>
          <p:cNvSpPr/>
          <p:nvPr/>
        </p:nvSpPr>
        <p:spPr>
          <a:xfrm>
            <a:off x="8166100" y="2019300"/>
            <a:ext cx="38100" cy="1185333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8154B2C-CB71-E7C9-A105-1805BF492837}"/>
              </a:ext>
            </a:extLst>
          </p:cNvPr>
          <p:cNvSpPr/>
          <p:nvPr/>
        </p:nvSpPr>
        <p:spPr>
          <a:xfrm>
            <a:off x="8337550" y="2244725"/>
            <a:ext cx="317500" cy="285750"/>
          </a:xfrm>
          <a:prstGeom prst="roundRect">
            <a:avLst/>
          </a:prstGeom>
          <a:noFill/>
          <a:ln w="22225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DE846A2-9A36-FA60-9FEA-A78D45CAF942}"/>
              </a:ext>
            </a:extLst>
          </p:cNvPr>
          <p:cNvCxnSpPr/>
          <p:nvPr/>
        </p:nvCxnSpPr>
        <p:spPr>
          <a:xfrm>
            <a:off x="8496300" y="2244725"/>
            <a:ext cx="0" cy="28575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93B3263-5235-BB80-FABA-BC8F016D5B9E}"/>
              </a:ext>
            </a:extLst>
          </p:cNvPr>
          <p:cNvCxnSpPr/>
          <p:nvPr/>
        </p:nvCxnSpPr>
        <p:spPr>
          <a:xfrm>
            <a:off x="8385175" y="2324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6872A15-3803-8DA2-3797-BCCA4EA74369}"/>
              </a:ext>
            </a:extLst>
          </p:cNvPr>
          <p:cNvCxnSpPr/>
          <p:nvPr/>
        </p:nvCxnSpPr>
        <p:spPr>
          <a:xfrm>
            <a:off x="8543925" y="2324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5C92FD4-9C31-90B5-B190-1BF282113700}"/>
              </a:ext>
            </a:extLst>
          </p:cNvPr>
          <p:cNvCxnSpPr/>
          <p:nvPr/>
        </p:nvCxnSpPr>
        <p:spPr>
          <a:xfrm>
            <a:off x="8385175" y="23876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482DB80A-184F-B9F6-A51F-9EF4A89375FE}"/>
              </a:ext>
            </a:extLst>
          </p:cNvPr>
          <p:cNvCxnSpPr/>
          <p:nvPr/>
        </p:nvCxnSpPr>
        <p:spPr>
          <a:xfrm>
            <a:off x="8543925" y="23876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B042F92-1D13-9C9F-DC93-037E2EA3727D}"/>
              </a:ext>
            </a:extLst>
          </p:cNvPr>
          <p:cNvCxnSpPr/>
          <p:nvPr/>
        </p:nvCxnSpPr>
        <p:spPr>
          <a:xfrm>
            <a:off x="8385175" y="2451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A9048CC-43B4-2694-C3B1-4C8DA36D40D8}"/>
              </a:ext>
            </a:extLst>
          </p:cNvPr>
          <p:cNvCxnSpPr/>
          <p:nvPr/>
        </p:nvCxnSpPr>
        <p:spPr>
          <a:xfrm>
            <a:off x="8543925" y="2451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6A0A902-7E76-3F7A-8523-28B72C8F8DA0}"/>
              </a:ext>
            </a:extLst>
          </p:cNvPr>
          <p:cNvSpPr txBox="1"/>
          <p:nvPr/>
        </p:nvSpPr>
        <p:spPr>
          <a:xfrm>
            <a:off x="8826500" y="2171700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学習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997825F-B1FB-8B53-1C4F-05CD159BD588}"/>
              </a:ext>
            </a:extLst>
          </p:cNvPr>
          <p:cNvSpPr txBox="1"/>
          <p:nvPr/>
        </p:nvSpPr>
        <p:spPr>
          <a:xfrm>
            <a:off x="8394700" y="2743200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数値を比較して見る。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54DA661-BE3F-A86B-1038-2ADDEB3C1000}"/>
              </a:ext>
            </a:extLst>
          </p:cNvPr>
          <p:cNvSpPr/>
          <p:nvPr/>
        </p:nvSpPr>
        <p:spPr>
          <a:xfrm>
            <a:off x="8166100" y="3357033"/>
            <a:ext cx="3314700" cy="1185334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270FA02-90C1-304F-E2A1-672DFE401BD9}"/>
              </a:ext>
            </a:extLst>
          </p:cNvPr>
          <p:cNvSpPr/>
          <p:nvPr/>
        </p:nvSpPr>
        <p:spPr>
          <a:xfrm>
            <a:off x="8166100" y="3357033"/>
            <a:ext cx="38100" cy="1185334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DE41A61-BE2B-5121-6FA6-5D7A37B3E799}"/>
              </a:ext>
            </a:extLst>
          </p:cNvPr>
          <p:cNvCxnSpPr/>
          <p:nvPr/>
        </p:nvCxnSpPr>
        <p:spPr>
          <a:xfrm>
            <a:off x="8353425" y="3741208"/>
            <a:ext cx="142875" cy="142875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FE8A65C7-78B9-D386-68B5-054F2F918F07}"/>
              </a:ext>
            </a:extLst>
          </p:cNvPr>
          <p:cNvCxnSpPr/>
          <p:nvPr/>
        </p:nvCxnSpPr>
        <p:spPr>
          <a:xfrm>
            <a:off x="8321675" y="3677708"/>
            <a:ext cx="3175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C0BC3F14-1916-C36B-02E3-059BA7A0CCBC}"/>
              </a:ext>
            </a:extLst>
          </p:cNvPr>
          <p:cNvCxnSpPr/>
          <p:nvPr/>
        </p:nvCxnSpPr>
        <p:spPr>
          <a:xfrm flipV="1">
            <a:off x="8321675" y="3614208"/>
            <a:ext cx="15875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4232647-A43D-F94C-8933-0034B931858A}"/>
              </a:ext>
            </a:extLst>
          </p:cNvPr>
          <p:cNvCxnSpPr/>
          <p:nvPr/>
        </p:nvCxnSpPr>
        <p:spPr>
          <a:xfrm flipV="1">
            <a:off x="8337550" y="3582458"/>
            <a:ext cx="47625" cy="3175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836C80A8-EDDD-F0DA-6E4C-38CC6550A52A}"/>
              </a:ext>
            </a:extLst>
          </p:cNvPr>
          <p:cNvCxnSpPr/>
          <p:nvPr/>
        </p:nvCxnSpPr>
        <p:spPr>
          <a:xfrm>
            <a:off x="8385175" y="3582458"/>
            <a:ext cx="47625" cy="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13C2D4E5-BC19-BD5E-692A-39486189F430}"/>
              </a:ext>
            </a:extLst>
          </p:cNvPr>
          <p:cNvCxnSpPr/>
          <p:nvPr/>
        </p:nvCxnSpPr>
        <p:spPr>
          <a:xfrm>
            <a:off x="8432800" y="3582458"/>
            <a:ext cx="6350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F1D1CC0E-590F-F4BB-74E8-459C8AE11DDF}"/>
              </a:ext>
            </a:extLst>
          </p:cNvPr>
          <p:cNvCxnSpPr/>
          <p:nvPr/>
        </p:nvCxnSpPr>
        <p:spPr>
          <a:xfrm flipV="1">
            <a:off x="8496300" y="3582458"/>
            <a:ext cx="6350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3EC0F5CC-E439-7996-068D-15C68600FC29}"/>
              </a:ext>
            </a:extLst>
          </p:cNvPr>
          <p:cNvCxnSpPr/>
          <p:nvPr/>
        </p:nvCxnSpPr>
        <p:spPr>
          <a:xfrm>
            <a:off x="8559800" y="3582458"/>
            <a:ext cx="47625" cy="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5BC3A930-2630-AC7B-C671-B25A0ACE53E0}"/>
              </a:ext>
            </a:extLst>
          </p:cNvPr>
          <p:cNvCxnSpPr/>
          <p:nvPr/>
        </p:nvCxnSpPr>
        <p:spPr>
          <a:xfrm>
            <a:off x="8607425" y="3582458"/>
            <a:ext cx="47625" cy="3175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DE5230D7-EC43-E55E-43C2-3D7A4EC698E7}"/>
              </a:ext>
            </a:extLst>
          </p:cNvPr>
          <p:cNvCxnSpPr/>
          <p:nvPr/>
        </p:nvCxnSpPr>
        <p:spPr>
          <a:xfrm>
            <a:off x="8655050" y="3614208"/>
            <a:ext cx="15875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695B678C-EA48-2050-6982-C8284C7973D2}"/>
              </a:ext>
            </a:extLst>
          </p:cNvPr>
          <p:cNvCxnSpPr/>
          <p:nvPr/>
        </p:nvCxnSpPr>
        <p:spPr>
          <a:xfrm flipV="1">
            <a:off x="8639175" y="3677708"/>
            <a:ext cx="31750" cy="63500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94188EC7-40BE-2D15-10A4-473D408C8EE7}"/>
              </a:ext>
            </a:extLst>
          </p:cNvPr>
          <p:cNvCxnSpPr/>
          <p:nvPr/>
        </p:nvCxnSpPr>
        <p:spPr>
          <a:xfrm flipV="1">
            <a:off x="8496300" y="3741208"/>
            <a:ext cx="142875" cy="142875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70D1464-E8FE-3483-4B66-B908728B1F68}"/>
              </a:ext>
            </a:extLst>
          </p:cNvPr>
          <p:cNvSpPr txBox="1"/>
          <p:nvPr/>
        </p:nvSpPr>
        <p:spPr>
          <a:xfrm>
            <a:off x="8826500" y="3509433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運動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814D013-3023-938B-ED80-B5DDDA3D3418}"/>
              </a:ext>
            </a:extLst>
          </p:cNvPr>
          <p:cNvSpPr txBox="1"/>
          <p:nvPr/>
        </p:nvSpPr>
        <p:spPr>
          <a:xfrm>
            <a:off x="8394700" y="4080933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違いを棒の長さで読む。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BF08265-C664-FE20-B3E5-422EBE30C750}"/>
              </a:ext>
            </a:extLst>
          </p:cNvPr>
          <p:cNvSpPr/>
          <p:nvPr/>
        </p:nvSpPr>
        <p:spPr>
          <a:xfrm>
            <a:off x="8166100" y="4694767"/>
            <a:ext cx="3314700" cy="1185333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DD9DB435-68F9-6039-C248-2C3B539A0943}"/>
              </a:ext>
            </a:extLst>
          </p:cNvPr>
          <p:cNvSpPr/>
          <p:nvPr/>
        </p:nvSpPr>
        <p:spPr>
          <a:xfrm>
            <a:off x="8166100" y="4694767"/>
            <a:ext cx="38100" cy="1185333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0826F933-AE93-022D-0D6A-DFD447E5259D}"/>
              </a:ext>
            </a:extLst>
          </p:cNvPr>
          <p:cNvSpPr/>
          <p:nvPr/>
        </p:nvSpPr>
        <p:spPr>
          <a:xfrm>
            <a:off x="8337550" y="4904317"/>
            <a:ext cx="317500" cy="317500"/>
          </a:xfrm>
          <a:prstGeom prst="ellipse">
            <a:avLst/>
          </a:prstGeom>
          <a:noFill/>
          <a:ln w="22225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A75D5AF1-640B-41A8-D4AD-733FB27E8953}"/>
              </a:ext>
            </a:extLst>
          </p:cNvPr>
          <p:cNvCxnSpPr/>
          <p:nvPr/>
        </p:nvCxnSpPr>
        <p:spPr>
          <a:xfrm>
            <a:off x="8496300" y="4951942"/>
            <a:ext cx="0" cy="111125"/>
          </a:xfrm>
          <a:prstGeom prst="line">
            <a:avLst/>
          </a:prstGeom>
          <a:ln w="22225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C3ED13DF-3D92-F93C-C5FD-70F49E6CAB14}"/>
              </a:ext>
            </a:extLst>
          </p:cNvPr>
          <p:cNvCxnSpPr/>
          <p:nvPr/>
        </p:nvCxnSpPr>
        <p:spPr>
          <a:xfrm>
            <a:off x="8496300" y="5063067"/>
            <a:ext cx="79375" cy="47625"/>
          </a:xfrm>
          <a:prstGeom prst="line">
            <a:avLst/>
          </a:prstGeom>
          <a:ln w="22225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F4F9C08-08B3-6218-E48C-5A8F096A953F}"/>
              </a:ext>
            </a:extLst>
          </p:cNvPr>
          <p:cNvSpPr txBox="1"/>
          <p:nvPr/>
        </p:nvSpPr>
        <p:spPr>
          <a:xfrm>
            <a:off x="8826500" y="4847167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休息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FEF6FAFF-EDFA-E6E8-2E9E-79FE2E98172D}"/>
              </a:ext>
            </a:extLst>
          </p:cNvPr>
          <p:cNvSpPr txBox="1"/>
          <p:nvPr/>
        </p:nvSpPr>
        <p:spPr>
          <a:xfrm>
            <a:off x="8394700" y="5418667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全体との関係を確かめる。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ED4CDCE6-9E59-F53F-2AA3-825BB55ABBA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6EC77E6-7DE3-6408-8951-B97C4C3BD3E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9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5226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97F889E-0B75-A4B2-B33D-80BF9AB6CD1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CEF79B-DA05-E983-F931-3435414F9FA2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1〜12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A3B064C-B82E-A957-96BC-2D2D8F95991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BA582069-CC76-2E3E-1638-F1348410ADFE}"/>
              </a:ext>
            </a:extLst>
          </p:cNvPr>
          <p:cNvSpPr/>
          <p:nvPr/>
        </p:nvSpPr>
        <p:spPr>
          <a:xfrm>
            <a:off x="1460500" y="21336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232A8A5B-7547-8FD8-CDBF-FC010EDE029D}"/>
              </a:ext>
            </a:extLst>
          </p:cNvPr>
          <p:cNvCxnSpPr/>
          <p:nvPr/>
        </p:nvCxnSpPr>
        <p:spPr>
          <a:xfrm>
            <a:off x="1549400" y="2459567"/>
            <a:ext cx="0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C3F0CF2-C828-73AE-6168-3ED3B7452983}"/>
              </a:ext>
            </a:extLst>
          </p:cNvPr>
          <p:cNvCxnSpPr/>
          <p:nvPr/>
        </p:nvCxnSpPr>
        <p:spPr>
          <a:xfrm>
            <a:off x="1727200" y="2459567"/>
            <a:ext cx="0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CF0E017F-7684-D4A5-65B1-FC92A51CC581}"/>
              </a:ext>
            </a:extLst>
          </p:cNvPr>
          <p:cNvCxnSpPr/>
          <p:nvPr/>
        </p:nvCxnSpPr>
        <p:spPr>
          <a:xfrm>
            <a:off x="1549400" y="2607733"/>
            <a:ext cx="177800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AC5C100-35DE-6821-759A-00DF4591CC84}"/>
              </a:ext>
            </a:extLst>
          </p:cNvPr>
          <p:cNvCxnSpPr/>
          <p:nvPr/>
        </p:nvCxnSpPr>
        <p:spPr>
          <a:xfrm>
            <a:off x="1579033" y="2696633"/>
            <a:ext cx="1185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7EED334-9764-8EEC-6028-68BE9022021D}"/>
              </a:ext>
            </a:extLst>
          </p:cNvPr>
          <p:cNvCxnSpPr/>
          <p:nvPr/>
        </p:nvCxnSpPr>
        <p:spPr>
          <a:xfrm>
            <a:off x="1312333" y="2281767"/>
            <a:ext cx="592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9135760-9262-8BB1-DC84-3582494B5D8F}"/>
              </a:ext>
            </a:extLst>
          </p:cNvPr>
          <p:cNvCxnSpPr/>
          <p:nvPr/>
        </p:nvCxnSpPr>
        <p:spPr>
          <a:xfrm>
            <a:off x="1905000" y="2281767"/>
            <a:ext cx="592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D501F42A-6250-402B-00E4-618F8522CB42}"/>
              </a:ext>
            </a:extLst>
          </p:cNvPr>
          <p:cNvCxnSpPr/>
          <p:nvPr/>
        </p:nvCxnSpPr>
        <p:spPr>
          <a:xfrm>
            <a:off x="1638300" y="2044700"/>
            <a:ext cx="0" cy="296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59B1CB5-7F2C-7D47-4D30-28F3D13FD237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アイデア・発想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E6E16D0-FCFF-3A0A-BB64-2063C98F92BE}"/>
              </a:ext>
            </a:extLst>
          </p:cNvPr>
          <p:cNvSpPr/>
          <p:nvPr/>
        </p:nvSpPr>
        <p:spPr>
          <a:xfrm>
            <a:off x="3272367" y="2103967"/>
            <a:ext cx="414866" cy="592666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36067F48-3630-C5F3-6377-6AFEBD37D3D9}"/>
              </a:ext>
            </a:extLst>
          </p:cNvPr>
          <p:cNvCxnSpPr/>
          <p:nvPr/>
        </p:nvCxnSpPr>
        <p:spPr>
          <a:xfrm>
            <a:off x="3361267" y="2252133"/>
            <a:ext cx="2370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D38996A-53AE-9880-5445-B70914AA903E}"/>
              </a:ext>
            </a:extLst>
          </p:cNvPr>
          <p:cNvCxnSpPr/>
          <p:nvPr/>
        </p:nvCxnSpPr>
        <p:spPr>
          <a:xfrm>
            <a:off x="3361267" y="2370667"/>
            <a:ext cx="2370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3443BF1-938F-00FA-6DB0-63B3082BD56D}"/>
              </a:ext>
            </a:extLst>
          </p:cNvPr>
          <p:cNvCxnSpPr/>
          <p:nvPr/>
        </p:nvCxnSpPr>
        <p:spPr>
          <a:xfrm>
            <a:off x="3361267" y="2489200"/>
            <a:ext cx="2370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BCACC08-97D3-95E6-9C6D-5CE1B5E04E6A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資料・記録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33104FBE-3710-131A-3303-89E66C4CC0C1}"/>
              </a:ext>
            </a:extLst>
          </p:cNvPr>
          <p:cNvCxnSpPr/>
          <p:nvPr/>
        </p:nvCxnSpPr>
        <p:spPr>
          <a:xfrm>
            <a:off x="5054600" y="2133600"/>
            <a:ext cx="0" cy="5334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A8FA38C1-9B37-1E23-354A-014780D9AAB9}"/>
              </a:ext>
            </a:extLst>
          </p:cNvPr>
          <p:cNvCxnSpPr/>
          <p:nvPr/>
        </p:nvCxnSpPr>
        <p:spPr>
          <a:xfrm>
            <a:off x="5054600" y="2667000"/>
            <a:ext cx="5630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46AB55A-0CE3-8D42-29F4-FEB9AF81953F}"/>
              </a:ext>
            </a:extLst>
          </p:cNvPr>
          <p:cNvSpPr/>
          <p:nvPr/>
        </p:nvSpPr>
        <p:spPr>
          <a:xfrm>
            <a:off x="5143500" y="2400300"/>
            <a:ext cx="88900" cy="2074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5D05F9C-CADB-AB61-B758-0A6D86847AA0}"/>
              </a:ext>
            </a:extLst>
          </p:cNvPr>
          <p:cNvSpPr/>
          <p:nvPr/>
        </p:nvSpPr>
        <p:spPr>
          <a:xfrm>
            <a:off x="5291667" y="2252133"/>
            <a:ext cx="88900" cy="355600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62293B5-6B7B-C469-6552-60DC7190CA3D}"/>
              </a:ext>
            </a:extLst>
          </p:cNvPr>
          <p:cNvSpPr/>
          <p:nvPr/>
        </p:nvSpPr>
        <p:spPr>
          <a:xfrm>
            <a:off x="5439833" y="2133600"/>
            <a:ext cx="88900" cy="4741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522253E-891A-40AA-E9BB-2F68C415213F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グラフ・分析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4D01FAC2-9EBE-B7FF-97DA-4D0B09012167}"/>
              </a:ext>
            </a:extLst>
          </p:cNvPr>
          <p:cNvSpPr/>
          <p:nvPr/>
        </p:nvSpPr>
        <p:spPr>
          <a:xfrm>
            <a:off x="7044267" y="2133600"/>
            <a:ext cx="237067" cy="237067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B7F7EB94-3D4B-7709-48EF-FE288D83FEAB}"/>
              </a:ext>
            </a:extLst>
          </p:cNvPr>
          <p:cNvSpPr/>
          <p:nvPr/>
        </p:nvSpPr>
        <p:spPr>
          <a:xfrm>
            <a:off x="6955367" y="2429933"/>
            <a:ext cx="414867" cy="266700"/>
          </a:xfrm>
          <a:prstGeom prst="round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186F3095-B8EC-F3F4-1C17-BCF5AF88104C}"/>
              </a:ext>
            </a:extLst>
          </p:cNvPr>
          <p:cNvSpPr/>
          <p:nvPr/>
        </p:nvSpPr>
        <p:spPr>
          <a:xfrm>
            <a:off x="68368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1142669-1081-15EA-0E4A-D650DA736590}"/>
              </a:ext>
            </a:extLst>
          </p:cNvPr>
          <p:cNvSpPr/>
          <p:nvPr/>
        </p:nvSpPr>
        <p:spPr>
          <a:xfrm>
            <a:off x="73702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075C5E26-CD19-CD5E-7C70-D3DB104BE4CC}"/>
              </a:ext>
            </a:extLst>
          </p:cNvPr>
          <p:cNvCxnSpPr/>
          <p:nvPr/>
        </p:nvCxnSpPr>
        <p:spPr>
          <a:xfrm>
            <a:off x="6866467" y="2459567"/>
            <a:ext cx="0" cy="1778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C9265339-1A4A-144D-FD0C-9C0FE55257F3}"/>
              </a:ext>
            </a:extLst>
          </p:cNvPr>
          <p:cNvCxnSpPr/>
          <p:nvPr/>
        </p:nvCxnSpPr>
        <p:spPr>
          <a:xfrm>
            <a:off x="7459133" y="2459567"/>
            <a:ext cx="0" cy="1778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A066460-80FD-0A29-2070-6EC640C9A7A5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人・チーム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015BACDF-64EC-778E-356D-76E2DD782080}"/>
              </a:ext>
            </a:extLst>
          </p:cNvPr>
          <p:cNvSpPr/>
          <p:nvPr/>
        </p:nvSpPr>
        <p:spPr>
          <a:xfrm>
            <a:off x="8707967" y="2103967"/>
            <a:ext cx="592667" cy="592666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2BA39F54-0D38-021C-CC47-6C734A4B62CD}"/>
              </a:ext>
            </a:extLst>
          </p:cNvPr>
          <p:cNvSpPr/>
          <p:nvPr/>
        </p:nvSpPr>
        <p:spPr>
          <a:xfrm>
            <a:off x="8856133" y="2103967"/>
            <a:ext cx="296333" cy="592666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C171B996-2A8A-A3C5-54B9-4AD5DD53F16E}"/>
              </a:ext>
            </a:extLst>
          </p:cNvPr>
          <p:cNvCxnSpPr/>
          <p:nvPr/>
        </p:nvCxnSpPr>
        <p:spPr>
          <a:xfrm>
            <a:off x="8707967" y="2400300"/>
            <a:ext cx="5926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90D2972-A6C3-CF2A-23DC-646659ED1B3B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地域・国際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7960161F-1F77-071C-74C4-649646E7E31C}"/>
              </a:ext>
            </a:extLst>
          </p:cNvPr>
          <p:cNvCxnSpPr/>
          <p:nvPr/>
        </p:nvCxnSpPr>
        <p:spPr>
          <a:xfrm>
            <a:off x="10845800" y="2103967"/>
            <a:ext cx="2667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A5F98B4B-6DFA-53DB-7AA4-41B8F4382118}"/>
              </a:ext>
            </a:extLst>
          </p:cNvPr>
          <p:cNvCxnSpPr/>
          <p:nvPr/>
        </p:nvCxnSpPr>
        <p:spPr>
          <a:xfrm flipV="1">
            <a:off x="11082867" y="2192867"/>
            <a:ext cx="29633" cy="2963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1E858AD3-5ADD-730D-31E8-163706956B51}"/>
              </a:ext>
            </a:extLst>
          </p:cNvPr>
          <p:cNvCxnSpPr/>
          <p:nvPr/>
        </p:nvCxnSpPr>
        <p:spPr>
          <a:xfrm flipV="1">
            <a:off x="10845800" y="2489200"/>
            <a:ext cx="237067" cy="2074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346F735E-49B0-054F-CE7E-CB98F4BEA9DE}"/>
              </a:ext>
            </a:extLst>
          </p:cNvPr>
          <p:cNvCxnSpPr/>
          <p:nvPr/>
        </p:nvCxnSpPr>
        <p:spPr>
          <a:xfrm>
            <a:off x="10608733" y="2489200"/>
            <a:ext cx="237067" cy="2074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15E1E7CA-D5EB-8E92-A398-6FA3022888D5}"/>
              </a:ext>
            </a:extLst>
          </p:cNvPr>
          <p:cNvCxnSpPr/>
          <p:nvPr/>
        </p:nvCxnSpPr>
        <p:spPr>
          <a:xfrm>
            <a:off x="10579100" y="2192867"/>
            <a:ext cx="29633" cy="2963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F397A3A4-1775-262D-C492-949DD0F2073C}"/>
              </a:ext>
            </a:extLst>
          </p:cNvPr>
          <p:cNvCxnSpPr/>
          <p:nvPr/>
        </p:nvCxnSpPr>
        <p:spPr>
          <a:xfrm flipV="1">
            <a:off x="10579100" y="2103967"/>
            <a:ext cx="2667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9425A958-169A-2C9C-8393-6821751829DA}"/>
              </a:ext>
            </a:extLst>
          </p:cNvPr>
          <p:cNvSpPr/>
          <p:nvPr/>
        </p:nvSpPr>
        <p:spPr>
          <a:xfrm>
            <a:off x="10756900" y="2311400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D0C8C066-BB8A-4628-5DCD-4224D583F835}"/>
              </a:ext>
            </a:extLst>
          </p:cNvPr>
          <p:cNvCxnSpPr/>
          <p:nvPr/>
        </p:nvCxnSpPr>
        <p:spPr>
          <a:xfrm>
            <a:off x="10845800" y="2370667"/>
            <a:ext cx="0" cy="592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9BCA4B10-4B25-41FE-F558-CB6C4695B1EC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機密・保護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97E257CC-456A-B961-F351-ECBEA101C419}"/>
              </a:ext>
            </a:extLst>
          </p:cNvPr>
          <p:cNvSpPr/>
          <p:nvPr/>
        </p:nvSpPr>
        <p:spPr>
          <a:xfrm>
            <a:off x="1401233" y="4123267"/>
            <a:ext cx="474134" cy="592666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F6033A2A-D9BD-6522-80A9-DD4F0CAFB72B}"/>
              </a:ext>
            </a:extLst>
          </p:cNvPr>
          <p:cNvSpPr/>
          <p:nvPr/>
        </p:nvSpPr>
        <p:spPr>
          <a:xfrm>
            <a:off x="1490133" y="4212167"/>
            <a:ext cx="296334" cy="1185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FE49F05A-EA92-6C35-371E-ECC7ECA89CED}"/>
              </a:ext>
            </a:extLst>
          </p:cNvPr>
          <p:cNvSpPr/>
          <p:nvPr/>
        </p:nvSpPr>
        <p:spPr>
          <a:xfrm>
            <a:off x="1519767" y="4419600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77350730-5162-27D9-F1DE-7B8DE86267F1}"/>
              </a:ext>
            </a:extLst>
          </p:cNvPr>
          <p:cNvSpPr/>
          <p:nvPr/>
        </p:nvSpPr>
        <p:spPr>
          <a:xfrm>
            <a:off x="1727200" y="4419600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9BB4C106-9068-5817-AE59-61C76FD99DF3}"/>
              </a:ext>
            </a:extLst>
          </p:cNvPr>
          <p:cNvSpPr/>
          <p:nvPr/>
        </p:nvSpPr>
        <p:spPr>
          <a:xfrm>
            <a:off x="1519767" y="4567767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B3126E68-6CC9-1151-96FD-847CFCB46E42}"/>
              </a:ext>
            </a:extLst>
          </p:cNvPr>
          <p:cNvSpPr/>
          <p:nvPr/>
        </p:nvSpPr>
        <p:spPr>
          <a:xfrm>
            <a:off x="1727200" y="4567767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D5DA6BF8-D6C4-CEB5-2B61-B1CB438F6C97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数学・計算</a:t>
            </a: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49FEA9F4-999C-3CEB-8149-77F8A96033BB}"/>
              </a:ext>
            </a:extLst>
          </p:cNvPr>
          <p:cNvSpPr/>
          <p:nvPr/>
        </p:nvSpPr>
        <p:spPr>
          <a:xfrm>
            <a:off x="31834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4B36FE30-3342-B0AE-C3C8-D6CC468F5DE5}"/>
              </a:ext>
            </a:extLst>
          </p:cNvPr>
          <p:cNvCxnSpPr/>
          <p:nvPr/>
        </p:nvCxnSpPr>
        <p:spPr>
          <a:xfrm>
            <a:off x="3479800" y="4212167"/>
            <a:ext cx="0" cy="2074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0D2D6DA5-39F2-38A0-E801-D92C67C10221}"/>
              </a:ext>
            </a:extLst>
          </p:cNvPr>
          <p:cNvCxnSpPr/>
          <p:nvPr/>
        </p:nvCxnSpPr>
        <p:spPr>
          <a:xfrm>
            <a:off x="3479800" y="4419600"/>
            <a:ext cx="148167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E680024D-D5F7-0E47-BF2B-BAA6D96DCF33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時間・予定</a:t>
            </a: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69A68972-B3D4-D43C-59B5-D5D4895899E9}"/>
              </a:ext>
            </a:extLst>
          </p:cNvPr>
          <p:cNvSpPr/>
          <p:nvPr/>
        </p:nvSpPr>
        <p:spPr>
          <a:xfrm>
            <a:off x="50249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63583677-4C00-A013-8794-E6C47FAC9068}"/>
              </a:ext>
            </a:extLst>
          </p:cNvPr>
          <p:cNvSpPr/>
          <p:nvPr/>
        </p:nvSpPr>
        <p:spPr>
          <a:xfrm>
            <a:off x="5143500" y="42418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E38DA7C0-6101-4DBC-E165-AA77C1BB1745}"/>
              </a:ext>
            </a:extLst>
          </p:cNvPr>
          <p:cNvSpPr/>
          <p:nvPr/>
        </p:nvSpPr>
        <p:spPr>
          <a:xfrm>
            <a:off x="5262033" y="4360333"/>
            <a:ext cx="118534" cy="118534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12BBA7AE-037A-2681-4A22-2FC1B55D82D9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目的・目標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CE8BB50A-EA68-48A5-711D-0091A7152416}"/>
              </a:ext>
            </a:extLst>
          </p:cNvPr>
          <p:cNvSpPr/>
          <p:nvPr/>
        </p:nvSpPr>
        <p:spPr>
          <a:xfrm>
            <a:off x="6955367" y="4123267"/>
            <a:ext cx="414867" cy="5926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B8A54F9E-93B5-2520-C6A3-917405AF4FBD}"/>
              </a:ext>
            </a:extLst>
          </p:cNvPr>
          <p:cNvSpPr/>
          <p:nvPr/>
        </p:nvSpPr>
        <p:spPr>
          <a:xfrm>
            <a:off x="70442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4BB81E05-C5BC-DAD9-0E0E-663FF2158232}"/>
              </a:ext>
            </a:extLst>
          </p:cNvPr>
          <p:cNvSpPr/>
          <p:nvPr/>
        </p:nvSpPr>
        <p:spPr>
          <a:xfrm>
            <a:off x="72220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C9A37ED0-E06C-EFED-0E38-115D8A0E6D25}"/>
              </a:ext>
            </a:extLst>
          </p:cNvPr>
          <p:cNvSpPr/>
          <p:nvPr/>
        </p:nvSpPr>
        <p:spPr>
          <a:xfrm>
            <a:off x="70442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6E577639-2842-301C-61C4-D234A42E3AA1}"/>
              </a:ext>
            </a:extLst>
          </p:cNvPr>
          <p:cNvSpPr/>
          <p:nvPr/>
        </p:nvSpPr>
        <p:spPr>
          <a:xfrm>
            <a:off x="72220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D4F72615-0C8A-B9C8-1C22-07B80F08F22E}"/>
              </a:ext>
            </a:extLst>
          </p:cNvPr>
          <p:cNvSpPr/>
          <p:nvPr/>
        </p:nvSpPr>
        <p:spPr>
          <a:xfrm>
            <a:off x="70442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87D09FD9-FA33-0D3D-E3E5-DF6023E6911D}"/>
              </a:ext>
            </a:extLst>
          </p:cNvPr>
          <p:cNvSpPr/>
          <p:nvPr/>
        </p:nvSpPr>
        <p:spPr>
          <a:xfrm>
            <a:off x="72220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C9CC9A0D-532D-99BE-F011-A166888EE9FD}"/>
              </a:ext>
            </a:extLst>
          </p:cNvPr>
          <p:cNvCxnSpPr/>
          <p:nvPr/>
        </p:nvCxnSpPr>
        <p:spPr>
          <a:xfrm>
            <a:off x="6866467" y="4715933"/>
            <a:ext cx="592667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3CEE0EC6-E106-28BD-809E-EC9832333F6A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会社・組織</a:t>
            </a: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0F45B719-ACB3-FB40-1C14-CB5676EA546B}"/>
              </a:ext>
            </a:extLst>
          </p:cNvPr>
          <p:cNvSpPr/>
          <p:nvPr/>
        </p:nvSpPr>
        <p:spPr>
          <a:xfrm>
            <a:off x="8737600" y="4241800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EDAA3926-3F55-BB1F-0B82-39C01BDA7431}"/>
              </a:ext>
            </a:extLst>
          </p:cNvPr>
          <p:cNvSpPr/>
          <p:nvPr/>
        </p:nvSpPr>
        <p:spPr>
          <a:xfrm>
            <a:off x="8737600" y="4360333"/>
            <a:ext cx="533400" cy="207434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6C3096CC-BE76-476D-21A5-44A7035B5884}"/>
              </a:ext>
            </a:extLst>
          </p:cNvPr>
          <p:cNvSpPr/>
          <p:nvPr/>
        </p:nvSpPr>
        <p:spPr>
          <a:xfrm>
            <a:off x="8737600" y="4478867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98EFED97-4B86-4BF0-CDF1-8C1A8BC263FB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金額・費
用・資産</a:t>
            </a:r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0705298F-D8DA-9145-3C6D-E1A9C1E177ED}"/>
              </a:ext>
            </a:extLst>
          </p:cNvPr>
          <p:cNvSpPr/>
          <p:nvPr/>
        </p:nvSpPr>
        <p:spPr>
          <a:xfrm>
            <a:off x="10549467" y="4123267"/>
            <a:ext cx="414867" cy="4148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0A6675E7-8C77-9FB8-BBFA-5A3379CC694D}"/>
              </a:ext>
            </a:extLst>
          </p:cNvPr>
          <p:cNvCxnSpPr/>
          <p:nvPr/>
        </p:nvCxnSpPr>
        <p:spPr>
          <a:xfrm>
            <a:off x="10934700" y="4508500"/>
            <a:ext cx="207433" cy="2074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183D0F48-F4C9-45A5-4E4C-A72FC43CFB7D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確認・調査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78907704-A827-F3C4-19E5-B558E0E2839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858C4FE2-7D11-2794-C676-E90610F80A6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10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6990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A48E08F-63C2-C771-4C4A-950BC3A663A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579747D-FBD2-E94E-EA19-60FF8167945E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13〜24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BE71F4E-EFA6-88A3-07B0-AB6B936D2E6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BB2B1ED-777E-808A-2D5B-5071FF9A4404}"/>
              </a:ext>
            </a:extLst>
          </p:cNvPr>
          <p:cNvSpPr/>
          <p:nvPr/>
        </p:nvSpPr>
        <p:spPr>
          <a:xfrm>
            <a:off x="1401233" y="2133600"/>
            <a:ext cx="474134" cy="385233"/>
          </a:xfrm>
          <a:prstGeom prst="round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A1070D3-1866-52C3-C818-A64C9F51CC16}"/>
              </a:ext>
            </a:extLst>
          </p:cNvPr>
          <p:cNvCxnSpPr/>
          <p:nvPr/>
        </p:nvCxnSpPr>
        <p:spPr>
          <a:xfrm flipV="1">
            <a:off x="1312333" y="2518833"/>
            <a:ext cx="88900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B9C60F89-FB55-B44F-EBA3-ED4AD7699AC5}"/>
              </a:ext>
            </a:extLst>
          </p:cNvPr>
          <p:cNvCxnSpPr/>
          <p:nvPr/>
        </p:nvCxnSpPr>
        <p:spPr>
          <a:xfrm>
            <a:off x="1312333" y="2667000"/>
            <a:ext cx="6519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7A1006D-7546-02FF-8A43-0D842F0F9441}"/>
              </a:ext>
            </a:extLst>
          </p:cNvPr>
          <p:cNvCxnSpPr/>
          <p:nvPr/>
        </p:nvCxnSpPr>
        <p:spPr>
          <a:xfrm>
            <a:off x="1875367" y="2518833"/>
            <a:ext cx="88900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28A4D20-2351-53F9-5B9A-F16CAB5A8635}"/>
              </a:ext>
            </a:extLst>
          </p:cNvPr>
          <p:cNvCxnSpPr/>
          <p:nvPr/>
        </p:nvCxnSpPr>
        <p:spPr>
          <a:xfrm>
            <a:off x="1579033" y="2578100"/>
            <a:ext cx="1185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E4E2D22-A60C-77D5-EF2F-C74B97E98ADA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PC</a:t>
            </a:r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・作業環境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C911E4E-770A-8074-0FB4-EDD518ABC35E}"/>
              </a:ext>
            </a:extLst>
          </p:cNvPr>
          <p:cNvSpPr/>
          <p:nvPr/>
        </p:nvSpPr>
        <p:spPr>
          <a:xfrm>
            <a:off x="3302000" y="2074333"/>
            <a:ext cx="355600" cy="651934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56D3AA17-916E-C806-F125-9F004AB6A3DF}"/>
              </a:ext>
            </a:extLst>
          </p:cNvPr>
          <p:cNvCxnSpPr/>
          <p:nvPr/>
        </p:nvCxnSpPr>
        <p:spPr>
          <a:xfrm>
            <a:off x="3420533" y="2163233"/>
            <a:ext cx="118534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AD9602F-3655-C2A0-9D9D-78E2AE5B1C3C}"/>
              </a:ext>
            </a:extLst>
          </p:cNvPr>
          <p:cNvCxnSpPr/>
          <p:nvPr/>
        </p:nvCxnSpPr>
        <p:spPr>
          <a:xfrm>
            <a:off x="3450167" y="2637367"/>
            <a:ext cx="592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FBE154E-99B2-5ECD-2724-3236C203707B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スマートフォン
・モバイル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75A99E-B7F4-BD8C-4BE9-591543A71062}"/>
              </a:ext>
            </a:extLst>
          </p:cNvPr>
          <p:cNvSpPr/>
          <p:nvPr/>
        </p:nvSpPr>
        <p:spPr>
          <a:xfrm>
            <a:off x="5054600" y="2103967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0AB955CF-8526-BBEE-0A2D-48BE14B9C9C5}"/>
              </a:ext>
            </a:extLst>
          </p:cNvPr>
          <p:cNvSpPr/>
          <p:nvPr/>
        </p:nvSpPr>
        <p:spPr>
          <a:xfrm>
            <a:off x="5143500" y="2163233"/>
            <a:ext cx="29633" cy="29634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BAB90F4E-3BB9-8DDA-7E99-20D1927B53B6}"/>
              </a:ext>
            </a:extLst>
          </p:cNvPr>
          <p:cNvCxnSpPr/>
          <p:nvPr/>
        </p:nvCxnSpPr>
        <p:spPr>
          <a:xfrm>
            <a:off x="5291667" y="2192867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A01FBF9D-0602-78AB-B2AD-DF05E78D53F9}"/>
              </a:ext>
            </a:extLst>
          </p:cNvPr>
          <p:cNvSpPr/>
          <p:nvPr/>
        </p:nvSpPr>
        <p:spPr>
          <a:xfrm>
            <a:off x="5054600" y="2311400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5A939E07-8462-FA5B-5CE5-870A858A033A}"/>
              </a:ext>
            </a:extLst>
          </p:cNvPr>
          <p:cNvSpPr/>
          <p:nvPr/>
        </p:nvSpPr>
        <p:spPr>
          <a:xfrm>
            <a:off x="5143500" y="2370667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C52C9F5-507D-605D-5B86-1753D43DEC0D}"/>
              </a:ext>
            </a:extLst>
          </p:cNvPr>
          <p:cNvCxnSpPr/>
          <p:nvPr/>
        </p:nvCxnSpPr>
        <p:spPr>
          <a:xfrm>
            <a:off x="5291667" y="2400300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35E1ED61-78C8-4FA4-76C5-322DE64B6CDD}"/>
              </a:ext>
            </a:extLst>
          </p:cNvPr>
          <p:cNvSpPr/>
          <p:nvPr/>
        </p:nvSpPr>
        <p:spPr>
          <a:xfrm>
            <a:off x="5054600" y="2518833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E2ED6550-089F-D421-247F-ED0108A340E2}"/>
              </a:ext>
            </a:extLst>
          </p:cNvPr>
          <p:cNvSpPr/>
          <p:nvPr/>
        </p:nvSpPr>
        <p:spPr>
          <a:xfrm>
            <a:off x="5143500" y="2578100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434D8D1F-C01C-7B72-1B71-DD00940FFF3B}"/>
              </a:ext>
            </a:extLst>
          </p:cNvPr>
          <p:cNvCxnSpPr/>
          <p:nvPr/>
        </p:nvCxnSpPr>
        <p:spPr>
          <a:xfrm>
            <a:off x="5291667" y="2607733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F20F72B-B067-8CFF-5440-44C8460BEB37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サーバー・基盤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370ABBA4-739B-A9C0-B51E-CCA86BE5E4D8}"/>
              </a:ext>
            </a:extLst>
          </p:cNvPr>
          <p:cNvSpPr/>
          <p:nvPr/>
        </p:nvSpPr>
        <p:spPr>
          <a:xfrm>
            <a:off x="6896100" y="2103967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A6E729D5-4A0B-1AE1-6C62-69E9F9503CC7}"/>
              </a:ext>
            </a:extLst>
          </p:cNvPr>
          <p:cNvCxnSpPr/>
          <p:nvPr/>
        </p:nvCxnSpPr>
        <p:spPr>
          <a:xfrm>
            <a:off x="6896100" y="2192867"/>
            <a:ext cx="0" cy="4148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04AD3557-1F53-F455-1E91-577358C4B7C1}"/>
              </a:ext>
            </a:extLst>
          </p:cNvPr>
          <p:cNvCxnSpPr/>
          <p:nvPr/>
        </p:nvCxnSpPr>
        <p:spPr>
          <a:xfrm>
            <a:off x="7429500" y="2192867"/>
            <a:ext cx="0" cy="4148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3DA5F0DE-B13F-160C-65D0-8BCEECE927B7}"/>
              </a:ext>
            </a:extLst>
          </p:cNvPr>
          <p:cNvSpPr/>
          <p:nvPr/>
        </p:nvSpPr>
        <p:spPr>
          <a:xfrm>
            <a:off x="6896100" y="23410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B845910F-B11D-B0CE-3EDD-955BEE4CD42C}"/>
              </a:ext>
            </a:extLst>
          </p:cNvPr>
          <p:cNvSpPr/>
          <p:nvPr/>
        </p:nvSpPr>
        <p:spPr>
          <a:xfrm>
            <a:off x="6896100" y="25188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D5F57C9-CB0D-ECCC-4F6A-6287D700805C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データベ
ース・保管</a:t>
            </a: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306607C0-6C2D-EA38-857C-D93988825D51}"/>
              </a:ext>
            </a:extLst>
          </p:cNvPr>
          <p:cNvCxnSpPr/>
          <p:nvPr/>
        </p:nvCxnSpPr>
        <p:spPr>
          <a:xfrm>
            <a:off x="8707967" y="2578100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3E903843-E01D-75A8-2C0D-C824A5A7A43F}"/>
              </a:ext>
            </a:extLst>
          </p:cNvPr>
          <p:cNvCxnSpPr/>
          <p:nvPr/>
        </p:nvCxnSpPr>
        <p:spPr>
          <a:xfrm>
            <a:off x="8678333" y="24892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B25AB1C7-6AB3-C6A7-75B4-0F0FFFB561A2}"/>
              </a:ext>
            </a:extLst>
          </p:cNvPr>
          <p:cNvCxnSpPr/>
          <p:nvPr/>
        </p:nvCxnSpPr>
        <p:spPr>
          <a:xfrm flipV="1">
            <a:off x="8678333" y="24003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83000D05-67B5-0A59-4669-3BCFD6DF79FC}"/>
              </a:ext>
            </a:extLst>
          </p:cNvPr>
          <p:cNvCxnSpPr/>
          <p:nvPr/>
        </p:nvCxnSpPr>
        <p:spPr>
          <a:xfrm flipV="1">
            <a:off x="8707967" y="23410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3566D3CA-8042-423C-2FC8-A17CDDE40B9F}"/>
              </a:ext>
            </a:extLst>
          </p:cNvPr>
          <p:cNvCxnSpPr/>
          <p:nvPr/>
        </p:nvCxnSpPr>
        <p:spPr>
          <a:xfrm>
            <a:off x="8796867" y="2341033"/>
            <a:ext cx="592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1B9763BC-F24D-588B-AC14-20E038F12A2D}"/>
              </a:ext>
            </a:extLst>
          </p:cNvPr>
          <p:cNvCxnSpPr/>
          <p:nvPr/>
        </p:nvCxnSpPr>
        <p:spPr>
          <a:xfrm flipV="1">
            <a:off x="8856133" y="2222500"/>
            <a:ext cx="29633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B4BD7610-FD04-F592-7527-3EDC9F0CCAF2}"/>
              </a:ext>
            </a:extLst>
          </p:cNvPr>
          <p:cNvCxnSpPr/>
          <p:nvPr/>
        </p:nvCxnSpPr>
        <p:spPr>
          <a:xfrm flipV="1">
            <a:off x="8885767" y="21632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6EBD9955-6D13-A768-E629-A87D35087FA6}"/>
              </a:ext>
            </a:extLst>
          </p:cNvPr>
          <p:cNvCxnSpPr/>
          <p:nvPr/>
        </p:nvCxnSpPr>
        <p:spPr>
          <a:xfrm>
            <a:off x="8974667" y="2163233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5E5BBB85-3C2C-3CC4-68CB-83AC734CEC58}"/>
              </a:ext>
            </a:extLst>
          </p:cNvPr>
          <p:cNvCxnSpPr/>
          <p:nvPr/>
        </p:nvCxnSpPr>
        <p:spPr>
          <a:xfrm>
            <a:off x="9093200" y="21632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748BD41B-BF47-56BA-F05A-7AC64CC7D05B}"/>
              </a:ext>
            </a:extLst>
          </p:cNvPr>
          <p:cNvCxnSpPr/>
          <p:nvPr/>
        </p:nvCxnSpPr>
        <p:spPr>
          <a:xfrm>
            <a:off x="9182100" y="2222500"/>
            <a:ext cx="29633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4DDBEA2D-A97E-8C77-546A-6B23A7B5637B}"/>
              </a:ext>
            </a:extLst>
          </p:cNvPr>
          <p:cNvCxnSpPr/>
          <p:nvPr/>
        </p:nvCxnSpPr>
        <p:spPr>
          <a:xfrm>
            <a:off x="9211733" y="2341033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9B4256D6-DDA2-14AD-D35F-82E88BCB660F}"/>
              </a:ext>
            </a:extLst>
          </p:cNvPr>
          <p:cNvCxnSpPr/>
          <p:nvPr/>
        </p:nvCxnSpPr>
        <p:spPr>
          <a:xfrm>
            <a:off x="9300633" y="24003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4644298E-4285-434B-FB47-509FC4C34606}"/>
              </a:ext>
            </a:extLst>
          </p:cNvPr>
          <p:cNvCxnSpPr/>
          <p:nvPr/>
        </p:nvCxnSpPr>
        <p:spPr>
          <a:xfrm flipV="1">
            <a:off x="9300633" y="2489200"/>
            <a:ext cx="29633" cy="889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BB73E84A-609A-27C3-2863-8E06573431B8}"/>
              </a:ext>
            </a:extLst>
          </p:cNvPr>
          <p:cNvCxnSpPr/>
          <p:nvPr/>
        </p:nvCxnSpPr>
        <p:spPr>
          <a:xfrm flipV="1">
            <a:off x="9211733" y="2578100"/>
            <a:ext cx="88900" cy="592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E0456091-E099-2E2D-A8A6-C77F99839030}"/>
              </a:ext>
            </a:extLst>
          </p:cNvPr>
          <p:cNvCxnSpPr/>
          <p:nvPr/>
        </p:nvCxnSpPr>
        <p:spPr>
          <a:xfrm>
            <a:off x="8796867" y="2637367"/>
            <a:ext cx="4148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5AC2496-A69D-0582-C675-5476368037AD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クラウド</a:t>
            </a: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16F77AF2-0D64-ADB6-DD97-4C9CF8FE0A6D}"/>
              </a:ext>
            </a:extLst>
          </p:cNvPr>
          <p:cNvSpPr/>
          <p:nvPr/>
        </p:nvSpPr>
        <p:spPr>
          <a:xfrm>
            <a:off x="10756900" y="2103967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F6EFF318-218C-459E-27E1-94DD2DE20F97}"/>
              </a:ext>
            </a:extLst>
          </p:cNvPr>
          <p:cNvSpPr/>
          <p:nvPr/>
        </p:nvSpPr>
        <p:spPr>
          <a:xfrm>
            <a:off x="10519833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D2BEAE8F-7A35-BF35-5476-6C64179D5389}"/>
              </a:ext>
            </a:extLst>
          </p:cNvPr>
          <p:cNvSpPr/>
          <p:nvPr/>
        </p:nvSpPr>
        <p:spPr>
          <a:xfrm>
            <a:off x="10993967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3805AC4F-DD8A-CF6D-073C-2103B71E0961}"/>
              </a:ext>
            </a:extLst>
          </p:cNvPr>
          <p:cNvCxnSpPr/>
          <p:nvPr/>
        </p:nvCxnSpPr>
        <p:spPr>
          <a:xfrm>
            <a:off x="10845800" y="2281767"/>
            <a:ext cx="0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1B251690-FDA4-1738-EAD2-6FE9705394EC}"/>
              </a:ext>
            </a:extLst>
          </p:cNvPr>
          <p:cNvCxnSpPr/>
          <p:nvPr/>
        </p:nvCxnSpPr>
        <p:spPr>
          <a:xfrm>
            <a:off x="10608733" y="2400300"/>
            <a:ext cx="474133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A861E149-09D8-7809-211D-1BBFE7297E8C}"/>
              </a:ext>
            </a:extLst>
          </p:cNvPr>
          <p:cNvCxnSpPr/>
          <p:nvPr/>
        </p:nvCxnSpPr>
        <p:spPr>
          <a:xfrm>
            <a:off x="10608733" y="2400300"/>
            <a:ext cx="0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ED387542-C924-AA5B-BD7D-E788A5E20D5A}"/>
              </a:ext>
            </a:extLst>
          </p:cNvPr>
          <p:cNvCxnSpPr/>
          <p:nvPr/>
        </p:nvCxnSpPr>
        <p:spPr>
          <a:xfrm>
            <a:off x="11082867" y="2400300"/>
            <a:ext cx="0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1C4C349F-9738-08CA-011C-2F1857EEBE3F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接続・ネ
ットワーク</a:t>
            </a: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B3BBA403-FC53-030F-CBEA-D038C609A3DC}"/>
              </a:ext>
            </a:extLst>
          </p:cNvPr>
          <p:cNvCxnSpPr/>
          <p:nvPr/>
        </p:nvCxnSpPr>
        <p:spPr>
          <a:xfrm flipV="1">
            <a:off x="1312333" y="42418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66F46910-ACCF-E47C-D51A-75833B377BBF}"/>
              </a:ext>
            </a:extLst>
          </p:cNvPr>
          <p:cNvCxnSpPr/>
          <p:nvPr/>
        </p:nvCxnSpPr>
        <p:spPr>
          <a:xfrm>
            <a:off x="1312333" y="44196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400149D3-0672-FDE7-C0DD-FFA71E4F14C1}"/>
              </a:ext>
            </a:extLst>
          </p:cNvPr>
          <p:cNvCxnSpPr/>
          <p:nvPr/>
        </p:nvCxnSpPr>
        <p:spPr>
          <a:xfrm>
            <a:off x="1786467" y="42418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2A33EAC0-390D-6FDF-32AE-12E1810EAF0B}"/>
              </a:ext>
            </a:extLst>
          </p:cNvPr>
          <p:cNvCxnSpPr/>
          <p:nvPr/>
        </p:nvCxnSpPr>
        <p:spPr>
          <a:xfrm flipV="1">
            <a:off x="1786467" y="44196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2C422040-5980-1AC6-2E85-14663FEFA094}"/>
              </a:ext>
            </a:extLst>
          </p:cNvPr>
          <p:cNvCxnSpPr/>
          <p:nvPr/>
        </p:nvCxnSpPr>
        <p:spPr>
          <a:xfrm flipV="1">
            <a:off x="1579033" y="4152900"/>
            <a:ext cx="118534" cy="5334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C0F21BE3-AB86-B7B5-F14A-3A787AF1950E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プログラ
ム・開発</a:t>
            </a:r>
          </a:p>
        </p:txBody>
      </p: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92006B75-F65B-E27B-916C-8000C065BBB0}"/>
              </a:ext>
            </a:extLst>
          </p:cNvPr>
          <p:cNvSpPr/>
          <p:nvPr/>
        </p:nvSpPr>
        <p:spPr>
          <a:xfrm>
            <a:off x="3272367" y="4212167"/>
            <a:ext cx="414866" cy="414866"/>
          </a:xfrm>
          <a:prstGeom prst="round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2B3FB710-2F8B-4190-B32F-9E14D3A99577}"/>
              </a:ext>
            </a:extLst>
          </p:cNvPr>
          <p:cNvSpPr/>
          <p:nvPr/>
        </p:nvSpPr>
        <p:spPr>
          <a:xfrm>
            <a:off x="3390900" y="4330700"/>
            <a:ext cx="177800" cy="177800"/>
          </a:xfrm>
          <a:prstGeom prst="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8CEB5C9B-9689-32B0-A17E-FDCC53ABB237}"/>
              </a:ext>
            </a:extLst>
          </p:cNvPr>
          <p:cNvCxnSpPr/>
          <p:nvPr/>
        </p:nvCxnSpPr>
        <p:spPr>
          <a:xfrm>
            <a:off x="3361267" y="40936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579BD6E1-E181-2DE6-DA9E-DC8FCC5D70B7}"/>
              </a:ext>
            </a:extLst>
          </p:cNvPr>
          <p:cNvCxnSpPr/>
          <p:nvPr/>
        </p:nvCxnSpPr>
        <p:spPr>
          <a:xfrm>
            <a:off x="3361267" y="46270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1AFDA0C8-D2FA-9063-89E6-08BEB4719D5C}"/>
              </a:ext>
            </a:extLst>
          </p:cNvPr>
          <p:cNvCxnSpPr/>
          <p:nvPr/>
        </p:nvCxnSpPr>
        <p:spPr>
          <a:xfrm>
            <a:off x="3153833" y="4301067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BF9AF7AD-BD58-3C42-F643-21BC3C493F37}"/>
              </a:ext>
            </a:extLst>
          </p:cNvPr>
          <p:cNvCxnSpPr/>
          <p:nvPr/>
        </p:nvCxnSpPr>
        <p:spPr>
          <a:xfrm>
            <a:off x="3687233" y="4301067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67037F77-FE9A-2D03-69CF-97EBB91E6E97}"/>
              </a:ext>
            </a:extLst>
          </p:cNvPr>
          <p:cNvCxnSpPr/>
          <p:nvPr/>
        </p:nvCxnSpPr>
        <p:spPr>
          <a:xfrm>
            <a:off x="3479800" y="40936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1FAFC7A9-5265-3EF0-C734-9BCD20A0CFED}"/>
              </a:ext>
            </a:extLst>
          </p:cNvPr>
          <p:cNvCxnSpPr/>
          <p:nvPr/>
        </p:nvCxnSpPr>
        <p:spPr>
          <a:xfrm>
            <a:off x="3479800" y="46270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08366A79-C7B7-C5C2-CAC4-B2BAD84A16CC}"/>
              </a:ext>
            </a:extLst>
          </p:cNvPr>
          <p:cNvCxnSpPr/>
          <p:nvPr/>
        </p:nvCxnSpPr>
        <p:spPr>
          <a:xfrm>
            <a:off x="3153833" y="4419600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87379383-13A5-B965-DD3E-CBD275BB0CCE}"/>
              </a:ext>
            </a:extLst>
          </p:cNvPr>
          <p:cNvCxnSpPr/>
          <p:nvPr/>
        </p:nvCxnSpPr>
        <p:spPr>
          <a:xfrm>
            <a:off x="3687233" y="4419600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C0469AB4-B362-942A-4788-DA8EF347C2A6}"/>
              </a:ext>
            </a:extLst>
          </p:cNvPr>
          <p:cNvCxnSpPr/>
          <p:nvPr/>
        </p:nvCxnSpPr>
        <p:spPr>
          <a:xfrm>
            <a:off x="3598333" y="40936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66FD56A2-94A8-4B5F-EDBB-C89E5507D16F}"/>
              </a:ext>
            </a:extLst>
          </p:cNvPr>
          <p:cNvCxnSpPr/>
          <p:nvPr/>
        </p:nvCxnSpPr>
        <p:spPr>
          <a:xfrm>
            <a:off x="3598333" y="46270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9A22FD34-2E67-9D90-CD07-DB25DA0D9BF5}"/>
              </a:ext>
            </a:extLst>
          </p:cNvPr>
          <p:cNvCxnSpPr/>
          <p:nvPr/>
        </p:nvCxnSpPr>
        <p:spPr>
          <a:xfrm>
            <a:off x="3153833" y="4538133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80A6C453-9E15-E4FF-2C80-ED579612A2A0}"/>
              </a:ext>
            </a:extLst>
          </p:cNvPr>
          <p:cNvCxnSpPr/>
          <p:nvPr/>
        </p:nvCxnSpPr>
        <p:spPr>
          <a:xfrm>
            <a:off x="3687233" y="4538133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7961D9C1-8E42-E4BB-C812-542640596D33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AI</a:t>
            </a:r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・半導体</a:t>
            </a:r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42A0C785-B8B2-1C9A-4967-52BB486F8198}"/>
              </a:ext>
            </a:extLst>
          </p:cNvPr>
          <p:cNvSpPr/>
          <p:nvPr/>
        </p:nvSpPr>
        <p:spPr>
          <a:xfrm>
            <a:off x="5024967" y="4152900"/>
            <a:ext cx="592666" cy="533400"/>
          </a:xfrm>
          <a:prstGeom prst="round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C96AAE45-C9D4-B79B-300D-6A949E930CDD}"/>
              </a:ext>
            </a:extLst>
          </p:cNvPr>
          <p:cNvCxnSpPr/>
          <p:nvPr/>
        </p:nvCxnSpPr>
        <p:spPr>
          <a:xfrm>
            <a:off x="5321300" y="4152900"/>
            <a:ext cx="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D6790B0E-FDD9-D694-6ABC-479AF4305F2B}"/>
              </a:ext>
            </a:extLst>
          </p:cNvPr>
          <p:cNvCxnSpPr/>
          <p:nvPr/>
        </p:nvCxnSpPr>
        <p:spPr>
          <a:xfrm>
            <a:off x="5113867" y="4301067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60118629-E6FF-F4D6-A326-905DF67EB69B}"/>
              </a:ext>
            </a:extLst>
          </p:cNvPr>
          <p:cNvCxnSpPr/>
          <p:nvPr/>
        </p:nvCxnSpPr>
        <p:spPr>
          <a:xfrm>
            <a:off x="5410200" y="4301067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C16D8C3D-17AC-E05C-AA3C-D72279A0A432}"/>
              </a:ext>
            </a:extLst>
          </p:cNvPr>
          <p:cNvCxnSpPr/>
          <p:nvPr/>
        </p:nvCxnSpPr>
        <p:spPr>
          <a:xfrm>
            <a:off x="5113867" y="4419600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7AE8C478-8873-A3D0-56C8-B557980C3D9A}"/>
              </a:ext>
            </a:extLst>
          </p:cNvPr>
          <p:cNvCxnSpPr/>
          <p:nvPr/>
        </p:nvCxnSpPr>
        <p:spPr>
          <a:xfrm>
            <a:off x="5410200" y="4419600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6CA8F209-6DB1-E8E0-B417-64818DE459ED}"/>
              </a:ext>
            </a:extLst>
          </p:cNvPr>
          <p:cNvCxnSpPr/>
          <p:nvPr/>
        </p:nvCxnSpPr>
        <p:spPr>
          <a:xfrm>
            <a:off x="5113867" y="4538133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F9250C7F-8319-FD12-6F61-7EB6AB72D90C}"/>
              </a:ext>
            </a:extLst>
          </p:cNvPr>
          <p:cNvCxnSpPr/>
          <p:nvPr/>
        </p:nvCxnSpPr>
        <p:spPr>
          <a:xfrm>
            <a:off x="5410200" y="4538133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13CEDBBB-6D4F-9FCC-E1AE-3967BE87E34F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本・学習</a:t>
            </a:r>
          </a:p>
        </p:txBody>
      </p: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E9C8E1DF-7114-F3E6-6010-2EF0E90F3F86}"/>
              </a:ext>
            </a:extLst>
          </p:cNvPr>
          <p:cNvCxnSpPr/>
          <p:nvPr/>
        </p:nvCxnSpPr>
        <p:spPr>
          <a:xfrm>
            <a:off x="7162800" y="4123267"/>
            <a:ext cx="325967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268CADFE-0661-59C7-0364-4D12FDF685B8}"/>
              </a:ext>
            </a:extLst>
          </p:cNvPr>
          <p:cNvCxnSpPr/>
          <p:nvPr/>
        </p:nvCxnSpPr>
        <p:spPr>
          <a:xfrm flipV="1">
            <a:off x="7162800" y="4271433"/>
            <a:ext cx="325967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BC219FD6-1675-9848-22E9-F73742AA858D}"/>
              </a:ext>
            </a:extLst>
          </p:cNvPr>
          <p:cNvCxnSpPr/>
          <p:nvPr/>
        </p:nvCxnSpPr>
        <p:spPr>
          <a:xfrm>
            <a:off x="6836833" y="4271433"/>
            <a:ext cx="325967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96B3CF76-B319-DF4E-0D19-1791BA0944A5}"/>
              </a:ext>
            </a:extLst>
          </p:cNvPr>
          <p:cNvCxnSpPr/>
          <p:nvPr/>
        </p:nvCxnSpPr>
        <p:spPr>
          <a:xfrm flipV="1">
            <a:off x="6836833" y="4123267"/>
            <a:ext cx="325967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BC39A2AE-5193-CF35-CB80-5F2EBFE6BAB2}"/>
              </a:ext>
            </a:extLst>
          </p:cNvPr>
          <p:cNvCxnSpPr/>
          <p:nvPr/>
        </p:nvCxnSpPr>
        <p:spPr>
          <a:xfrm>
            <a:off x="6955367" y="4360333"/>
            <a:ext cx="0" cy="207434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7A2CE5FC-8BE5-05EA-654E-1FD4D2A204EC}"/>
              </a:ext>
            </a:extLst>
          </p:cNvPr>
          <p:cNvCxnSpPr/>
          <p:nvPr/>
        </p:nvCxnSpPr>
        <p:spPr>
          <a:xfrm>
            <a:off x="6955367" y="4567767"/>
            <a:ext cx="207433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699BC8B5-A464-F45F-A6FF-9ADB1D33A992}"/>
              </a:ext>
            </a:extLst>
          </p:cNvPr>
          <p:cNvCxnSpPr/>
          <p:nvPr/>
        </p:nvCxnSpPr>
        <p:spPr>
          <a:xfrm flipV="1">
            <a:off x="7162800" y="4567767"/>
            <a:ext cx="207433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7B97A8D4-D3DC-98B6-DEA1-F181D254F990}"/>
              </a:ext>
            </a:extLst>
          </p:cNvPr>
          <p:cNvCxnSpPr/>
          <p:nvPr/>
        </p:nvCxnSpPr>
        <p:spPr>
          <a:xfrm>
            <a:off x="7370233" y="4360333"/>
            <a:ext cx="0" cy="207434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3910C1C4-277A-127A-405B-3F0E19AC018B}"/>
              </a:ext>
            </a:extLst>
          </p:cNvPr>
          <p:cNvCxnSpPr/>
          <p:nvPr/>
        </p:nvCxnSpPr>
        <p:spPr>
          <a:xfrm>
            <a:off x="7488767" y="4271433"/>
            <a:ext cx="0" cy="2667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E3FAB9A1-17FE-F0C9-1DBD-14D6F67A328F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学校・進学</a:t>
            </a:r>
          </a:p>
        </p:txBody>
      </p: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B62078B6-EB37-3EFB-B6D8-B81A6FBA0495}"/>
              </a:ext>
            </a:extLst>
          </p:cNvPr>
          <p:cNvCxnSpPr/>
          <p:nvPr/>
        </p:nvCxnSpPr>
        <p:spPr>
          <a:xfrm>
            <a:off x="8885767" y="4123267"/>
            <a:ext cx="237067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993FB08D-0DF3-A6A5-FF78-34D8174D1CCD}"/>
              </a:ext>
            </a:extLst>
          </p:cNvPr>
          <p:cNvCxnSpPr/>
          <p:nvPr/>
        </p:nvCxnSpPr>
        <p:spPr>
          <a:xfrm>
            <a:off x="8915400" y="4123267"/>
            <a:ext cx="0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63F47CFC-8929-4DA0-2F13-DEC52D83927A}"/>
              </a:ext>
            </a:extLst>
          </p:cNvPr>
          <p:cNvCxnSpPr/>
          <p:nvPr/>
        </p:nvCxnSpPr>
        <p:spPr>
          <a:xfrm>
            <a:off x="9093200" y="4123267"/>
            <a:ext cx="0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DD9DE618-079E-D843-ACAA-E44815F26948}"/>
              </a:ext>
            </a:extLst>
          </p:cNvPr>
          <p:cNvCxnSpPr/>
          <p:nvPr/>
        </p:nvCxnSpPr>
        <p:spPr>
          <a:xfrm flipV="1">
            <a:off x="8737600" y="4360333"/>
            <a:ext cx="177800" cy="3259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C11AA256-88B0-E77E-2985-015FDC7E220E}"/>
              </a:ext>
            </a:extLst>
          </p:cNvPr>
          <p:cNvCxnSpPr/>
          <p:nvPr/>
        </p:nvCxnSpPr>
        <p:spPr>
          <a:xfrm>
            <a:off x="8737600" y="4686300"/>
            <a:ext cx="5334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34D20510-A5CF-09A5-C475-717BA6C95FDA}"/>
              </a:ext>
            </a:extLst>
          </p:cNvPr>
          <p:cNvCxnSpPr/>
          <p:nvPr/>
        </p:nvCxnSpPr>
        <p:spPr>
          <a:xfrm>
            <a:off x="9093200" y="4360333"/>
            <a:ext cx="177800" cy="3259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E41F6E40-7F3B-54C7-68B6-43D7D84C6E9B}"/>
              </a:ext>
            </a:extLst>
          </p:cNvPr>
          <p:cNvCxnSpPr/>
          <p:nvPr/>
        </p:nvCxnSpPr>
        <p:spPr>
          <a:xfrm>
            <a:off x="8826500" y="4538133"/>
            <a:ext cx="3556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楕円 101">
            <a:extLst>
              <a:ext uri="{FF2B5EF4-FFF2-40B4-BE49-F238E27FC236}">
                <a16:creationId xmlns:a16="http://schemas.microsoft.com/office/drawing/2014/main" id="{8372C5DA-39C6-A90F-045A-F79325057261}"/>
              </a:ext>
            </a:extLst>
          </p:cNvPr>
          <p:cNvSpPr/>
          <p:nvPr/>
        </p:nvSpPr>
        <p:spPr>
          <a:xfrm>
            <a:off x="8974667" y="45677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B6FE058B-5DF9-03F0-A5EF-119130B912A8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化学・実験</a:t>
            </a:r>
          </a:p>
        </p:txBody>
      </p:sp>
      <p:sp>
        <p:nvSpPr>
          <p:cNvPr id="104" name="楕円 103">
            <a:extLst>
              <a:ext uri="{FF2B5EF4-FFF2-40B4-BE49-F238E27FC236}">
                <a16:creationId xmlns:a16="http://schemas.microsoft.com/office/drawing/2014/main" id="{B75AB39D-F36E-32ED-E881-C8C3C9BCAB9F}"/>
              </a:ext>
            </a:extLst>
          </p:cNvPr>
          <p:cNvSpPr/>
          <p:nvPr/>
        </p:nvSpPr>
        <p:spPr>
          <a:xfrm>
            <a:off x="10549467" y="4301067"/>
            <a:ext cx="592667" cy="2370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楕円 104">
            <a:extLst>
              <a:ext uri="{FF2B5EF4-FFF2-40B4-BE49-F238E27FC236}">
                <a16:creationId xmlns:a16="http://schemas.microsoft.com/office/drawing/2014/main" id="{BF726900-7D61-5776-A290-2ABF857BF437}"/>
              </a:ext>
            </a:extLst>
          </p:cNvPr>
          <p:cNvSpPr/>
          <p:nvPr/>
        </p:nvSpPr>
        <p:spPr>
          <a:xfrm>
            <a:off x="10727267" y="4123267"/>
            <a:ext cx="237067" cy="5926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楕円 105">
            <a:extLst>
              <a:ext uri="{FF2B5EF4-FFF2-40B4-BE49-F238E27FC236}">
                <a16:creationId xmlns:a16="http://schemas.microsoft.com/office/drawing/2014/main" id="{5C4B333E-204D-AA2D-ECDB-1D1B524E10AA}"/>
              </a:ext>
            </a:extLst>
          </p:cNvPr>
          <p:cNvSpPr/>
          <p:nvPr/>
        </p:nvSpPr>
        <p:spPr>
          <a:xfrm>
            <a:off x="10786533" y="4360333"/>
            <a:ext cx="118533" cy="118534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楕円 106">
            <a:extLst>
              <a:ext uri="{FF2B5EF4-FFF2-40B4-BE49-F238E27FC236}">
                <a16:creationId xmlns:a16="http://schemas.microsoft.com/office/drawing/2014/main" id="{98CAD42B-2F8A-AA73-9EC4-1BD5E46C69B1}"/>
              </a:ext>
            </a:extLst>
          </p:cNvPr>
          <p:cNvSpPr/>
          <p:nvPr/>
        </p:nvSpPr>
        <p:spPr>
          <a:xfrm>
            <a:off x="10579100" y="4360333"/>
            <a:ext cx="88900" cy="88900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C7E905F1-CBB0-8F7F-BAF4-5BD54D1222EE}"/>
              </a:ext>
            </a:extLst>
          </p:cNvPr>
          <p:cNvSpPr/>
          <p:nvPr/>
        </p:nvSpPr>
        <p:spPr>
          <a:xfrm>
            <a:off x="10816167" y="4152900"/>
            <a:ext cx="88900" cy="88900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A6C483EB-B0F2-BA1A-2799-C1B3E5A242C3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物理・原子</a:t>
            </a:r>
          </a:p>
        </p:txBody>
      </p: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6BFC13BA-90C2-F412-A91E-E46F24422CE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1A839618-F738-259D-5B55-88673869B40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11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1435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AA56F47-3E84-0BD4-7CD2-D962328739DA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FB66301-878F-FB30-B29C-A8232A933F0B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25〜36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FDACAC7-3120-E88E-E533-C0B367CCEBF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F6FCF1C-1A0E-EDCF-88B7-F4830814914B}"/>
              </a:ext>
            </a:extLst>
          </p:cNvPr>
          <p:cNvCxnSpPr/>
          <p:nvPr/>
        </p:nvCxnSpPr>
        <p:spPr>
          <a:xfrm flipV="1">
            <a:off x="1371600" y="2133600"/>
            <a:ext cx="26670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85B6486-C647-C921-0C83-FE7674977513}"/>
              </a:ext>
            </a:extLst>
          </p:cNvPr>
          <p:cNvCxnSpPr/>
          <p:nvPr/>
        </p:nvCxnSpPr>
        <p:spPr>
          <a:xfrm>
            <a:off x="1638300" y="2133600"/>
            <a:ext cx="26670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1F1E8210-CE45-D565-408F-231918594E98}"/>
              </a:ext>
            </a:extLst>
          </p:cNvPr>
          <p:cNvCxnSpPr/>
          <p:nvPr/>
        </p:nvCxnSpPr>
        <p:spPr>
          <a:xfrm>
            <a:off x="1371600" y="2667000"/>
            <a:ext cx="533400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6022AAB-3149-A389-1C9A-6406791EC132}"/>
              </a:ext>
            </a:extLst>
          </p:cNvPr>
          <p:cNvSpPr/>
          <p:nvPr/>
        </p:nvSpPr>
        <p:spPr>
          <a:xfrm>
            <a:off x="1401233" y="2518833"/>
            <a:ext cx="118534" cy="118534"/>
          </a:xfrm>
          <a:prstGeom prst="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E0D7BA2-5808-322C-8D83-F0A63E575E26}"/>
              </a:ext>
            </a:extLst>
          </p:cNvPr>
          <p:cNvCxnSpPr/>
          <p:nvPr/>
        </p:nvCxnSpPr>
        <p:spPr>
          <a:xfrm>
            <a:off x="1638300" y="2133600"/>
            <a:ext cx="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EA20313-057E-D5E0-7191-3AB550B42804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図形・幾何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F4FF627-234F-C7CB-22FE-D34E4149996B}"/>
              </a:ext>
            </a:extLst>
          </p:cNvPr>
          <p:cNvSpPr/>
          <p:nvPr/>
        </p:nvSpPr>
        <p:spPr>
          <a:xfrm>
            <a:off x="3183467" y="2103967"/>
            <a:ext cx="592666" cy="592666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1E745F5F-FA95-30A5-D60F-DF5A564C415D}"/>
              </a:ext>
            </a:extLst>
          </p:cNvPr>
          <p:cNvCxnSpPr/>
          <p:nvPr/>
        </p:nvCxnSpPr>
        <p:spPr>
          <a:xfrm>
            <a:off x="3479800" y="2103967"/>
            <a:ext cx="0" cy="1778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7DB9E446-4588-83DF-F9F7-853D97C5AD94}"/>
              </a:ext>
            </a:extLst>
          </p:cNvPr>
          <p:cNvSpPr/>
          <p:nvPr/>
        </p:nvSpPr>
        <p:spPr>
          <a:xfrm>
            <a:off x="3390900" y="2281767"/>
            <a:ext cx="177800" cy="177800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AC47A29-D828-6218-CCF6-0E32EDBC1512}"/>
              </a:ext>
            </a:extLst>
          </p:cNvPr>
          <p:cNvCxnSpPr/>
          <p:nvPr/>
        </p:nvCxnSpPr>
        <p:spPr>
          <a:xfrm>
            <a:off x="3479800" y="2459567"/>
            <a:ext cx="0" cy="2370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18403003-0262-EE95-3BE5-D21242FF5862}"/>
              </a:ext>
            </a:extLst>
          </p:cNvPr>
          <p:cNvCxnSpPr/>
          <p:nvPr/>
        </p:nvCxnSpPr>
        <p:spPr>
          <a:xfrm>
            <a:off x="3183467" y="2400300"/>
            <a:ext cx="177800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E348C97B-2D5E-CBD0-2526-BC88C4BEE496}"/>
              </a:ext>
            </a:extLst>
          </p:cNvPr>
          <p:cNvCxnSpPr/>
          <p:nvPr/>
        </p:nvCxnSpPr>
        <p:spPr>
          <a:xfrm>
            <a:off x="3598333" y="2400300"/>
            <a:ext cx="177800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1134909-39EE-5E68-9129-00BB27FD40E5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組み合わ
せ・パズル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D8DE2894-3A0A-85B6-E15C-962194D1B148}"/>
              </a:ext>
            </a:extLst>
          </p:cNvPr>
          <p:cNvSpPr/>
          <p:nvPr/>
        </p:nvSpPr>
        <p:spPr>
          <a:xfrm>
            <a:off x="5113867" y="2103967"/>
            <a:ext cx="474133" cy="563033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B2208C8-46E0-1B74-8786-12C65A66B2EE}"/>
              </a:ext>
            </a:extLst>
          </p:cNvPr>
          <p:cNvCxnSpPr/>
          <p:nvPr/>
        </p:nvCxnSpPr>
        <p:spPr>
          <a:xfrm flipV="1">
            <a:off x="5054600" y="2222500"/>
            <a:ext cx="444500" cy="5037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1755A9F-C057-A1BB-6436-E15A34A4C77D}"/>
              </a:ext>
            </a:extLst>
          </p:cNvPr>
          <p:cNvCxnSpPr/>
          <p:nvPr/>
        </p:nvCxnSpPr>
        <p:spPr>
          <a:xfrm>
            <a:off x="5262033" y="2311400"/>
            <a:ext cx="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AE5C7EC-F262-F98C-C476-F9207EFB5CBC}"/>
              </a:ext>
            </a:extLst>
          </p:cNvPr>
          <p:cNvCxnSpPr/>
          <p:nvPr/>
        </p:nvCxnSpPr>
        <p:spPr>
          <a:xfrm>
            <a:off x="5262033" y="2489200"/>
            <a:ext cx="207434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5944851-1D34-303E-A28D-DA534BE60696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自然・環境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62627B8-278E-7F75-FF67-E0748FD50C76}"/>
              </a:ext>
            </a:extLst>
          </p:cNvPr>
          <p:cNvCxnSpPr/>
          <p:nvPr/>
        </p:nvCxnSpPr>
        <p:spPr>
          <a:xfrm flipV="1">
            <a:off x="6985000" y="2103967"/>
            <a:ext cx="17780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EBC16706-6B24-BF69-BF47-5617A7D2E606}"/>
              </a:ext>
            </a:extLst>
          </p:cNvPr>
          <p:cNvCxnSpPr/>
          <p:nvPr/>
        </p:nvCxnSpPr>
        <p:spPr>
          <a:xfrm>
            <a:off x="7162800" y="2103967"/>
            <a:ext cx="17780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7821DDB4-205B-E822-14A0-987642436EA7}"/>
              </a:ext>
            </a:extLst>
          </p:cNvPr>
          <p:cNvCxnSpPr/>
          <p:nvPr/>
        </p:nvCxnSpPr>
        <p:spPr>
          <a:xfrm>
            <a:off x="7222067" y="2252133"/>
            <a:ext cx="118533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F4B45D4D-849F-F165-423F-1F05B70A23E4}"/>
              </a:ext>
            </a:extLst>
          </p:cNvPr>
          <p:cNvCxnSpPr/>
          <p:nvPr/>
        </p:nvCxnSpPr>
        <p:spPr>
          <a:xfrm>
            <a:off x="7340600" y="2133600"/>
            <a:ext cx="0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84C8E556-575A-5314-04BE-8F9A5DA68E9A}"/>
              </a:ext>
            </a:extLst>
          </p:cNvPr>
          <p:cNvCxnSpPr/>
          <p:nvPr/>
        </p:nvCxnSpPr>
        <p:spPr>
          <a:xfrm>
            <a:off x="7429500" y="2370667"/>
            <a:ext cx="29633" cy="2074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626F704D-9D29-4281-2609-7A902F93711C}"/>
              </a:ext>
            </a:extLst>
          </p:cNvPr>
          <p:cNvCxnSpPr/>
          <p:nvPr/>
        </p:nvCxnSpPr>
        <p:spPr>
          <a:xfrm flipV="1">
            <a:off x="7222067" y="2578100"/>
            <a:ext cx="237067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6062B8A8-5906-052C-F2B6-15C62B16E585}"/>
              </a:ext>
            </a:extLst>
          </p:cNvPr>
          <p:cNvCxnSpPr/>
          <p:nvPr/>
        </p:nvCxnSpPr>
        <p:spPr>
          <a:xfrm flipV="1">
            <a:off x="7222067" y="2548467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69426640-39FF-3175-E960-2052B1D126DC}"/>
              </a:ext>
            </a:extLst>
          </p:cNvPr>
          <p:cNvCxnSpPr/>
          <p:nvPr/>
        </p:nvCxnSpPr>
        <p:spPr>
          <a:xfrm>
            <a:off x="7222067" y="2667000"/>
            <a:ext cx="118533" cy="592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9EFD73F8-9D21-47BB-0277-2CC105D15FB2}"/>
              </a:ext>
            </a:extLst>
          </p:cNvPr>
          <p:cNvCxnSpPr/>
          <p:nvPr/>
        </p:nvCxnSpPr>
        <p:spPr>
          <a:xfrm>
            <a:off x="6866467" y="2578100"/>
            <a:ext cx="237067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A6DB3C29-8031-C9CF-D411-9DB4996F9C07}"/>
              </a:ext>
            </a:extLst>
          </p:cNvPr>
          <p:cNvCxnSpPr/>
          <p:nvPr/>
        </p:nvCxnSpPr>
        <p:spPr>
          <a:xfrm flipV="1">
            <a:off x="6866467" y="2341033"/>
            <a:ext cx="59267" cy="2370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DCACADCD-55A5-1A8B-010F-4A499EE1D392}"/>
              </a:ext>
            </a:extLst>
          </p:cNvPr>
          <p:cNvCxnSpPr/>
          <p:nvPr/>
        </p:nvCxnSpPr>
        <p:spPr>
          <a:xfrm>
            <a:off x="6925733" y="2341033"/>
            <a:ext cx="88900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0DDCA7F0-CDD8-9F93-CA06-6F23141E2557}"/>
              </a:ext>
            </a:extLst>
          </p:cNvPr>
          <p:cNvCxnSpPr/>
          <p:nvPr/>
        </p:nvCxnSpPr>
        <p:spPr>
          <a:xfrm flipV="1">
            <a:off x="6836833" y="2341033"/>
            <a:ext cx="88900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BE97116-D951-922C-5941-DA78340BDEBA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再利用・
資源循環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727A90AF-F0C7-72B5-B70F-83BB684BC033}"/>
              </a:ext>
            </a:extLst>
          </p:cNvPr>
          <p:cNvCxnSpPr/>
          <p:nvPr/>
        </p:nvCxnSpPr>
        <p:spPr>
          <a:xfrm flipV="1">
            <a:off x="8767233" y="2074333"/>
            <a:ext cx="266700" cy="3556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369DF2EB-DDCE-793C-706D-3CAC37DC46B4}"/>
              </a:ext>
            </a:extLst>
          </p:cNvPr>
          <p:cNvCxnSpPr/>
          <p:nvPr/>
        </p:nvCxnSpPr>
        <p:spPr>
          <a:xfrm>
            <a:off x="8767233" y="2429933"/>
            <a:ext cx="2074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17A71158-997E-444A-EB97-792665D9C534}"/>
              </a:ext>
            </a:extLst>
          </p:cNvPr>
          <p:cNvCxnSpPr/>
          <p:nvPr/>
        </p:nvCxnSpPr>
        <p:spPr>
          <a:xfrm flipV="1">
            <a:off x="8945033" y="2429933"/>
            <a:ext cx="29633" cy="296334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78E7D706-DC96-4184-1550-6EDF2681C18E}"/>
              </a:ext>
            </a:extLst>
          </p:cNvPr>
          <p:cNvCxnSpPr/>
          <p:nvPr/>
        </p:nvCxnSpPr>
        <p:spPr>
          <a:xfrm flipV="1">
            <a:off x="8945033" y="2311400"/>
            <a:ext cx="325967" cy="4148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B295C1DE-8AC1-546A-9DD8-54F4933E07BA}"/>
              </a:ext>
            </a:extLst>
          </p:cNvPr>
          <p:cNvCxnSpPr/>
          <p:nvPr/>
        </p:nvCxnSpPr>
        <p:spPr>
          <a:xfrm>
            <a:off x="9063567" y="2311400"/>
            <a:ext cx="2074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26C05281-3C53-AF63-367B-ACF0497D0AF0}"/>
              </a:ext>
            </a:extLst>
          </p:cNvPr>
          <p:cNvCxnSpPr/>
          <p:nvPr/>
        </p:nvCxnSpPr>
        <p:spPr>
          <a:xfrm>
            <a:off x="9033933" y="2074333"/>
            <a:ext cx="29633" cy="2370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132E90BB-DEF3-5F59-AEFD-3AA727DE55D2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電力・エ
ネルギー</a:t>
            </a: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B529F098-F77B-BD18-A54D-98A1009FA76E}"/>
              </a:ext>
            </a:extLst>
          </p:cNvPr>
          <p:cNvCxnSpPr/>
          <p:nvPr/>
        </p:nvCxnSpPr>
        <p:spPr>
          <a:xfrm flipV="1">
            <a:off x="10608733" y="2074333"/>
            <a:ext cx="237067" cy="3556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E98E8F76-3E93-583C-99ED-21FE372C4C6A}"/>
              </a:ext>
            </a:extLst>
          </p:cNvPr>
          <p:cNvCxnSpPr/>
          <p:nvPr/>
        </p:nvCxnSpPr>
        <p:spPr>
          <a:xfrm>
            <a:off x="10845800" y="2074333"/>
            <a:ext cx="237067" cy="3556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楕円 44">
            <a:extLst>
              <a:ext uri="{FF2B5EF4-FFF2-40B4-BE49-F238E27FC236}">
                <a16:creationId xmlns:a16="http://schemas.microsoft.com/office/drawing/2014/main" id="{45A9364B-E95E-A1C5-FF84-71594B74A91B}"/>
              </a:ext>
            </a:extLst>
          </p:cNvPr>
          <p:cNvSpPr/>
          <p:nvPr/>
        </p:nvSpPr>
        <p:spPr>
          <a:xfrm>
            <a:off x="10608733" y="2341033"/>
            <a:ext cx="474133" cy="385234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641FECB1-F3F1-A63A-94F6-8ABC7E05988F}"/>
              </a:ext>
            </a:extLst>
          </p:cNvPr>
          <p:cNvCxnSpPr/>
          <p:nvPr/>
        </p:nvCxnSpPr>
        <p:spPr>
          <a:xfrm>
            <a:off x="10756900" y="2518833"/>
            <a:ext cx="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EAFC104C-D9F9-8A91-2F66-0D5C5EAE7690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水・水資源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FCEC26F1-A119-CDC0-021E-7D96B14B5B3C}"/>
              </a:ext>
            </a:extLst>
          </p:cNvPr>
          <p:cNvSpPr/>
          <p:nvPr/>
        </p:nvSpPr>
        <p:spPr>
          <a:xfrm>
            <a:off x="1490133" y="4271433"/>
            <a:ext cx="296334" cy="296334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845D1C67-BFE4-49D1-5BAC-153A8934CFEE}"/>
              </a:ext>
            </a:extLst>
          </p:cNvPr>
          <p:cNvCxnSpPr/>
          <p:nvPr/>
        </p:nvCxnSpPr>
        <p:spPr>
          <a:xfrm>
            <a:off x="1638300" y="4093633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E6604F9F-F460-21C1-8196-9C37F0278D44}"/>
              </a:ext>
            </a:extLst>
          </p:cNvPr>
          <p:cNvCxnSpPr/>
          <p:nvPr/>
        </p:nvCxnSpPr>
        <p:spPr>
          <a:xfrm>
            <a:off x="1638300" y="4656667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B9B7153F-0696-858F-8486-A7AA5F3AB7F8}"/>
              </a:ext>
            </a:extLst>
          </p:cNvPr>
          <p:cNvCxnSpPr/>
          <p:nvPr/>
        </p:nvCxnSpPr>
        <p:spPr>
          <a:xfrm>
            <a:off x="1312333" y="4419600"/>
            <a:ext cx="889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31286965-F02D-9BC3-7022-8D964E77D2D5}"/>
              </a:ext>
            </a:extLst>
          </p:cNvPr>
          <p:cNvCxnSpPr/>
          <p:nvPr/>
        </p:nvCxnSpPr>
        <p:spPr>
          <a:xfrm>
            <a:off x="1875367" y="4419600"/>
            <a:ext cx="889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6A3F4F31-F0A3-EF50-3D97-A423FFF676F6}"/>
              </a:ext>
            </a:extLst>
          </p:cNvPr>
          <p:cNvCxnSpPr/>
          <p:nvPr/>
        </p:nvCxnSpPr>
        <p:spPr>
          <a:xfrm>
            <a:off x="1371600" y="41529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42D379CE-2956-69C9-B102-916FF37344FC}"/>
              </a:ext>
            </a:extLst>
          </p:cNvPr>
          <p:cNvCxnSpPr/>
          <p:nvPr/>
        </p:nvCxnSpPr>
        <p:spPr>
          <a:xfrm>
            <a:off x="1816100" y="45974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A173617C-0BBD-BAE5-0575-F69E7E46CB1F}"/>
              </a:ext>
            </a:extLst>
          </p:cNvPr>
          <p:cNvCxnSpPr/>
          <p:nvPr/>
        </p:nvCxnSpPr>
        <p:spPr>
          <a:xfrm flipV="1">
            <a:off x="1371600" y="45974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1A1A3FC2-BB15-1BC1-12FB-F7F2C17FFA1C}"/>
              </a:ext>
            </a:extLst>
          </p:cNvPr>
          <p:cNvCxnSpPr/>
          <p:nvPr/>
        </p:nvCxnSpPr>
        <p:spPr>
          <a:xfrm flipV="1">
            <a:off x="1816100" y="41529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D03C253C-0B71-4E1B-F2AE-323E02A806A7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太陽・太陽光</a:t>
            </a:r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C827AE77-D1E7-060E-F8A4-C1209AE7D8A5}"/>
              </a:ext>
            </a:extLst>
          </p:cNvPr>
          <p:cNvCxnSpPr/>
          <p:nvPr/>
        </p:nvCxnSpPr>
        <p:spPr>
          <a:xfrm>
            <a:off x="3213100" y="4449233"/>
            <a:ext cx="266700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F5CDBEDD-82C4-7A38-842A-306B7691ADE0}"/>
              </a:ext>
            </a:extLst>
          </p:cNvPr>
          <p:cNvCxnSpPr/>
          <p:nvPr/>
        </p:nvCxnSpPr>
        <p:spPr>
          <a:xfrm>
            <a:off x="3153833" y="4330700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C76E3252-52B9-74DD-981F-33A75FC355BC}"/>
              </a:ext>
            </a:extLst>
          </p:cNvPr>
          <p:cNvCxnSpPr/>
          <p:nvPr/>
        </p:nvCxnSpPr>
        <p:spPr>
          <a:xfrm flipV="1">
            <a:off x="3153833" y="4212167"/>
            <a:ext cx="29634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D7DA200A-1950-14F5-34CA-D11F1BFEA1D3}"/>
              </a:ext>
            </a:extLst>
          </p:cNvPr>
          <p:cNvCxnSpPr/>
          <p:nvPr/>
        </p:nvCxnSpPr>
        <p:spPr>
          <a:xfrm flipV="1">
            <a:off x="3183467" y="4152900"/>
            <a:ext cx="88900" cy="592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195099CA-541C-4259-2440-83A0C262DD76}"/>
              </a:ext>
            </a:extLst>
          </p:cNvPr>
          <p:cNvCxnSpPr/>
          <p:nvPr/>
        </p:nvCxnSpPr>
        <p:spPr>
          <a:xfrm>
            <a:off x="3272367" y="4152900"/>
            <a:ext cx="889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02A20857-5751-7F5E-1C29-05672903EC0E}"/>
              </a:ext>
            </a:extLst>
          </p:cNvPr>
          <p:cNvCxnSpPr/>
          <p:nvPr/>
        </p:nvCxnSpPr>
        <p:spPr>
          <a:xfrm>
            <a:off x="3361267" y="4152900"/>
            <a:ext cx="118533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6B2F83C0-7E29-8C51-13E5-1B6FAED3C823}"/>
              </a:ext>
            </a:extLst>
          </p:cNvPr>
          <p:cNvCxnSpPr/>
          <p:nvPr/>
        </p:nvCxnSpPr>
        <p:spPr>
          <a:xfrm flipV="1">
            <a:off x="3479800" y="4152900"/>
            <a:ext cx="118533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26699DA1-C99F-2F9B-1E2E-4F3D0C4A9F2F}"/>
              </a:ext>
            </a:extLst>
          </p:cNvPr>
          <p:cNvCxnSpPr/>
          <p:nvPr/>
        </p:nvCxnSpPr>
        <p:spPr>
          <a:xfrm>
            <a:off x="3598333" y="4152900"/>
            <a:ext cx="889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DBD1C4EE-35EF-6473-1E84-C64C8D520792}"/>
              </a:ext>
            </a:extLst>
          </p:cNvPr>
          <p:cNvCxnSpPr/>
          <p:nvPr/>
        </p:nvCxnSpPr>
        <p:spPr>
          <a:xfrm>
            <a:off x="3687233" y="4152900"/>
            <a:ext cx="88900" cy="592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29771F54-593E-1962-B708-6495F7C3939E}"/>
              </a:ext>
            </a:extLst>
          </p:cNvPr>
          <p:cNvCxnSpPr/>
          <p:nvPr/>
        </p:nvCxnSpPr>
        <p:spPr>
          <a:xfrm>
            <a:off x="3776133" y="4212167"/>
            <a:ext cx="29634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9AE80886-766A-9C64-748D-DCA867C1E9B4}"/>
              </a:ext>
            </a:extLst>
          </p:cNvPr>
          <p:cNvCxnSpPr/>
          <p:nvPr/>
        </p:nvCxnSpPr>
        <p:spPr>
          <a:xfrm flipV="1">
            <a:off x="3746500" y="4330700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E6C05C36-425A-3F0B-85CB-EF3E9A38656A}"/>
              </a:ext>
            </a:extLst>
          </p:cNvPr>
          <p:cNvCxnSpPr/>
          <p:nvPr/>
        </p:nvCxnSpPr>
        <p:spPr>
          <a:xfrm flipV="1">
            <a:off x="3479800" y="4449233"/>
            <a:ext cx="266700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3BBF0465-FF98-B2B9-23A5-2678C984F1DA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健康・ケア</a:t>
            </a:r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605DA86B-C48D-6293-1BFD-8B7F76E32360}"/>
              </a:ext>
            </a:extLst>
          </p:cNvPr>
          <p:cNvSpPr/>
          <p:nvPr/>
        </p:nvSpPr>
        <p:spPr>
          <a:xfrm>
            <a:off x="5054600" y="4152900"/>
            <a:ext cx="533400" cy="533400"/>
          </a:xfrm>
          <a:prstGeom prst="round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8FC133A5-AAAF-65BC-03A1-DBB5A16AF2C5}"/>
              </a:ext>
            </a:extLst>
          </p:cNvPr>
          <p:cNvCxnSpPr/>
          <p:nvPr/>
        </p:nvCxnSpPr>
        <p:spPr>
          <a:xfrm>
            <a:off x="5321300" y="4271433"/>
            <a:ext cx="0" cy="296334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2A4BE1C1-F20E-6127-B1E7-747C00B22108}"/>
              </a:ext>
            </a:extLst>
          </p:cNvPr>
          <p:cNvCxnSpPr/>
          <p:nvPr/>
        </p:nvCxnSpPr>
        <p:spPr>
          <a:xfrm>
            <a:off x="5173133" y="4419600"/>
            <a:ext cx="2963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56BB4329-1B2D-205F-919C-7B91DCAC4E19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医療・病院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D67ACF58-E09F-DAB7-1DE7-F15286983BA6}"/>
              </a:ext>
            </a:extLst>
          </p:cNvPr>
          <p:cNvSpPr/>
          <p:nvPr/>
        </p:nvSpPr>
        <p:spPr>
          <a:xfrm>
            <a:off x="7133167" y="40936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193D4BD2-418A-9EE3-BED0-82887A78C57C}"/>
              </a:ext>
            </a:extLst>
          </p:cNvPr>
          <p:cNvCxnSpPr/>
          <p:nvPr/>
        </p:nvCxnSpPr>
        <p:spPr>
          <a:xfrm>
            <a:off x="7192433" y="4271433"/>
            <a:ext cx="0" cy="2370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B92417D3-2E61-C358-41F0-77B0572E8A80}"/>
              </a:ext>
            </a:extLst>
          </p:cNvPr>
          <p:cNvCxnSpPr/>
          <p:nvPr/>
        </p:nvCxnSpPr>
        <p:spPr>
          <a:xfrm>
            <a:off x="7192433" y="4360333"/>
            <a:ext cx="207433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831862ED-D5A2-F318-266D-860344570F37}"/>
              </a:ext>
            </a:extLst>
          </p:cNvPr>
          <p:cNvCxnSpPr/>
          <p:nvPr/>
        </p:nvCxnSpPr>
        <p:spPr>
          <a:xfrm>
            <a:off x="7192433" y="4508500"/>
            <a:ext cx="177800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778B67AC-173D-7887-1CFB-0930A6644B75}"/>
              </a:ext>
            </a:extLst>
          </p:cNvPr>
          <p:cNvCxnSpPr/>
          <p:nvPr/>
        </p:nvCxnSpPr>
        <p:spPr>
          <a:xfrm>
            <a:off x="7370233" y="4508500"/>
            <a:ext cx="88900" cy="1778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楕円 79">
            <a:extLst>
              <a:ext uri="{FF2B5EF4-FFF2-40B4-BE49-F238E27FC236}">
                <a16:creationId xmlns:a16="http://schemas.microsoft.com/office/drawing/2014/main" id="{2EA8EF10-12AB-2A52-8C34-0253AABAB668}"/>
              </a:ext>
            </a:extLst>
          </p:cNvPr>
          <p:cNvSpPr/>
          <p:nvPr/>
        </p:nvSpPr>
        <p:spPr>
          <a:xfrm>
            <a:off x="6866467" y="4389967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CC9FE279-4218-0BC4-8BF6-BF03C480C3AD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利用しやすさ・
バリアフリー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E73B0D2F-C0E8-90D8-00E5-0E6B26DF2F77}"/>
              </a:ext>
            </a:extLst>
          </p:cNvPr>
          <p:cNvCxnSpPr/>
          <p:nvPr/>
        </p:nvCxnSpPr>
        <p:spPr>
          <a:xfrm>
            <a:off x="8707967" y="4360333"/>
            <a:ext cx="0" cy="3556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F4A169EB-446E-A29E-8C31-9535A6A56C7F}"/>
              </a:ext>
            </a:extLst>
          </p:cNvPr>
          <p:cNvCxnSpPr/>
          <p:nvPr/>
        </p:nvCxnSpPr>
        <p:spPr>
          <a:xfrm flipV="1">
            <a:off x="8707967" y="4241800"/>
            <a:ext cx="207433" cy="1185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CFE13B9A-9B88-7A67-DE55-BEC104543890}"/>
              </a:ext>
            </a:extLst>
          </p:cNvPr>
          <p:cNvCxnSpPr/>
          <p:nvPr/>
        </p:nvCxnSpPr>
        <p:spPr>
          <a:xfrm>
            <a:off x="8915400" y="4241800"/>
            <a:ext cx="0" cy="1185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BFF2B0A1-7FD6-EC4F-6970-CA3D9CB441C9}"/>
              </a:ext>
            </a:extLst>
          </p:cNvPr>
          <p:cNvCxnSpPr/>
          <p:nvPr/>
        </p:nvCxnSpPr>
        <p:spPr>
          <a:xfrm flipV="1">
            <a:off x="8915400" y="4241800"/>
            <a:ext cx="207433" cy="1185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2ECEED59-5F30-EDCF-0A88-EDC01BF52D3D}"/>
              </a:ext>
            </a:extLst>
          </p:cNvPr>
          <p:cNvCxnSpPr/>
          <p:nvPr/>
        </p:nvCxnSpPr>
        <p:spPr>
          <a:xfrm>
            <a:off x="9122833" y="4241800"/>
            <a:ext cx="0" cy="4741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51874D95-89B1-9760-361F-BFC4E31DBC57}"/>
              </a:ext>
            </a:extLst>
          </p:cNvPr>
          <p:cNvCxnSpPr/>
          <p:nvPr/>
        </p:nvCxnSpPr>
        <p:spPr>
          <a:xfrm>
            <a:off x="8707967" y="4715933"/>
            <a:ext cx="592667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8A6D9FA7-2C18-B092-0792-CCE6E2FB3BB6}"/>
              </a:ext>
            </a:extLst>
          </p:cNvPr>
          <p:cNvSpPr/>
          <p:nvPr/>
        </p:nvSpPr>
        <p:spPr>
          <a:xfrm>
            <a:off x="9152467" y="4123267"/>
            <a:ext cx="148167" cy="592666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9ACE3FF7-C6FA-CCDA-155B-84433F216DF7}"/>
              </a:ext>
            </a:extLst>
          </p:cNvPr>
          <p:cNvSpPr/>
          <p:nvPr/>
        </p:nvSpPr>
        <p:spPr>
          <a:xfrm>
            <a:off x="87968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8A9137E3-0DB8-9DF5-FC94-C82AB9F9B676}"/>
              </a:ext>
            </a:extLst>
          </p:cNvPr>
          <p:cNvSpPr/>
          <p:nvPr/>
        </p:nvSpPr>
        <p:spPr>
          <a:xfrm>
            <a:off x="89746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43BA2B95-FF87-257F-4FD9-A53DC709538E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製造・工場</a:t>
            </a:r>
          </a:p>
        </p:txBody>
      </p: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37835EB6-48F4-DEA7-2C45-9A1241388754}"/>
              </a:ext>
            </a:extLst>
          </p:cNvPr>
          <p:cNvCxnSpPr/>
          <p:nvPr/>
        </p:nvCxnSpPr>
        <p:spPr>
          <a:xfrm>
            <a:off x="10905067" y="4123267"/>
            <a:ext cx="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C2625460-5436-4290-0C11-9477C5AE5A3D}"/>
              </a:ext>
            </a:extLst>
          </p:cNvPr>
          <p:cNvCxnSpPr/>
          <p:nvPr/>
        </p:nvCxnSpPr>
        <p:spPr>
          <a:xfrm>
            <a:off x="10905067" y="4271433"/>
            <a:ext cx="1481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C1F6C9FA-F488-7888-C223-5864AD1A81DB}"/>
              </a:ext>
            </a:extLst>
          </p:cNvPr>
          <p:cNvCxnSpPr/>
          <p:nvPr/>
        </p:nvCxnSpPr>
        <p:spPr>
          <a:xfrm>
            <a:off x="11053233" y="4123267"/>
            <a:ext cx="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6CF21A1B-BED8-3002-C545-FFB6DDD4477B}"/>
              </a:ext>
            </a:extLst>
          </p:cNvPr>
          <p:cNvCxnSpPr/>
          <p:nvPr/>
        </p:nvCxnSpPr>
        <p:spPr>
          <a:xfrm>
            <a:off x="11053233" y="4123267"/>
            <a:ext cx="118533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BEB8A61C-BE19-8B57-7161-6D935005C53D}"/>
              </a:ext>
            </a:extLst>
          </p:cNvPr>
          <p:cNvCxnSpPr/>
          <p:nvPr/>
        </p:nvCxnSpPr>
        <p:spPr>
          <a:xfrm flipV="1">
            <a:off x="11053233" y="4271433"/>
            <a:ext cx="118533" cy="1481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658AEDFB-E59B-63A6-BC74-D15953D8C7C8}"/>
              </a:ext>
            </a:extLst>
          </p:cNvPr>
          <p:cNvCxnSpPr/>
          <p:nvPr/>
        </p:nvCxnSpPr>
        <p:spPr>
          <a:xfrm flipV="1">
            <a:off x="10638367" y="4419600"/>
            <a:ext cx="414867" cy="3259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19BCE2B0-567E-9DCF-5972-363E66F4E7A3}"/>
              </a:ext>
            </a:extLst>
          </p:cNvPr>
          <p:cNvCxnSpPr/>
          <p:nvPr/>
        </p:nvCxnSpPr>
        <p:spPr>
          <a:xfrm>
            <a:off x="10519833" y="4627033"/>
            <a:ext cx="118533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07EF1CBC-AA6C-186F-B8BD-69DBCD273D9A}"/>
              </a:ext>
            </a:extLst>
          </p:cNvPr>
          <p:cNvCxnSpPr/>
          <p:nvPr/>
        </p:nvCxnSpPr>
        <p:spPr>
          <a:xfrm flipV="1">
            <a:off x="10519833" y="4301067"/>
            <a:ext cx="325967" cy="3259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1B17CB51-759B-3C30-878B-9039586C05BB}"/>
              </a:ext>
            </a:extLst>
          </p:cNvPr>
          <p:cNvCxnSpPr/>
          <p:nvPr/>
        </p:nvCxnSpPr>
        <p:spPr>
          <a:xfrm>
            <a:off x="10786533" y="4182533"/>
            <a:ext cx="59267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30E77124-7CA4-808B-154F-A5819A25C2DE}"/>
              </a:ext>
            </a:extLst>
          </p:cNvPr>
          <p:cNvCxnSpPr/>
          <p:nvPr/>
        </p:nvCxnSpPr>
        <p:spPr>
          <a:xfrm flipV="1">
            <a:off x="10786533" y="4123267"/>
            <a:ext cx="118533" cy="592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楕円 101">
            <a:extLst>
              <a:ext uri="{FF2B5EF4-FFF2-40B4-BE49-F238E27FC236}">
                <a16:creationId xmlns:a16="http://schemas.microsoft.com/office/drawing/2014/main" id="{FF20FA4E-32F4-F12B-4284-3475B0844A3F}"/>
              </a:ext>
            </a:extLst>
          </p:cNvPr>
          <p:cNvSpPr/>
          <p:nvPr/>
        </p:nvSpPr>
        <p:spPr>
          <a:xfrm>
            <a:off x="10579100" y="4597400"/>
            <a:ext cx="59267" cy="59267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92FEEEF4-9EDF-B91C-AE99-9D28FF927676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修理・保守</a:t>
            </a:r>
          </a:p>
        </p:txBody>
      </p: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BBA1E5F9-8C35-42D8-8BFF-5EA0FA9E524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6A57B23D-60D6-AC2A-A91F-617CEB7D458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12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0687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99877D4-3345-9860-9F1D-74F0405A865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F2DC6E2-5BE9-977D-9695-18160CF7367A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37〜48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4078C3B-CC4E-D35F-6D02-C4EC4A8E35B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02081D5-C3C7-BD6D-C988-AE2AD39D4FB0}"/>
              </a:ext>
            </a:extLst>
          </p:cNvPr>
          <p:cNvSpPr/>
          <p:nvPr/>
        </p:nvSpPr>
        <p:spPr>
          <a:xfrm>
            <a:off x="1312333" y="2192867"/>
            <a:ext cx="414867" cy="385233"/>
          </a:xfrm>
          <a:prstGeom prst="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C65166B-3D94-EAF1-CEA3-0205AE5D15B2}"/>
              </a:ext>
            </a:extLst>
          </p:cNvPr>
          <p:cNvSpPr/>
          <p:nvPr/>
        </p:nvSpPr>
        <p:spPr>
          <a:xfrm>
            <a:off x="1727200" y="2341033"/>
            <a:ext cx="237067" cy="237067"/>
          </a:xfrm>
          <a:prstGeom prst="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CA360499-0E36-CA0D-6728-EBC57DF58780}"/>
              </a:ext>
            </a:extLst>
          </p:cNvPr>
          <p:cNvSpPr/>
          <p:nvPr/>
        </p:nvSpPr>
        <p:spPr>
          <a:xfrm>
            <a:off x="1401233" y="25188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F17D3EB4-A76B-07AC-9364-3114763A6355}"/>
              </a:ext>
            </a:extLst>
          </p:cNvPr>
          <p:cNvSpPr/>
          <p:nvPr/>
        </p:nvSpPr>
        <p:spPr>
          <a:xfrm>
            <a:off x="1786467" y="2518833"/>
            <a:ext cx="148166" cy="148167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FA8A97E-3BEA-BEBD-A9F5-D40F06E8FF25}"/>
              </a:ext>
            </a:extLst>
          </p:cNvPr>
          <p:cNvCxnSpPr/>
          <p:nvPr/>
        </p:nvCxnSpPr>
        <p:spPr>
          <a:xfrm>
            <a:off x="1786467" y="2341033"/>
            <a:ext cx="0" cy="118534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D19D2EB-9BE6-7FDA-BBB5-2AA0C38E3753}"/>
              </a:ext>
            </a:extLst>
          </p:cNvPr>
          <p:cNvCxnSpPr/>
          <p:nvPr/>
        </p:nvCxnSpPr>
        <p:spPr>
          <a:xfrm>
            <a:off x="1786467" y="2459567"/>
            <a:ext cx="148166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B2103BE-25CC-1035-E3E4-F6E72A348CB1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物流・配送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2A6DCA34-C349-6E36-83F8-33482EDF03EB}"/>
              </a:ext>
            </a:extLst>
          </p:cNvPr>
          <p:cNvSpPr/>
          <p:nvPr/>
        </p:nvSpPr>
        <p:spPr>
          <a:xfrm>
            <a:off x="3272367" y="2074333"/>
            <a:ext cx="414866" cy="563034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2334A18-D869-D00B-8FCD-086A77805761}"/>
              </a:ext>
            </a:extLst>
          </p:cNvPr>
          <p:cNvSpPr/>
          <p:nvPr/>
        </p:nvSpPr>
        <p:spPr>
          <a:xfrm>
            <a:off x="3361267" y="2163233"/>
            <a:ext cx="237066" cy="177800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A92B25B4-CD5C-1EF5-3BA7-46D656380D45}"/>
              </a:ext>
            </a:extLst>
          </p:cNvPr>
          <p:cNvSpPr/>
          <p:nvPr/>
        </p:nvSpPr>
        <p:spPr>
          <a:xfrm>
            <a:off x="3331633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E4F35C73-7D6D-5000-F060-B9DDEDC54994}"/>
              </a:ext>
            </a:extLst>
          </p:cNvPr>
          <p:cNvSpPr/>
          <p:nvPr/>
        </p:nvSpPr>
        <p:spPr>
          <a:xfrm>
            <a:off x="3568700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0DBFF92-C763-E53D-D6EB-2A8587F63D0F}"/>
              </a:ext>
            </a:extLst>
          </p:cNvPr>
          <p:cNvCxnSpPr/>
          <p:nvPr/>
        </p:nvCxnSpPr>
        <p:spPr>
          <a:xfrm flipV="1">
            <a:off x="3272367" y="2637367"/>
            <a:ext cx="889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AA9EDBF0-F65B-CA88-DFDF-D415EA697F91}"/>
              </a:ext>
            </a:extLst>
          </p:cNvPr>
          <p:cNvCxnSpPr/>
          <p:nvPr/>
        </p:nvCxnSpPr>
        <p:spPr>
          <a:xfrm>
            <a:off x="3598333" y="2637367"/>
            <a:ext cx="889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DCC8EA47-4D25-FD33-2D9D-C6AB539533F5}"/>
              </a:ext>
            </a:extLst>
          </p:cNvPr>
          <p:cNvCxnSpPr/>
          <p:nvPr/>
        </p:nvCxnSpPr>
        <p:spPr>
          <a:xfrm>
            <a:off x="3331633" y="2696633"/>
            <a:ext cx="296334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0D73500-ABA7-0B56-AFB3-3593D50E02C9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鉄道・交通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8CFC27CC-E2EB-3D9D-C18C-A0EA83FA3357}"/>
              </a:ext>
            </a:extLst>
          </p:cNvPr>
          <p:cNvCxnSpPr/>
          <p:nvPr/>
        </p:nvCxnSpPr>
        <p:spPr>
          <a:xfrm>
            <a:off x="5291667" y="2103967"/>
            <a:ext cx="59266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B90026B-2FA8-529F-C6C4-376F2EE24BE3}"/>
              </a:ext>
            </a:extLst>
          </p:cNvPr>
          <p:cNvCxnSpPr/>
          <p:nvPr/>
        </p:nvCxnSpPr>
        <p:spPr>
          <a:xfrm flipV="1">
            <a:off x="5262033" y="2103967"/>
            <a:ext cx="29634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BDB75247-F386-97CA-FB53-62613BEE1E4A}"/>
              </a:ext>
            </a:extLst>
          </p:cNvPr>
          <p:cNvCxnSpPr/>
          <p:nvPr/>
        </p:nvCxnSpPr>
        <p:spPr>
          <a:xfrm>
            <a:off x="5350933" y="2103967"/>
            <a:ext cx="29634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5AA1A495-CAD1-9471-A42C-E02C2CE177F5}"/>
              </a:ext>
            </a:extLst>
          </p:cNvPr>
          <p:cNvCxnSpPr/>
          <p:nvPr/>
        </p:nvCxnSpPr>
        <p:spPr>
          <a:xfrm flipV="1">
            <a:off x="4995333" y="2341033"/>
            <a:ext cx="266700" cy="1185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254A4DD3-E569-636F-DD83-A2220099E9F1}"/>
              </a:ext>
            </a:extLst>
          </p:cNvPr>
          <p:cNvCxnSpPr/>
          <p:nvPr/>
        </p:nvCxnSpPr>
        <p:spPr>
          <a:xfrm>
            <a:off x="4995333" y="2459567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DA31E048-A500-BB00-B3B0-42CB7851E0FD}"/>
              </a:ext>
            </a:extLst>
          </p:cNvPr>
          <p:cNvCxnSpPr/>
          <p:nvPr/>
        </p:nvCxnSpPr>
        <p:spPr>
          <a:xfrm flipV="1">
            <a:off x="4995333" y="2489200"/>
            <a:ext cx="266700" cy="592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B6DFCADA-3216-D29C-08AD-C00DE90B5D8E}"/>
              </a:ext>
            </a:extLst>
          </p:cNvPr>
          <p:cNvCxnSpPr/>
          <p:nvPr/>
        </p:nvCxnSpPr>
        <p:spPr>
          <a:xfrm>
            <a:off x="5380567" y="2341033"/>
            <a:ext cx="266700" cy="1185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1F3A7AA1-903B-C929-C2F3-9085B83C617D}"/>
              </a:ext>
            </a:extLst>
          </p:cNvPr>
          <p:cNvCxnSpPr/>
          <p:nvPr/>
        </p:nvCxnSpPr>
        <p:spPr>
          <a:xfrm>
            <a:off x="5647267" y="2459567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DD2AA2D7-0693-7D5C-3979-D1607841CE90}"/>
              </a:ext>
            </a:extLst>
          </p:cNvPr>
          <p:cNvCxnSpPr/>
          <p:nvPr/>
        </p:nvCxnSpPr>
        <p:spPr>
          <a:xfrm>
            <a:off x="5380567" y="2489200"/>
            <a:ext cx="266700" cy="592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B3CE90D3-E3F0-1BF6-5179-EDE6B93156B5}"/>
              </a:ext>
            </a:extLst>
          </p:cNvPr>
          <p:cNvCxnSpPr/>
          <p:nvPr/>
        </p:nvCxnSpPr>
        <p:spPr>
          <a:xfrm>
            <a:off x="5262033" y="2489200"/>
            <a:ext cx="0" cy="1481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E54E386F-54DF-F1BB-0CC3-209F32CE4082}"/>
              </a:ext>
            </a:extLst>
          </p:cNvPr>
          <p:cNvCxnSpPr/>
          <p:nvPr/>
        </p:nvCxnSpPr>
        <p:spPr>
          <a:xfrm>
            <a:off x="5380567" y="2489200"/>
            <a:ext cx="0" cy="1481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7A9335B-129D-D193-CC7E-78647774179E}"/>
              </a:ext>
            </a:extLst>
          </p:cNvPr>
          <p:cNvCxnSpPr/>
          <p:nvPr/>
        </p:nvCxnSpPr>
        <p:spPr>
          <a:xfrm flipV="1">
            <a:off x="5173133" y="2637367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66D9FC14-21FD-F2F8-4DA4-0419EAB60803}"/>
              </a:ext>
            </a:extLst>
          </p:cNvPr>
          <p:cNvCxnSpPr/>
          <p:nvPr/>
        </p:nvCxnSpPr>
        <p:spPr>
          <a:xfrm>
            <a:off x="5173133" y="2726267"/>
            <a:ext cx="296334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B8F33E1C-B53E-B973-0227-578A39E15CBF}"/>
              </a:ext>
            </a:extLst>
          </p:cNvPr>
          <p:cNvCxnSpPr/>
          <p:nvPr/>
        </p:nvCxnSpPr>
        <p:spPr>
          <a:xfrm>
            <a:off x="5380567" y="2637367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6CE0AFE-C7AF-588A-0CDC-37FF0DC58D3E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航空・旅行</a:t>
            </a: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864F8D16-813D-D2E0-718B-164D02FDC2EE}"/>
              </a:ext>
            </a:extLst>
          </p:cNvPr>
          <p:cNvCxnSpPr/>
          <p:nvPr/>
        </p:nvCxnSpPr>
        <p:spPr>
          <a:xfrm>
            <a:off x="6836833" y="2133600"/>
            <a:ext cx="889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99C2B61F-2737-3C92-2D2A-CBFDAB4EA8C7}"/>
              </a:ext>
            </a:extLst>
          </p:cNvPr>
          <p:cNvCxnSpPr/>
          <p:nvPr/>
        </p:nvCxnSpPr>
        <p:spPr>
          <a:xfrm>
            <a:off x="6925733" y="2133600"/>
            <a:ext cx="88900" cy="4148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44DD481E-D0D1-A9D3-73C7-DE5072761920}"/>
              </a:ext>
            </a:extLst>
          </p:cNvPr>
          <p:cNvCxnSpPr/>
          <p:nvPr/>
        </p:nvCxnSpPr>
        <p:spPr>
          <a:xfrm>
            <a:off x="7014633" y="2548467"/>
            <a:ext cx="385233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1C05B68E-641F-6E4E-3C67-F118362CA9B8}"/>
              </a:ext>
            </a:extLst>
          </p:cNvPr>
          <p:cNvCxnSpPr/>
          <p:nvPr/>
        </p:nvCxnSpPr>
        <p:spPr>
          <a:xfrm>
            <a:off x="6985000" y="2222500"/>
            <a:ext cx="5037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31A1117E-73E4-EC15-8ACC-75710634789C}"/>
              </a:ext>
            </a:extLst>
          </p:cNvPr>
          <p:cNvCxnSpPr/>
          <p:nvPr/>
        </p:nvCxnSpPr>
        <p:spPr>
          <a:xfrm flipV="1">
            <a:off x="7399867" y="2222500"/>
            <a:ext cx="88900" cy="2370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F4FA329F-10EF-199D-1F54-7A413AD878C1}"/>
              </a:ext>
            </a:extLst>
          </p:cNvPr>
          <p:cNvCxnSpPr/>
          <p:nvPr/>
        </p:nvCxnSpPr>
        <p:spPr>
          <a:xfrm>
            <a:off x="7014633" y="2459567"/>
            <a:ext cx="385233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楕円 40">
            <a:extLst>
              <a:ext uri="{FF2B5EF4-FFF2-40B4-BE49-F238E27FC236}">
                <a16:creationId xmlns:a16="http://schemas.microsoft.com/office/drawing/2014/main" id="{596F3450-E768-1CB2-1F32-FE270EC7603C}"/>
              </a:ext>
            </a:extLst>
          </p:cNvPr>
          <p:cNvSpPr/>
          <p:nvPr/>
        </p:nvSpPr>
        <p:spPr>
          <a:xfrm>
            <a:off x="7014633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74B52F43-EEDA-585B-CB42-7DCD0F57F492}"/>
              </a:ext>
            </a:extLst>
          </p:cNvPr>
          <p:cNvSpPr/>
          <p:nvPr/>
        </p:nvSpPr>
        <p:spPr>
          <a:xfrm>
            <a:off x="7310967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399D479-31F4-26EA-503F-14F6B4BE98E1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買い物・小売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55904EA3-EE58-952A-6121-73341E3037D5}"/>
              </a:ext>
            </a:extLst>
          </p:cNvPr>
          <p:cNvCxnSpPr/>
          <p:nvPr/>
        </p:nvCxnSpPr>
        <p:spPr>
          <a:xfrm>
            <a:off x="9004300" y="2103967"/>
            <a:ext cx="296333" cy="148166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F43229E7-1505-15FE-F46F-B22D6116BBE2}"/>
              </a:ext>
            </a:extLst>
          </p:cNvPr>
          <p:cNvCxnSpPr/>
          <p:nvPr/>
        </p:nvCxnSpPr>
        <p:spPr>
          <a:xfrm>
            <a:off x="9300633" y="2252133"/>
            <a:ext cx="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7F1B6858-26C1-5B20-D167-98ECA057F5A5}"/>
              </a:ext>
            </a:extLst>
          </p:cNvPr>
          <p:cNvCxnSpPr/>
          <p:nvPr/>
        </p:nvCxnSpPr>
        <p:spPr>
          <a:xfrm flipV="1">
            <a:off x="9004300" y="2578100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F121266F-1285-E75C-1784-6043533669FE}"/>
              </a:ext>
            </a:extLst>
          </p:cNvPr>
          <p:cNvCxnSpPr/>
          <p:nvPr/>
        </p:nvCxnSpPr>
        <p:spPr>
          <a:xfrm>
            <a:off x="8707967" y="2578100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C1FE16F9-E97D-2E07-D8FF-D93AB5404494}"/>
              </a:ext>
            </a:extLst>
          </p:cNvPr>
          <p:cNvCxnSpPr/>
          <p:nvPr/>
        </p:nvCxnSpPr>
        <p:spPr>
          <a:xfrm>
            <a:off x="8707967" y="2252133"/>
            <a:ext cx="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F5721585-BFB3-E784-D497-B927CFD91DCE}"/>
              </a:ext>
            </a:extLst>
          </p:cNvPr>
          <p:cNvCxnSpPr/>
          <p:nvPr/>
        </p:nvCxnSpPr>
        <p:spPr>
          <a:xfrm flipV="1">
            <a:off x="8707967" y="2103967"/>
            <a:ext cx="296333" cy="148166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40E08050-3475-9A3D-EE7E-73615EC8DD77}"/>
              </a:ext>
            </a:extLst>
          </p:cNvPr>
          <p:cNvCxnSpPr/>
          <p:nvPr/>
        </p:nvCxnSpPr>
        <p:spPr>
          <a:xfrm>
            <a:off x="8707967" y="2252133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E41C08E8-A16F-0870-1E03-CAF237A54A97}"/>
              </a:ext>
            </a:extLst>
          </p:cNvPr>
          <p:cNvCxnSpPr/>
          <p:nvPr/>
        </p:nvCxnSpPr>
        <p:spPr>
          <a:xfrm flipV="1">
            <a:off x="9004300" y="2252133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6E8C674E-0B84-213E-BAAD-3D08E88D1630}"/>
              </a:ext>
            </a:extLst>
          </p:cNvPr>
          <p:cNvCxnSpPr/>
          <p:nvPr/>
        </p:nvCxnSpPr>
        <p:spPr>
          <a:xfrm>
            <a:off x="9004300" y="2400300"/>
            <a:ext cx="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2E7F4F0D-7B89-2AD1-0DDC-FF9A4511B197}"/>
              </a:ext>
            </a:extLst>
          </p:cNvPr>
          <p:cNvCxnSpPr/>
          <p:nvPr/>
        </p:nvCxnSpPr>
        <p:spPr>
          <a:xfrm>
            <a:off x="8856133" y="2163233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E100B67-B777-967B-6438-C87DD487D633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製品・荷物</a:t>
            </a: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2B7414BF-70D9-C34D-0D53-6554DAB33E65}"/>
              </a:ext>
            </a:extLst>
          </p:cNvPr>
          <p:cNvSpPr/>
          <p:nvPr/>
        </p:nvSpPr>
        <p:spPr>
          <a:xfrm>
            <a:off x="10549467" y="2103967"/>
            <a:ext cx="592667" cy="4445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04694EAA-D126-7095-9344-4B4845221678}"/>
              </a:ext>
            </a:extLst>
          </p:cNvPr>
          <p:cNvCxnSpPr/>
          <p:nvPr/>
        </p:nvCxnSpPr>
        <p:spPr>
          <a:xfrm>
            <a:off x="10668000" y="2548467"/>
            <a:ext cx="0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19BCB769-B9E1-8403-B47E-CA6252053A54}"/>
              </a:ext>
            </a:extLst>
          </p:cNvPr>
          <p:cNvCxnSpPr/>
          <p:nvPr/>
        </p:nvCxnSpPr>
        <p:spPr>
          <a:xfrm flipV="1">
            <a:off x="10668000" y="2548467"/>
            <a:ext cx="177800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楕円 57">
            <a:extLst>
              <a:ext uri="{FF2B5EF4-FFF2-40B4-BE49-F238E27FC236}">
                <a16:creationId xmlns:a16="http://schemas.microsoft.com/office/drawing/2014/main" id="{EF6259DC-ADE6-BB1C-7633-FF8ABB0670F8}"/>
              </a:ext>
            </a:extLst>
          </p:cNvPr>
          <p:cNvSpPr/>
          <p:nvPr/>
        </p:nvSpPr>
        <p:spPr>
          <a:xfrm>
            <a:off x="10697633" y="2311400"/>
            <a:ext cx="29633" cy="29633"/>
          </a:xfrm>
          <a:prstGeom prst="ellipse">
            <a:avLst/>
          </a:prstGeom>
          <a:solidFill>
            <a:srgbClr val="087A72"/>
          </a:solidFill>
          <a:ln w="41487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6FB645DA-1DF7-0D35-6959-3E3E8FF89F34}"/>
              </a:ext>
            </a:extLst>
          </p:cNvPr>
          <p:cNvSpPr/>
          <p:nvPr/>
        </p:nvSpPr>
        <p:spPr>
          <a:xfrm>
            <a:off x="10845800" y="2311400"/>
            <a:ext cx="29633" cy="29633"/>
          </a:xfrm>
          <a:prstGeom prst="ellipse">
            <a:avLst/>
          </a:prstGeom>
          <a:solidFill>
            <a:srgbClr val="087A72"/>
          </a:solidFill>
          <a:ln w="41487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CAA68417-B541-9062-7003-ED6946DF8FD4}"/>
              </a:ext>
            </a:extLst>
          </p:cNvPr>
          <p:cNvSpPr/>
          <p:nvPr/>
        </p:nvSpPr>
        <p:spPr>
          <a:xfrm>
            <a:off x="10993967" y="2311400"/>
            <a:ext cx="29633" cy="29633"/>
          </a:xfrm>
          <a:prstGeom prst="ellipse">
            <a:avLst/>
          </a:prstGeom>
          <a:solidFill>
            <a:srgbClr val="087A72"/>
          </a:solidFill>
          <a:ln w="41487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643203EE-DBE0-B6E1-1398-B1192F894E5E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対話・発信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BD183567-A2D9-ED6A-DD63-2D260A34D7DE}"/>
              </a:ext>
            </a:extLst>
          </p:cNvPr>
          <p:cNvSpPr/>
          <p:nvPr/>
        </p:nvSpPr>
        <p:spPr>
          <a:xfrm>
            <a:off x="1341967" y="4182533"/>
            <a:ext cx="592666" cy="474134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B7900A55-DE0B-CB82-6B89-D005613FE5B3}"/>
              </a:ext>
            </a:extLst>
          </p:cNvPr>
          <p:cNvCxnSpPr/>
          <p:nvPr/>
        </p:nvCxnSpPr>
        <p:spPr>
          <a:xfrm>
            <a:off x="1341967" y="4212167"/>
            <a:ext cx="296333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529AF03A-2464-7902-D72D-C2CFF7696C79}"/>
              </a:ext>
            </a:extLst>
          </p:cNvPr>
          <p:cNvCxnSpPr/>
          <p:nvPr/>
        </p:nvCxnSpPr>
        <p:spPr>
          <a:xfrm flipV="1">
            <a:off x="1638300" y="4212167"/>
            <a:ext cx="296333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97937173-32FF-5E88-EFA0-83A41A51224B}"/>
              </a:ext>
            </a:extLst>
          </p:cNvPr>
          <p:cNvCxnSpPr/>
          <p:nvPr/>
        </p:nvCxnSpPr>
        <p:spPr>
          <a:xfrm flipV="1">
            <a:off x="1341967" y="4449233"/>
            <a:ext cx="177800" cy="2074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41FB958D-1BD7-718F-3DA6-84FE99EDF0FF}"/>
              </a:ext>
            </a:extLst>
          </p:cNvPr>
          <p:cNvCxnSpPr/>
          <p:nvPr/>
        </p:nvCxnSpPr>
        <p:spPr>
          <a:xfrm>
            <a:off x="1756833" y="4449233"/>
            <a:ext cx="177800" cy="2074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2CA3626E-A6C6-0776-B89F-0280542B4F8D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メール・連絡</a:t>
            </a:r>
          </a:p>
        </p:txBody>
      </p: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E3C56146-CAF0-ACA4-F0EF-0DE6B45F28F2}"/>
              </a:ext>
            </a:extLst>
          </p:cNvPr>
          <p:cNvSpPr/>
          <p:nvPr/>
        </p:nvSpPr>
        <p:spPr>
          <a:xfrm>
            <a:off x="3183467" y="4241800"/>
            <a:ext cx="592666" cy="474133"/>
          </a:xfrm>
          <a:prstGeom prst="round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AF2C54AD-CA49-F5C3-4323-E60980C62750}"/>
              </a:ext>
            </a:extLst>
          </p:cNvPr>
          <p:cNvSpPr/>
          <p:nvPr/>
        </p:nvSpPr>
        <p:spPr>
          <a:xfrm>
            <a:off x="3361267" y="4330700"/>
            <a:ext cx="266700" cy="2667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16BCE94F-CC27-43FA-B07C-71E973CB61F4}"/>
              </a:ext>
            </a:extLst>
          </p:cNvPr>
          <p:cNvCxnSpPr/>
          <p:nvPr/>
        </p:nvCxnSpPr>
        <p:spPr>
          <a:xfrm flipV="1">
            <a:off x="3302000" y="4123267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5ADA5F34-D9DF-D7BC-DF34-1F85274D6E1B}"/>
              </a:ext>
            </a:extLst>
          </p:cNvPr>
          <p:cNvCxnSpPr/>
          <p:nvPr/>
        </p:nvCxnSpPr>
        <p:spPr>
          <a:xfrm>
            <a:off x="3361267" y="4123267"/>
            <a:ext cx="237066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E3FAD9E6-E198-4059-9D35-0036E5B9A7B4}"/>
              </a:ext>
            </a:extLst>
          </p:cNvPr>
          <p:cNvCxnSpPr/>
          <p:nvPr/>
        </p:nvCxnSpPr>
        <p:spPr>
          <a:xfrm>
            <a:off x="3598333" y="4123267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楕円 72">
            <a:extLst>
              <a:ext uri="{FF2B5EF4-FFF2-40B4-BE49-F238E27FC236}">
                <a16:creationId xmlns:a16="http://schemas.microsoft.com/office/drawing/2014/main" id="{D5FE7843-BBDA-5569-5235-3E1C8F65CD85}"/>
              </a:ext>
            </a:extLst>
          </p:cNvPr>
          <p:cNvSpPr/>
          <p:nvPr/>
        </p:nvSpPr>
        <p:spPr>
          <a:xfrm>
            <a:off x="3657600" y="4330700"/>
            <a:ext cx="29633" cy="29633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744F2C74-078A-3345-2CFB-BA37EB1482A2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写真・撮影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918EE8C8-E1BE-49BE-898E-956F1402A078}"/>
              </a:ext>
            </a:extLst>
          </p:cNvPr>
          <p:cNvSpPr/>
          <p:nvPr/>
        </p:nvSpPr>
        <p:spPr>
          <a:xfrm>
            <a:off x="5113867" y="4093633"/>
            <a:ext cx="414866" cy="474134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311928B3-89C8-D801-DAB5-D47F2E3711AA}"/>
              </a:ext>
            </a:extLst>
          </p:cNvPr>
          <p:cNvSpPr/>
          <p:nvPr/>
        </p:nvSpPr>
        <p:spPr>
          <a:xfrm>
            <a:off x="5262033" y="4241800"/>
            <a:ext cx="118534" cy="118533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10027DBF-9218-938F-11CE-7529D8091E16}"/>
              </a:ext>
            </a:extLst>
          </p:cNvPr>
          <p:cNvCxnSpPr/>
          <p:nvPr/>
        </p:nvCxnSpPr>
        <p:spPr>
          <a:xfrm>
            <a:off x="5143500" y="4419600"/>
            <a:ext cx="17780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9A82892B-0942-B10D-7DD2-929A410C9288}"/>
              </a:ext>
            </a:extLst>
          </p:cNvPr>
          <p:cNvCxnSpPr/>
          <p:nvPr/>
        </p:nvCxnSpPr>
        <p:spPr>
          <a:xfrm flipV="1">
            <a:off x="5321300" y="4419600"/>
            <a:ext cx="17780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8913C649-B429-AD59-3A23-8DB4CF1EC1A8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場所・拠点</a:t>
            </a: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430BA752-AAF0-91E2-1625-AE200CC1EBE4}"/>
              </a:ext>
            </a:extLst>
          </p:cNvPr>
          <p:cNvSpPr/>
          <p:nvPr/>
        </p:nvSpPr>
        <p:spPr>
          <a:xfrm>
            <a:off x="6866467" y="4182533"/>
            <a:ext cx="592667" cy="5334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B5C89C4E-A9CF-FDA5-9D7A-07B50EA69356}"/>
              </a:ext>
            </a:extLst>
          </p:cNvPr>
          <p:cNvCxnSpPr/>
          <p:nvPr/>
        </p:nvCxnSpPr>
        <p:spPr>
          <a:xfrm>
            <a:off x="6866467" y="4330700"/>
            <a:ext cx="592667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B66A3FDB-1794-7514-7203-8A47B7F34C6C}"/>
              </a:ext>
            </a:extLst>
          </p:cNvPr>
          <p:cNvCxnSpPr/>
          <p:nvPr/>
        </p:nvCxnSpPr>
        <p:spPr>
          <a:xfrm>
            <a:off x="7014633" y="4093633"/>
            <a:ext cx="0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F31DED8D-DA3B-2313-8B12-8704A4F3F024}"/>
              </a:ext>
            </a:extLst>
          </p:cNvPr>
          <p:cNvCxnSpPr/>
          <p:nvPr/>
        </p:nvCxnSpPr>
        <p:spPr>
          <a:xfrm>
            <a:off x="7310967" y="4093633"/>
            <a:ext cx="0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8C29EB0E-188C-8D44-8077-D2962F616FBF}"/>
              </a:ext>
            </a:extLst>
          </p:cNvPr>
          <p:cNvSpPr/>
          <p:nvPr/>
        </p:nvSpPr>
        <p:spPr>
          <a:xfrm>
            <a:off x="6985000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559E4A5D-CA73-851A-72B2-C0C1D5C974C1}"/>
              </a:ext>
            </a:extLst>
          </p:cNvPr>
          <p:cNvSpPr/>
          <p:nvPr/>
        </p:nvSpPr>
        <p:spPr>
          <a:xfrm>
            <a:off x="7133167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F500DBFA-7015-0643-4658-F9D10350FF65}"/>
              </a:ext>
            </a:extLst>
          </p:cNvPr>
          <p:cNvSpPr/>
          <p:nvPr/>
        </p:nvSpPr>
        <p:spPr>
          <a:xfrm>
            <a:off x="7281333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D14C81B7-FC3E-2BA3-823A-2FB9CBF5D844}"/>
              </a:ext>
            </a:extLst>
          </p:cNvPr>
          <p:cNvSpPr/>
          <p:nvPr/>
        </p:nvSpPr>
        <p:spPr>
          <a:xfrm>
            <a:off x="6985000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CF6ED970-9B35-D6D1-558F-C32F58038BC0}"/>
              </a:ext>
            </a:extLst>
          </p:cNvPr>
          <p:cNvSpPr/>
          <p:nvPr/>
        </p:nvSpPr>
        <p:spPr>
          <a:xfrm>
            <a:off x="7133167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415D586D-915E-38DD-8A5B-067817949C07}"/>
              </a:ext>
            </a:extLst>
          </p:cNvPr>
          <p:cNvSpPr/>
          <p:nvPr/>
        </p:nvSpPr>
        <p:spPr>
          <a:xfrm>
            <a:off x="7281333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4AB62E4-A2BA-5DEE-6785-0F526C7F8C27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暦・日付</a:t>
            </a:r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86E782F3-F6B9-D3E4-98E3-302E5B080ADC}"/>
              </a:ext>
            </a:extLst>
          </p:cNvPr>
          <p:cNvCxnSpPr/>
          <p:nvPr/>
        </p:nvCxnSpPr>
        <p:spPr>
          <a:xfrm>
            <a:off x="8767233" y="4123267"/>
            <a:ext cx="0" cy="6223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1EBF3F24-0B0E-3857-91B3-38F757D60A5C}"/>
              </a:ext>
            </a:extLst>
          </p:cNvPr>
          <p:cNvCxnSpPr/>
          <p:nvPr/>
        </p:nvCxnSpPr>
        <p:spPr>
          <a:xfrm>
            <a:off x="8767233" y="4152900"/>
            <a:ext cx="4741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F87DA65F-4817-E2BE-BAF0-D138A38D3D4D}"/>
              </a:ext>
            </a:extLst>
          </p:cNvPr>
          <p:cNvCxnSpPr/>
          <p:nvPr/>
        </p:nvCxnSpPr>
        <p:spPr>
          <a:xfrm flipV="1">
            <a:off x="9122833" y="4152900"/>
            <a:ext cx="118533" cy="1481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3A643153-1726-678B-47E6-B23E84AFEBF8}"/>
              </a:ext>
            </a:extLst>
          </p:cNvPr>
          <p:cNvCxnSpPr/>
          <p:nvPr/>
        </p:nvCxnSpPr>
        <p:spPr>
          <a:xfrm>
            <a:off x="9122833" y="4301067"/>
            <a:ext cx="118533" cy="1481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593EC151-364A-8857-FCE6-EE1CCB75CC77}"/>
              </a:ext>
            </a:extLst>
          </p:cNvPr>
          <p:cNvCxnSpPr/>
          <p:nvPr/>
        </p:nvCxnSpPr>
        <p:spPr>
          <a:xfrm>
            <a:off x="8767233" y="4449233"/>
            <a:ext cx="4741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1C61D7C8-1B7B-79FC-11F3-301BCD73F4BB}"/>
              </a:ext>
            </a:extLst>
          </p:cNvPr>
          <p:cNvCxnSpPr/>
          <p:nvPr/>
        </p:nvCxnSpPr>
        <p:spPr>
          <a:xfrm>
            <a:off x="8678333" y="4745567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1B98B98D-69ED-B53A-D617-52D8FA5B4D52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節目・開始</a:t>
            </a:r>
          </a:p>
        </p:txBody>
      </p: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543C2E3E-FF54-A525-FDC1-874FC6E2C96B}"/>
              </a:ext>
            </a:extLst>
          </p:cNvPr>
          <p:cNvCxnSpPr/>
          <p:nvPr/>
        </p:nvCxnSpPr>
        <p:spPr>
          <a:xfrm>
            <a:off x="10845800" y="4123267"/>
            <a:ext cx="0" cy="5926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1D51CC72-0EA3-92C9-189E-4F30F63E2A56}"/>
              </a:ext>
            </a:extLst>
          </p:cNvPr>
          <p:cNvCxnSpPr/>
          <p:nvPr/>
        </p:nvCxnSpPr>
        <p:spPr>
          <a:xfrm>
            <a:off x="10638367" y="4715933"/>
            <a:ext cx="4148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4DE6CB70-A0D1-FB18-2F7C-30F2C46783F3}"/>
              </a:ext>
            </a:extLst>
          </p:cNvPr>
          <p:cNvCxnSpPr/>
          <p:nvPr/>
        </p:nvCxnSpPr>
        <p:spPr>
          <a:xfrm>
            <a:off x="10579100" y="4241800"/>
            <a:ext cx="5334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8D05BCB1-EBC6-E47D-51A2-16417A953ED0}"/>
              </a:ext>
            </a:extLst>
          </p:cNvPr>
          <p:cNvCxnSpPr/>
          <p:nvPr/>
        </p:nvCxnSpPr>
        <p:spPr>
          <a:xfrm flipV="1">
            <a:off x="10549467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F7C349A3-E3C7-BE7F-00C6-8F3621A1FD35}"/>
              </a:ext>
            </a:extLst>
          </p:cNvPr>
          <p:cNvCxnSpPr/>
          <p:nvPr/>
        </p:nvCxnSpPr>
        <p:spPr>
          <a:xfrm>
            <a:off x="10668000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1CB7A855-17EA-C699-9859-ACFBCC50AF62}"/>
              </a:ext>
            </a:extLst>
          </p:cNvPr>
          <p:cNvCxnSpPr/>
          <p:nvPr/>
        </p:nvCxnSpPr>
        <p:spPr>
          <a:xfrm>
            <a:off x="10549467" y="4508500"/>
            <a:ext cx="2370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44E17CE5-6F34-DE3E-5D25-3DF74E440367}"/>
              </a:ext>
            </a:extLst>
          </p:cNvPr>
          <p:cNvCxnSpPr/>
          <p:nvPr/>
        </p:nvCxnSpPr>
        <p:spPr>
          <a:xfrm flipV="1">
            <a:off x="10905067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3AE31C2F-3D9B-3BF2-AE58-E79EA2244185}"/>
              </a:ext>
            </a:extLst>
          </p:cNvPr>
          <p:cNvCxnSpPr/>
          <p:nvPr/>
        </p:nvCxnSpPr>
        <p:spPr>
          <a:xfrm>
            <a:off x="11023600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145761EF-E7A7-99DE-72B7-5EFBDB260B2E}"/>
              </a:ext>
            </a:extLst>
          </p:cNvPr>
          <p:cNvCxnSpPr/>
          <p:nvPr/>
        </p:nvCxnSpPr>
        <p:spPr>
          <a:xfrm>
            <a:off x="10905067" y="4508500"/>
            <a:ext cx="2370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5523B288-72F4-12E9-FB42-D2234B36463D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法務・公平</a:t>
            </a:r>
          </a:p>
        </p:txBody>
      </p: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C9662F9F-0592-21C7-5AE0-7E5D8436883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3AABA7EF-044A-A491-4358-CBBE6B37367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13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529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913</Words>
  <Application>Microsoft Office PowerPoint</Application>
  <PresentationFormat>ユーザー設定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BIZ UDPGothic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2026-10-02T15:49:09Z</dcterms:created>
  <dcterms:modified xsi:type="dcterms:W3CDTF">2026-10-02T15:49:09Z</dcterms:modified>
</cp:coreProperties>
</file>