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CD9B7F-28EB-4268-A01E-607308E975AA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510A7E8C-9F94-4F90-AC5F-B8D8A71C61FF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5166B1B7-E4FF-4634-9750-C65C97242BEC}" type="parTrans" cxnId="{C1D8DC3D-322E-49CF-A02C-1B3DAE502DEC}">
      <dgm:prSet/>
      <dgm:spPr/>
      <dgm:t>
        <a:bodyPr/>
        <a:lstStyle/>
        <a:p>
          <a:endParaRPr kumimoji="1" lang="ja-JP" altLang="en-US"/>
        </a:p>
      </dgm:t>
    </dgm:pt>
    <dgm:pt modelId="{8A960DA3-38CF-456A-8858-BCEFB2E1386A}" type="sibTrans" cxnId="{C1D8DC3D-322E-49CF-A02C-1B3DAE502DEC}">
      <dgm:prSet/>
      <dgm:spPr/>
      <dgm:t>
        <a:bodyPr/>
        <a:lstStyle/>
        <a:p>
          <a:endParaRPr kumimoji="1" lang="ja-JP" altLang="en-US"/>
        </a:p>
      </dgm:t>
    </dgm:pt>
    <dgm:pt modelId="{4A3E708F-CF0C-4F82-9145-F4FA339D8B12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2D64806D-5862-4709-A25C-9A89763CBAB8}" type="parTrans" cxnId="{9E806C97-FAE6-41F2-AE66-DA52B3E9101A}">
      <dgm:prSet/>
      <dgm:spPr/>
    </dgm:pt>
    <dgm:pt modelId="{2A92531B-2523-473D-B9F2-121B6C480C5F}" type="sibTrans" cxnId="{9E806C97-FAE6-41F2-AE66-DA52B3E9101A}">
      <dgm:prSet/>
      <dgm:spPr/>
    </dgm:pt>
    <dgm:pt modelId="{102AE53E-19B1-499B-B648-E54114380241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33D76481-0750-45F0-8DD8-1A8F83F9737F}" type="parTrans" cxnId="{A7163DDF-1B76-41EB-8625-C6BC59C87816}">
      <dgm:prSet/>
      <dgm:spPr/>
    </dgm:pt>
    <dgm:pt modelId="{82B85920-E0D0-4937-9F9B-11CBAEEC26DF}" type="sibTrans" cxnId="{A7163DDF-1B76-41EB-8625-C6BC59C87816}">
      <dgm:prSet/>
      <dgm:spPr/>
    </dgm:pt>
    <dgm:pt modelId="{3421D2B5-3728-4773-B68E-3B6ED0774027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E806E3C1-7942-4E2E-BD95-ED09945F5E89}" type="parTrans" cxnId="{C16E375E-4271-4D67-8A7F-66A285B9BE32}">
      <dgm:prSet/>
      <dgm:spPr/>
    </dgm:pt>
    <dgm:pt modelId="{EA62583F-D986-4DE1-ABB0-62EE28397E3B}" type="sibTrans" cxnId="{C16E375E-4271-4D67-8A7F-66A285B9BE32}">
      <dgm:prSet/>
      <dgm:spPr/>
    </dgm:pt>
    <dgm:pt modelId="{7A4C2D70-7645-47D6-B771-D485BE071F1D}" type="pres">
      <dgm:prSet presAssocID="{9ACD9B7F-28EB-4268-A01E-607308E975AA}" presName="cycle" presStyleCnt="0">
        <dgm:presLayoutVars>
          <dgm:dir/>
          <dgm:resizeHandles val="exact"/>
        </dgm:presLayoutVars>
      </dgm:prSet>
      <dgm:spPr/>
    </dgm:pt>
    <dgm:pt modelId="{FA442215-4F87-478E-8719-0A0D3E17C8CC}" type="pres">
      <dgm:prSet presAssocID="{510A7E8C-9F94-4F90-AC5F-B8D8A71C61FF}" presName="dummy" presStyleCnt="0"/>
      <dgm:spPr/>
    </dgm:pt>
    <dgm:pt modelId="{E971E111-317A-44F4-B0EA-BBC68F41C094}" type="pres">
      <dgm:prSet presAssocID="{510A7E8C-9F94-4F90-AC5F-B8D8A71C61FF}" presName="node" presStyleLbl="revTx" presStyleIdx="0" presStyleCnt="4">
        <dgm:presLayoutVars>
          <dgm:bulletEnabled val="1"/>
        </dgm:presLayoutVars>
      </dgm:prSet>
      <dgm:spPr/>
    </dgm:pt>
    <dgm:pt modelId="{B87AB281-9CA9-4ECA-BBDF-50DBF546255E}" type="pres">
      <dgm:prSet presAssocID="{8A960DA3-38CF-456A-8858-BCEFB2E1386A}" presName="sibTrans" presStyleLbl="node1" presStyleIdx="0" presStyleCnt="4"/>
      <dgm:spPr/>
    </dgm:pt>
    <dgm:pt modelId="{BE645F97-D7CD-4327-AE01-BB8F6A703DCC}" type="pres">
      <dgm:prSet presAssocID="{4A3E708F-CF0C-4F82-9145-F4FA339D8B12}" presName="dummy" presStyleCnt="0"/>
      <dgm:spPr/>
    </dgm:pt>
    <dgm:pt modelId="{F77F9610-22E9-4590-B508-6CE138BEFA90}" type="pres">
      <dgm:prSet presAssocID="{4A3E708F-CF0C-4F82-9145-F4FA339D8B12}" presName="node" presStyleLbl="revTx" presStyleIdx="1" presStyleCnt="4">
        <dgm:presLayoutVars>
          <dgm:bulletEnabled val="1"/>
        </dgm:presLayoutVars>
      </dgm:prSet>
      <dgm:spPr/>
    </dgm:pt>
    <dgm:pt modelId="{BD01A8A0-F2DC-4CFD-A485-CC2BDABFB242}" type="pres">
      <dgm:prSet presAssocID="{2A92531B-2523-473D-B9F2-121B6C480C5F}" presName="sibTrans" presStyleLbl="node1" presStyleIdx="1" presStyleCnt="4"/>
      <dgm:spPr/>
    </dgm:pt>
    <dgm:pt modelId="{76CA0410-3DF0-4FA2-B1AB-BCBDB5AA6538}" type="pres">
      <dgm:prSet presAssocID="{102AE53E-19B1-499B-B648-E54114380241}" presName="dummy" presStyleCnt="0"/>
      <dgm:spPr/>
    </dgm:pt>
    <dgm:pt modelId="{FDAF561F-B349-4637-BCAF-CA2B41E2DF86}" type="pres">
      <dgm:prSet presAssocID="{102AE53E-19B1-499B-B648-E54114380241}" presName="node" presStyleLbl="revTx" presStyleIdx="2" presStyleCnt="4">
        <dgm:presLayoutVars>
          <dgm:bulletEnabled val="1"/>
        </dgm:presLayoutVars>
      </dgm:prSet>
      <dgm:spPr/>
    </dgm:pt>
    <dgm:pt modelId="{877A2D22-DD05-4545-BEE5-AD9FCBDEF395}" type="pres">
      <dgm:prSet presAssocID="{82B85920-E0D0-4937-9F9B-11CBAEEC26DF}" presName="sibTrans" presStyleLbl="node1" presStyleIdx="2" presStyleCnt="4"/>
      <dgm:spPr/>
    </dgm:pt>
    <dgm:pt modelId="{C4CBE19A-5A57-481D-BFAB-8FB59451FE61}" type="pres">
      <dgm:prSet presAssocID="{3421D2B5-3728-4773-B68E-3B6ED0774027}" presName="dummy" presStyleCnt="0"/>
      <dgm:spPr/>
    </dgm:pt>
    <dgm:pt modelId="{7504CD15-9CA1-4247-BA0F-98708C6DB6E3}" type="pres">
      <dgm:prSet presAssocID="{3421D2B5-3728-4773-B68E-3B6ED0774027}" presName="node" presStyleLbl="revTx" presStyleIdx="3" presStyleCnt="4">
        <dgm:presLayoutVars>
          <dgm:bulletEnabled val="1"/>
        </dgm:presLayoutVars>
      </dgm:prSet>
      <dgm:spPr/>
    </dgm:pt>
    <dgm:pt modelId="{D8D79C81-3314-4F74-8B55-0272EDD50766}" type="pres">
      <dgm:prSet presAssocID="{EA62583F-D986-4DE1-ABB0-62EE28397E3B}" presName="sibTrans" presStyleLbl="node1" presStyleIdx="3" presStyleCnt="4"/>
      <dgm:spPr/>
    </dgm:pt>
  </dgm:ptLst>
  <dgm:cxnLst>
    <dgm:cxn modelId="{410E7400-BF53-4F0B-9EB2-90B0FADD3392}" type="presOf" srcId="{102AE53E-19B1-499B-B648-E54114380241}" destId="{FDAF561F-B349-4637-BCAF-CA2B41E2DF86}" srcOrd="0" destOrd="0" presId="urn:microsoft.com/office/officeart/2005/8/layout/cycle1"/>
    <dgm:cxn modelId="{8E731F1A-B3A3-4DCB-8782-4E04E490DAC6}" type="presOf" srcId="{3421D2B5-3728-4773-B68E-3B6ED0774027}" destId="{7504CD15-9CA1-4247-BA0F-98708C6DB6E3}" srcOrd="0" destOrd="0" presId="urn:microsoft.com/office/officeart/2005/8/layout/cycle1"/>
    <dgm:cxn modelId="{06B09A35-233E-4728-BF65-3DF267FAA492}" type="presOf" srcId="{8A960DA3-38CF-456A-8858-BCEFB2E1386A}" destId="{B87AB281-9CA9-4ECA-BBDF-50DBF546255E}" srcOrd="0" destOrd="0" presId="urn:microsoft.com/office/officeart/2005/8/layout/cycle1"/>
    <dgm:cxn modelId="{C1D8DC3D-322E-49CF-A02C-1B3DAE502DEC}" srcId="{9ACD9B7F-28EB-4268-A01E-607308E975AA}" destId="{510A7E8C-9F94-4F90-AC5F-B8D8A71C61FF}" srcOrd="0" destOrd="0" parTransId="{5166B1B7-E4FF-4634-9750-C65C97242BEC}" sibTransId="{8A960DA3-38CF-456A-8858-BCEFB2E1386A}"/>
    <dgm:cxn modelId="{C16E375E-4271-4D67-8A7F-66A285B9BE32}" srcId="{9ACD9B7F-28EB-4268-A01E-607308E975AA}" destId="{3421D2B5-3728-4773-B68E-3B6ED0774027}" srcOrd="3" destOrd="0" parTransId="{E806E3C1-7942-4E2E-BD95-ED09945F5E89}" sibTransId="{EA62583F-D986-4DE1-ABB0-62EE28397E3B}"/>
    <dgm:cxn modelId="{92491973-4167-4016-984A-2B9D1637374E}" type="presOf" srcId="{2A92531B-2523-473D-B9F2-121B6C480C5F}" destId="{BD01A8A0-F2DC-4CFD-A485-CC2BDABFB242}" srcOrd="0" destOrd="0" presId="urn:microsoft.com/office/officeart/2005/8/layout/cycle1"/>
    <dgm:cxn modelId="{EB804C76-2D59-4FD9-9108-4062C0821829}" type="presOf" srcId="{510A7E8C-9F94-4F90-AC5F-B8D8A71C61FF}" destId="{E971E111-317A-44F4-B0EA-BBC68F41C094}" srcOrd="0" destOrd="0" presId="urn:microsoft.com/office/officeart/2005/8/layout/cycle1"/>
    <dgm:cxn modelId="{4FD95A7E-1CE7-4C90-9402-69DCEA1F0518}" type="presOf" srcId="{4A3E708F-CF0C-4F82-9145-F4FA339D8B12}" destId="{F77F9610-22E9-4590-B508-6CE138BEFA90}" srcOrd="0" destOrd="0" presId="urn:microsoft.com/office/officeart/2005/8/layout/cycle1"/>
    <dgm:cxn modelId="{3B841184-18DC-4EB7-90E1-EE73C2BC9F4A}" type="presOf" srcId="{9ACD9B7F-28EB-4268-A01E-607308E975AA}" destId="{7A4C2D70-7645-47D6-B771-D485BE071F1D}" srcOrd="0" destOrd="0" presId="urn:microsoft.com/office/officeart/2005/8/layout/cycle1"/>
    <dgm:cxn modelId="{9E806C97-FAE6-41F2-AE66-DA52B3E9101A}" srcId="{9ACD9B7F-28EB-4268-A01E-607308E975AA}" destId="{4A3E708F-CF0C-4F82-9145-F4FA339D8B12}" srcOrd="1" destOrd="0" parTransId="{2D64806D-5862-4709-A25C-9A89763CBAB8}" sibTransId="{2A92531B-2523-473D-B9F2-121B6C480C5F}"/>
    <dgm:cxn modelId="{A7163DDF-1B76-41EB-8625-C6BC59C87816}" srcId="{9ACD9B7F-28EB-4268-A01E-607308E975AA}" destId="{102AE53E-19B1-499B-B648-E54114380241}" srcOrd="2" destOrd="0" parTransId="{33D76481-0750-45F0-8DD8-1A8F83F9737F}" sibTransId="{82B85920-E0D0-4937-9F9B-11CBAEEC26DF}"/>
    <dgm:cxn modelId="{769B75F1-E453-4F4A-A1E7-72B4F07E6FC9}" type="presOf" srcId="{82B85920-E0D0-4937-9F9B-11CBAEEC26DF}" destId="{877A2D22-DD05-4545-BEE5-AD9FCBDEF395}" srcOrd="0" destOrd="0" presId="urn:microsoft.com/office/officeart/2005/8/layout/cycle1"/>
    <dgm:cxn modelId="{6B4CFBF7-14E3-4858-8603-0C08CB988291}" type="presOf" srcId="{EA62583F-D986-4DE1-ABB0-62EE28397E3B}" destId="{D8D79C81-3314-4F74-8B55-0272EDD50766}" srcOrd="0" destOrd="0" presId="urn:microsoft.com/office/officeart/2005/8/layout/cycle1"/>
    <dgm:cxn modelId="{CA45597A-574F-494E-99E2-60FD8B633C5D}" type="presParOf" srcId="{7A4C2D70-7645-47D6-B771-D485BE071F1D}" destId="{FA442215-4F87-478E-8719-0A0D3E17C8CC}" srcOrd="0" destOrd="0" presId="urn:microsoft.com/office/officeart/2005/8/layout/cycle1"/>
    <dgm:cxn modelId="{203E7CE8-63B4-4F67-8F57-1069F8D00037}" type="presParOf" srcId="{7A4C2D70-7645-47D6-B771-D485BE071F1D}" destId="{E971E111-317A-44F4-B0EA-BBC68F41C094}" srcOrd="1" destOrd="0" presId="urn:microsoft.com/office/officeart/2005/8/layout/cycle1"/>
    <dgm:cxn modelId="{9F0697E1-992D-4D05-A13F-5CD699B9F6B5}" type="presParOf" srcId="{7A4C2D70-7645-47D6-B771-D485BE071F1D}" destId="{B87AB281-9CA9-4ECA-BBDF-50DBF546255E}" srcOrd="2" destOrd="0" presId="urn:microsoft.com/office/officeart/2005/8/layout/cycle1"/>
    <dgm:cxn modelId="{90D0A677-A94C-493F-A2FA-2E4442D02BBB}" type="presParOf" srcId="{7A4C2D70-7645-47D6-B771-D485BE071F1D}" destId="{BE645F97-D7CD-4327-AE01-BB8F6A703DCC}" srcOrd="3" destOrd="0" presId="urn:microsoft.com/office/officeart/2005/8/layout/cycle1"/>
    <dgm:cxn modelId="{870F91AB-8686-448D-BFB9-7996A627AAC8}" type="presParOf" srcId="{7A4C2D70-7645-47D6-B771-D485BE071F1D}" destId="{F77F9610-22E9-4590-B508-6CE138BEFA90}" srcOrd="4" destOrd="0" presId="urn:microsoft.com/office/officeart/2005/8/layout/cycle1"/>
    <dgm:cxn modelId="{D922307A-FB7D-4D51-94FA-46F26F6A98F2}" type="presParOf" srcId="{7A4C2D70-7645-47D6-B771-D485BE071F1D}" destId="{BD01A8A0-F2DC-4CFD-A485-CC2BDABFB242}" srcOrd="5" destOrd="0" presId="urn:microsoft.com/office/officeart/2005/8/layout/cycle1"/>
    <dgm:cxn modelId="{7B52857E-4D93-4F8A-9D41-0AF6D5980910}" type="presParOf" srcId="{7A4C2D70-7645-47D6-B771-D485BE071F1D}" destId="{76CA0410-3DF0-4FA2-B1AB-BCBDB5AA6538}" srcOrd="6" destOrd="0" presId="urn:microsoft.com/office/officeart/2005/8/layout/cycle1"/>
    <dgm:cxn modelId="{998D3AAC-9C7F-496B-ADBD-82F7D3FCDED2}" type="presParOf" srcId="{7A4C2D70-7645-47D6-B771-D485BE071F1D}" destId="{FDAF561F-B349-4637-BCAF-CA2B41E2DF86}" srcOrd="7" destOrd="0" presId="urn:microsoft.com/office/officeart/2005/8/layout/cycle1"/>
    <dgm:cxn modelId="{7E8ACCE2-F4E0-4B3F-A2D6-E2D16AFC0109}" type="presParOf" srcId="{7A4C2D70-7645-47D6-B771-D485BE071F1D}" destId="{877A2D22-DD05-4545-BEE5-AD9FCBDEF395}" srcOrd="8" destOrd="0" presId="urn:microsoft.com/office/officeart/2005/8/layout/cycle1"/>
    <dgm:cxn modelId="{CB2C346E-1091-4DD6-A753-8E5B00FC6EFA}" type="presParOf" srcId="{7A4C2D70-7645-47D6-B771-D485BE071F1D}" destId="{C4CBE19A-5A57-481D-BFAB-8FB59451FE61}" srcOrd="9" destOrd="0" presId="urn:microsoft.com/office/officeart/2005/8/layout/cycle1"/>
    <dgm:cxn modelId="{FE259A11-7BD7-4ECB-981F-CC3A6D994F2B}" type="presParOf" srcId="{7A4C2D70-7645-47D6-B771-D485BE071F1D}" destId="{7504CD15-9CA1-4247-BA0F-98708C6DB6E3}" srcOrd="10" destOrd="0" presId="urn:microsoft.com/office/officeart/2005/8/layout/cycle1"/>
    <dgm:cxn modelId="{15738806-0481-4877-A962-41E88D6C5F09}" type="presParOf" srcId="{7A4C2D70-7645-47D6-B771-D485BE071F1D}" destId="{D8D79C81-3314-4F74-8B55-0272EDD50766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18A1B0-D5C3-433F-83D5-7A4EB15633D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B34A1540-610D-469E-ABBD-348B4F0302F5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F369E763-909B-4A44-A833-9B0A35B10EA8}" type="parTrans" cxnId="{AC62EF2B-33FC-43D3-BC00-56760036E342}">
      <dgm:prSet/>
      <dgm:spPr/>
      <dgm:t>
        <a:bodyPr/>
        <a:lstStyle/>
        <a:p>
          <a:endParaRPr kumimoji="1" lang="ja-JP" altLang="en-US"/>
        </a:p>
      </dgm:t>
    </dgm:pt>
    <dgm:pt modelId="{3867D6A8-8D2B-4ADB-9D13-45ED607624A9}" type="sibTrans" cxnId="{AC62EF2B-33FC-43D3-BC00-56760036E342}">
      <dgm:prSet/>
      <dgm:spPr/>
      <dgm:t>
        <a:bodyPr/>
        <a:lstStyle/>
        <a:p>
          <a:endParaRPr kumimoji="1" lang="ja-JP" altLang="en-US"/>
        </a:p>
      </dgm:t>
    </dgm:pt>
    <dgm:pt modelId="{A775508F-5A00-49DC-9F4B-9790365E80CE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4CA93E59-FEDE-46C9-AD98-B98B0A75BE27}" type="parTrans" cxnId="{2ADD7421-02BA-47E6-8A89-98BC206D27BF}">
      <dgm:prSet/>
      <dgm:spPr/>
    </dgm:pt>
    <dgm:pt modelId="{581B047A-E46F-485A-8589-A3D7CC33F058}" type="sibTrans" cxnId="{2ADD7421-02BA-47E6-8A89-98BC206D27BF}">
      <dgm:prSet/>
      <dgm:spPr/>
    </dgm:pt>
    <dgm:pt modelId="{FCF69215-3331-4E00-9FB9-9B74002D85C9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E0242195-9D70-4B86-AE48-C75B6A25EBBB}" type="parTrans" cxnId="{A494A8E2-AFCF-48F2-89B7-52D31ED8EFA0}">
      <dgm:prSet/>
      <dgm:spPr/>
    </dgm:pt>
    <dgm:pt modelId="{31E1057B-783D-4EE0-8C50-52038CC18D33}" type="sibTrans" cxnId="{A494A8E2-AFCF-48F2-89B7-52D31ED8EFA0}">
      <dgm:prSet/>
      <dgm:spPr/>
    </dgm:pt>
    <dgm:pt modelId="{0747C438-DC26-4AA0-AD07-F6CEEF297446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C772347A-972F-4B28-81C3-24A576111D19}" type="parTrans" cxnId="{68138F9F-50B8-41F7-8051-C53068B4DE82}">
      <dgm:prSet/>
      <dgm:spPr/>
    </dgm:pt>
    <dgm:pt modelId="{454C799E-4B0A-4B80-8D23-21B64C362919}" type="sibTrans" cxnId="{68138F9F-50B8-41F7-8051-C53068B4DE82}">
      <dgm:prSet/>
      <dgm:spPr/>
    </dgm:pt>
    <dgm:pt modelId="{BE541223-591A-49FB-84B7-EF0B3D4CBE8E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6535EA31-6D6A-497A-8DAA-3A7B461AD152}" type="parTrans" cxnId="{42205AA4-D40C-4A76-8C81-38874A915A12}">
      <dgm:prSet/>
      <dgm:spPr/>
    </dgm:pt>
    <dgm:pt modelId="{18760ACB-24C4-466A-ACCB-120DCDD26FBF}" type="sibTrans" cxnId="{42205AA4-D40C-4A76-8C81-38874A915A12}">
      <dgm:prSet/>
      <dgm:spPr/>
    </dgm:pt>
    <dgm:pt modelId="{D7CF5F49-2A09-4652-B5ED-1D004D931735}" type="pres">
      <dgm:prSet presAssocID="{2B18A1B0-D5C3-433F-83D5-7A4EB15633D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1F39DEF-129E-4939-80F1-F66931BC73CD}" type="pres">
      <dgm:prSet presAssocID="{B34A1540-610D-469E-ABBD-348B4F0302F5}" presName="hierRoot1" presStyleCnt="0">
        <dgm:presLayoutVars>
          <dgm:hierBranch val="init"/>
        </dgm:presLayoutVars>
      </dgm:prSet>
      <dgm:spPr/>
    </dgm:pt>
    <dgm:pt modelId="{C0D98724-05AA-4299-B982-29F260B794C0}" type="pres">
      <dgm:prSet presAssocID="{B34A1540-610D-469E-ABBD-348B4F0302F5}" presName="rootComposite1" presStyleCnt="0"/>
      <dgm:spPr/>
    </dgm:pt>
    <dgm:pt modelId="{6B833379-DD49-4B81-A1F4-7467B4C4D513}" type="pres">
      <dgm:prSet presAssocID="{B34A1540-610D-469E-ABBD-348B4F0302F5}" presName="rootText1" presStyleLbl="node0" presStyleIdx="0" presStyleCnt="1">
        <dgm:presLayoutVars>
          <dgm:chPref val="3"/>
        </dgm:presLayoutVars>
      </dgm:prSet>
      <dgm:spPr/>
    </dgm:pt>
    <dgm:pt modelId="{43953829-ED4A-4AD4-9A0F-A5E1B40D2857}" type="pres">
      <dgm:prSet presAssocID="{B34A1540-610D-469E-ABBD-348B4F0302F5}" presName="rootConnector1" presStyleLbl="node1" presStyleIdx="0" presStyleCnt="0"/>
      <dgm:spPr/>
    </dgm:pt>
    <dgm:pt modelId="{C2B223D2-F4B6-44C4-963A-D92BD92BEB87}" type="pres">
      <dgm:prSet presAssocID="{B34A1540-610D-469E-ABBD-348B4F0302F5}" presName="hierChild2" presStyleCnt="0"/>
      <dgm:spPr/>
    </dgm:pt>
    <dgm:pt modelId="{D1D83FF0-68EE-4DCD-A954-F6AFBA161CF6}" type="pres">
      <dgm:prSet presAssocID="{4CA93E59-FEDE-46C9-AD98-B98B0A75BE27}" presName="Name37" presStyleLbl="parChTrans1D2" presStyleIdx="0" presStyleCnt="2"/>
      <dgm:spPr/>
    </dgm:pt>
    <dgm:pt modelId="{A2FD9A2D-B4F6-4FFF-A0A4-AAB472477F00}" type="pres">
      <dgm:prSet presAssocID="{A775508F-5A00-49DC-9F4B-9790365E80CE}" presName="hierRoot2" presStyleCnt="0">
        <dgm:presLayoutVars>
          <dgm:hierBranch val="init"/>
        </dgm:presLayoutVars>
      </dgm:prSet>
      <dgm:spPr/>
    </dgm:pt>
    <dgm:pt modelId="{E72240A7-19F0-46CB-A140-0D391088BB5B}" type="pres">
      <dgm:prSet presAssocID="{A775508F-5A00-49DC-9F4B-9790365E80CE}" presName="rootComposite" presStyleCnt="0"/>
      <dgm:spPr/>
    </dgm:pt>
    <dgm:pt modelId="{C6B37CCB-8307-416A-BE12-CDE6128570C6}" type="pres">
      <dgm:prSet presAssocID="{A775508F-5A00-49DC-9F4B-9790365E80CE}" presName="rootText" presStyleLbl="node2" presStyleIdx="0" presStyleCnt="2">
        <dgm:presLayoutVars>
          <dgm:chPref val="3"/>
        </dgm:presLayoutVars>
      </dgm:prSet>
      <dgm:spPr/>
    </dgm:pt>
    <dgm:pt modelId="{CB5A485C-F6D7-4A02-8FE9-DE2912E7B1DA}" type="pres">
      <dgm:prSet presAssocID="{A775508F-5A00-49DC-9F4B-9790365E80CE}" presName="rootConnector" presStyleLbl="node2" presStyleIdx="0" presStyleCnt="2"/>
      <dgm:spPr/>
    </dgm:pt>
    <dgm:pt modelId="{F816AFD8-6B30-4517-ABC2-D8387B8DC856}" type="pres">
      <dgm:prSet presAssocID="{A775508F-5A00-49DC-9F4B-9790365E80CE}" presName="hierChild4" presStyleCnt="0"/>
      <dgm:spPr/>
    </dgm:pt>
    <dgm:pt modelId="{78CDF2DB-BFD0-411D-A67A-70370DC02E9B}" type="pres">
      <dgm:prSet presAssocID="{C772347A-972F-4B28-81C3-24A576111D19}" presName="Name37" presStyleLbl="parChTrans1D3" presStyleIdx="0" presStyleCnt="2"/>
      <dgm:spPr/>
    </dgm:pt>
    <dgm:pt modelId="{52B4799C-36DA-416C-94A1-BDAB4CD3DE09}" type="pres">
      <dgm:prSet presAssocID="{0747C438-DC26-4AA0-AD07-F6CEEF297446}" presName="hierRoot2" presStyleCnt="0">
        <dgm:presLayoutVars>
          <dgm:hierBranch val="init"/>
        </dgm:presLayoutVars>
      </dgm:prSet>
      <dgm:spPr/>
    </dgm:pt>
    <dgm:pt modelId="{22B0462B-7EEB-426B-A4CA-E45DAAC65B09}" type="pres">
      <dgm:prSet presAssocID="{0747C438-DC26-4AA0-AD07-F6CEEF297446}" presName="rootComposite" presStyleCnt="0"/>
      <dgm:spPr/>
    </dgm:pt>
    <dgm:pt modelId="{F141A1A3-8C6C-480A-ABEE-2C4254B686FF}" type="pres">
      <dgm:prSet presAssocID="{0747C438-DC26-4AA0-AD07-F6CEEF297446}" presName="rootText" presStyleLbl="node3" presStyleIdx="0" presStyleCnt="2">
        <dgm:presLayoutVars>
          <dgm:chPref val="3"/>
        </dgm:presLayoutVars>
      </dgm:prSet>
      <dgm:spPr/>
    </dgm:pt>
    <dgm:pt modelId="{043BDD7C-9E97-461D-8891-0126551283D3}" type="pres">
      <dgm:prSet presAssocID="{0747C438-DC26-4AA0-AD07-F6CEEF297446}" presName="rootConnector" presStyleLbl="node3" presStyleIdx="0" presStyleCnt="2"/>
      <dgm:spPr/>
    </dgm:pt>
    <dgm:pt modelId="{0A0935B8-3681-4D56-B0B2-C7E890BE65AC}" type="pres">
      <dgm:prSet presAssocID="{0747C438-DC26-4AA0-AD07-F6CEEF297446}" presName="hierChild4" presStyleCnt="0"/>
      <dgm:spPr/>
    </dgm:pt>
    <dgm:pt modelId="{213B7441-25B9-4460-A2E3-22A91CD1BB2C}" type="pres">
      <dgm:prSet presAssocID="{0747C438-DC26-4AA0-AD07-F6CEEF297446}" presName="hierChild5" presStyleCnt="0"/>
      <dgm:spPr/>
    </dgm:pt>
    <dgm:pt modelId="{47E9B444-DF0E-43F6-B2C9-8D56B68DFC8B}" type="pres">
      <dgm:prSet presAssocID="{6535EA31-6D6A-497A-8DAA-3A7B461AD152}" presName="Name37" presStyleLbl="parChTrans1D3" presStyleIdx="1" presStyleCnt="2"/>
      <dgm:spPr/>
    </dgm:pt>
    <dgm:pt modelId="{9BABCD39-D52C-4949-AD03-66AAD8AE8EA7}" type="pres">
      <dgm:prSet presAssocID="{BE541223-591A-49FB-84B7-EF0B3D4CBE8E}" presName="hierRoot2" presStyleCnt="0">
        <dgm:presLayoutVars>
          <dgm:hierBranch val="init"/>
        </dgm:presLayoutVars>
      </dgm:prSet>
      <dgm:spPr/>
    </dgm:pt>
    <dgm:pt modelId="{2CE4D869-9217-4920-BAA8-6653A6D6977D}" type="pres">
      <dgm:prSet presAssocID="{BE541223-591A-49FB-84B7-EF0B3D4CBE8E}" presName="rootComposite" presStyleCnt="0"/>
      <dgm:spPr/>
    </dgm:pt>
    <dgm:pt modelId="{0820E93D-F02E-46D9-8910-BF119E193E4E}" type="pres">
      <dgm:prSet presAssocID="{BE541223-591A-49FB-84B7-EF0B3D4CBE8E}" presName="rootText" presStyleLbl="node3" presStyleIdx="1" presStyleCnt="2">
        <dgm:presLayoutVars>
          <dgm:chPref val="3"/>
        </dgm:presLayoutVars>
      </dgm:prSet>
      <dgm:spPr/>
    </dgm:pt>
    <dgm:pt modelId="{19FC5A4A-A4FB-4567-A8D5-A0AC46250D25}" type="pres">
      <dgm:prSet presAssocID="{BE541223-591A-49FB-84B7-EF0B3D4CBE8E}" presName="rootConnector" presStyleLbl="node3" presStyleIdx="1" presStyleCnt="2"/>
      <dgm:spPr/>
    </dgm:pt>
    <dgm:pt modelId="{93BEB4FD-9370-4E70-BDCE-3EEB23BA07FA}" type="pres">
      <dgm:prSet presAssocID="{BE541223-591A-49FB-84B7-EF0B3D4CBE8E}" presName="hierChild4" presStyleCnt="0"/>
      <dgm:spPr/>
    </dgm:pt>
    <dgm:pt modelId="{C0B91C6B-C498-4689-A71A-E512D5253934}" type="pres">
      <dgm:prSet presAssocID="{BE541223-591A-49FB-84B7-EF0B3D4CBE8E}" presName="hierChild5" presStyleCnt="0"/>
      <dgm:spPr/>
    </dgm:pt>
    <dgm:pt modelId="{EACFF74B-B76F-4241-9DDC-E0F2E59A101D}" type="pres">
      <dgm:prSet presAssocID="{A775508F-5A00-49DC-9F4B-9790365E80CE}" presName="hierChild5" presStyleCnt="0"/>
      <dgm:spPr/>
    </dgm:pt>
    <dgm:pt modelId="{9CF1359A-48BD-45BE-AD43-B1239999187F}" type="pres">
      <dgm:prSet presAssocID="{E0242195-9D70-4B86-AE48-C75B6A25EBBB}" presName="Name37" presStyleLbl="parChTrans1D2" presStyleIdx="1" presStyleCnt="2"/>
      <dgm:spPr/>
    </dgm:pt>
    <dgm:pt modelId="{AE145506-6260-4782-8F5B-551B4C5B3620}" type="pres">
      <dgm:prSet presAssocID="{FCF69215-3331-4E00-9FB9-9B74002D85C9}" presName="hierRoot2" presStyleCnt="0">
        <dgm:presLayoutVars>
          <dgm:hierBranch val="init"/>
        </dgm:presLayoutVars>
      </dgm:prSet>
      <dgm:spPr/>
    </dgm:pt>
    <dgm:pt modelId="{39E23F86-4780-4703-8304-EE352F5E7F51}" type="pres">
      <dgm:prSet presAssocID="{FCF69215-3331-4E00-9FB9-9B74002D85C9}" presName="rootComposite" presStyleCnt="0"/>
      <dgm:spPr/>
    </dgm:pt>
    <dgm:pt modelId="{1A926274-98B2-4F24-BC04-E46E37B8EFB2}" type="pres">
      <dgm:prSet presAssocID="{FCF69215-3331-4E00-9FB9-9B74002D85C9}" presName="rootText" presStyleLbl="node2" presStyleIdx="1" presStyleCnt="2">
        <dgm:presLayoutVars>
          <dgm:chPref val="3"/>
        </dgm:presLayoutVars>
      </dgm:prSet>
      <dgm:spPr/>
    </dgm:pt>
    <dgm:pt modelId="{1EC1C6F8-A5A2-43A9-9EEE-8DBD34C65814}" type="pres">
      <dgm:prSet presAssocID="{FCF69215-3331-4E00-9FB9-9B74002D85C9}" presName="rootConnector" presStyleLbl="node2" presStyleIdx="1" presStyleCnt="2"/>
      <dgm:spPr/>
    </dgm:pt>
    <dgm:pt modelId="{10A73EDF-6797-408C-B208-21AE233AD0F0}" type="pres">
      <dgm:prSet presAssocID="{FCF69215-3331-4E00-9FB9-9B74002D85C9}" presName="hierChild4" presStyleCnt="0"/>
      <dgm:spPr/>
    </dgm:pt>
    <dgm:pt modelId="{C89B7BBF-A3A9-49CF-A713-487B620C0B8E}" type="pres">
      <dgm:prSet presAssocID="{FCF69215-3331-4E00-9FB9-9B74002D85C9}" presName="hierChild5" presStyleCnt="0"/>
      <dgm:spPr/>
    </dgm:pt>
    <dgm:pt modelId="{DC7BA7D4-9924-40AA-9157-214F28BB3506}" type="pres">
      <dgm:prSet presAssocID="{B34A1540-610D-469E-ABBD-348B4F0302F5}" presName="hierChild3" presStyleCnt="0"/>
      <dgm:spPr/>
    </dgm:pt>
  </dgm:ptLst>
  <dgm:cxnLst>
    <dgm:cxn modelId="{A5885602-838F-4AF2-A014-FAE9B2DE838D}" type="presOf" srcId="{0747C438-DC26-4AA0-AD07-F6CEEF297446}" destId="{043BDD7C-9E97-461D-8891-0126551283D3}" srcOrd="1" destOrd="0" presId="urn:microsoft.com/office/officeart/2005/8/layout/orgChart1"/>
    <dgm:cxn modelId="{CA186F14-FAA2-4BA5-8F14-F8371A214AF5}" type="presOf" srcId="{B34A1540-610D-469E-ABBD-348B4F0302F5}" destId="{6B833379-DD49-4B81-A1F4-7467B4C4D513}" srcOrd="0" destOrd="0" presId="urn:microsoft.com/office/officeart/2005/8/layout/orgChart1"/>
    <dgm:cxn modelId="{E642DD14-A352-4A2C-BF63-5909D78E55A0}" type="presOf" srcId="{BE541223-591A-49FB-84B7-EF0B3D4CBE8E}" destId="{0820E93D-F02E-46D9-8910-BF119E193E4E}" srcOrd="0" destOrd="0" presId="urn:microsoft.com/office/officeart/2005/8/layout/orgChart1"/>
    <dgm:cxn modelId="{C1AFDF19-EFEF-4C45-9788-D24FE0949356}" type="presOf" srcId="{4CA93E59-FEDE-46C9-AD98-B98B0A75BE27}" destId="{D1D83FF0-68EE-4DCD-A954-F6AFBA161CF6}" srcOrd="0" destOrd="0" presId="urn:microsoft.com/office/officeart/2005/8/layout/orgChart1"/>
    <dgm:cxn modelId="{7004A21D-9130-4B5F-AB3A-3DD8837AE4F0}" type="presOf" srcId="{B34A1540-610D-469E-ABBD-348B4F0302F5}" destId="{43953829-ED4A-4AD4-9A0F-A5E1B40D2857}" srcOrd="1" destOrd="0" presId="urn:microsoft.com/office/officeart/2005/8/layout/orgChart1"/>
    <dgm:cxn modelId="{2ADD7421-02BA-47E6-8A89-98BC206D27BF}" srcId="{B34A1540-610D-469E-ABBD-348B4F0302F5}" destId="{A775508F-5A00-49DC-9F4B-9790365E80CE}" srcOrd="0" destOrd="0" parTransId="{4CA93E59-FEDE-46C9-AD98-B98B0A75BE27}" sibTransId="{581B047A-E46F-485A-8589-A3D7CC33F058}"/>
    <dgm:cxn modelId="{AC62EF2B-33FC-43D3-BC00-56760036E342}" srcId="{2B18A1B0-D5C3-433F-83D5-7A4EB15633D8}" destId="{B34A1540-610D-469E-ABBD-348B4F0302F5}" srcOrd="0" destOrd="0" parTransId="{F369E763-909B-4A44-A833-9B0A35B10EA8}" sibTransId="{3867D6A8-8D2B-4ADB-9D13-45ED607624A9}"/>
    <dgm:cxn modelId="{7C383E2F-F3A3-4F92-8A19-2284C63E59A8}" type="presOf" srcId="{FCF69215-3331-4E00-9FB9-9B74002D85C9}" destId="{1EC1C6F8-A5A2-43A9-9EEE-8DBD34C65814}" srcOrd="1" destOrd="0" presId="urn:microsoft.com/office/officeart/2005/8/layout/orgChart1"/>
    <dgm:cxn modelId="{254EDB41-96BB-4361-95AC-FC65B5B460E0}" type="presOf" srcId="{2B18A1B0-D5C3-433F-83D5-7A4EB15633D8}" destId="{D7CF5F49-2A09-4652-B5ED-1D004D931735}" srcOrd="0" destOrd="0" presId="urn:microsoft.com/office/officeart/2005/8/layout/orgChart1"/>
    <dgm:cxn modelId="{FF05AA7C-CAF4-425F-8A39-95DC23C1113C}" type="presOf" srcId="{C772347A-972F-4B28-81C3-24A576111D19}" destId="{78CDF2DB-BFD0-411D-A67A-70370DC02E9B}" srcOrd="0" destOrd="0" presId="urn:microsoft.com/office/officeart/2005/8/layout/orgChart1"/>
    <dgm:cxn modelId="{3C3E8D96-B377-42AE-9227-D69763CE61A5}" type="presOf" srcId="{0747C438-DC26-4AA0-AD07-F6CEEF297446}" destId="{F141A1A3-8C6C-480A-ABEE-2C4254B686FF}" srcOrd="0" destOrd="0" presId="urn:microsoft.com/office/officeart/2005/8/layout/orgChart1"/>
    <dgm:cxn modelId="{68138F9F-50B8-41F7-8051-C53068B4DE82}" srcId="{A775508F-5A00-49DC-9F4B-9790365E80CE}" destId="{0747C438-DC26-4AA0-AD07-F6CEEF297446}" srcOrd="0" destOrd="0" parTransId="{C772347A-972F-4B28-81C3-24A576111D19}" sibTransId="{454C799E-4B0A-4B80-8D23-21B64C362919}"/>
    <dgm:cxn modelId="{42205AA4-D40C-4A76-8C81-38874A915A12}" srcId="{A775508F-5A00-49DC-9F4B-9790365E80CE}" destId="{BE541223-591A-49FB-84B7-EF0B3D4CBE8E}" srcOrd="1" destOrd="0" parTransId="{6535EA31-6D6A-497A-8DAA-3A7B461AD152}" sibTransId="{18760ACB-24C4-466A-ACCB-120DCDD26FBF}"/>
    <dgm:cxn modelId="{F33D77AF-E767-4877-A952-1C8EA894EAA9}" type="presOf" srcId="{A775508F-5A00-49DC-9F4B-9790365E80CE}" destId="{C6B37CCB-8307-416A-BE12-CDE6128570C6}" srcOrd="0" destOrd="0" presId="urn:microsoft.com/office/officeart/2005/8/layout/orgChart1"/>
    <dgm:cxn modelId="{68BF00C5-DAFF-4EB3-8F55-4AC82A3D06B3}" type="presOf" srcId="{A775508F-5A00-49DC-9F4B-9790365E80CE}" destId="{CB5A485C-F6D7-4A02-8FE9-DE2912E7B1DA}" srcOrd="1" destOrd="0" presId="urn:microsoft.com/office/officeart/2005/8/layout/orgChart1"/>
    <dgm:cxn modelId="{B28393CA-9A28-427C-ACC8-3E4DCF0E6D0D}" type="presOf" srcId="{E0242195-9D70-4B86-AE48-C75B6A25EBBB}" destId="{9CF1359A-48BD-45BE-AD43-B1239999187F}" srcOrd="0" destOrd="0" presId="urn:microsoft.com/office/officeart/2005/8/layout/orgChart1"/>
    <dgm:cxn modelId="{BF0273DD-054A-4094-ACAA-6F945D8EA3F5}" type="presOf" srcId="{6535EA31-6D6A-497A-8DAA-3A7B461AD152}" destId="{47E9B444-DF0E-43F6-B2C9-8D56B68DFC8B}" srcOrd="0" destOrd="0" presId="urn:microsoft.com/office/officeart/2005/8/layout/orgChart1"/>
    <dgm:cxn modelId="{A494A8E2-AFCF-48F2-89B7-52D31ED8EFA0}" srcId="{B34A1540-610D-469E-ABBD-348B4F0302F5}" destId="{FCF69215-3331-4E00-9FB9-9B74002D85C9}" srcOrd="1" destOrd="0" parTransId="{E0242195-9D70-4B86-AE48-C75B6A25EBBB}" sibTransId="{31E1057B-783D-4EE0-8C50-52038CC18D33}"/>
    <dgm:cxn modelId="{6FD06FEF-99B9-4552-8799-277475778C94}" type="presOf" srcId="{BE541223-591A-49FB-84B7-EF0B3D4CBE8E}" destId="{19FC5A4A-A4FB-4567-A8D5-A0AC46250D25}" srcOrd="1" destOrd="0" presId="urn:microsoft.com/office/officeart/2005/8/layout/orgChart1"/>
    <dgm:cxn modelId="{52884CF8-8C21-42C1-8960-D096D12B258A}" type="presOf" srcId="{FCF69215-3331-4E00-9FB9-9B74002D85C9}" destId="{1A926274-98B2-4F24-BC04-E46E37B8EFB2}" srcOrd="0" destOrd="0" presId="urn:microsoft.com/office/officeart/2005/8/layout/orgChart1"/>
    <dgm:cxn modelId="{3C89AD77-32E2-4BBD-85EB-03F2DE2BF6DE}" type="presParOf" srcId="{D7CF5F49-2A09-4652-B5ED-1D004D931735}" destId="{91F39DEF-129E-4939-80F1-F66931BC73CD}" srcOrd="0" destOrd="0" presId="urn:microsoft.com/office/officeart/2005/8/layout/orgChart1"/>
    <dgm:cxn modelId="{A3E1EE57-4BE6-42A7-99FA-AA0F81C85947}" type="presParOf" srcId="{91F39DEF-129E-4939-80F1-F66931BC73CD}" destId="{C0D98724-05AA-4299-B982-29F260B794C0}" srcOrd="0" destOrd="0" presId="urn:microsoft.com/office/officeart/2005/8/layout/orgChart1"/>
    <dgm:cxn modelId="{60409388-A66F-4726-8296-585B400CE823}" type="presParOf" srcId="{C0D98724-05AA-4299-B982-29F260B794C0}" destId="{6B833379-DD49-4B81-A1F4-7467B4C4D513}" srcOrd="0" destOrd="0" presId="urn:microsoft.com/office/officeart/2005/8/layout/orgChart1"/>
    <dgm:cxn modelId="{8BC79D36-B4EC-4DC9-BCF2-D3FB0A396B9E}" type="presParOf" srcId="{C0D98724-05AA-4299-B982-29F260B794C0}" destId="{43953829-ED4A-4AD4-9A0F-A5E1B40D2857}" srcOrd="1" destOrd="0" presId="urn:microsoft.com/office/officeart/2005/8/layout/orgChart1"/>
    <dgm:cxn modelId="{A518F163-AF52-469E-8FC3-EAB7EA7EC12A}" type="presParOf" srcId="{91F39DEF-129E-4939-80F1-F66931BC73CD}" destId="{C2B223D2-F4B6-44C4-963A-D92BD92BEB87}" srcOrd="1" destOrd="0" presId="urn:microsoft.com/office/officeart/2005/8/layout/orgChart1"/>
    <dgm:cxn modelId="{936AC53D-83EF-4598-A9A9-1D5E7E2FE061}" type="presParOf" srcId="{C2B223D2-F4B6-44C4-963A-D92BD92BEB87}" destId="{D1D83FF0-68EE-4DCD-A954-F6AFBA161CF6}" srcOrd="0" destOrd="0" presId="urn:microsoft.com/office/officeart/2005/8/layout/orgChart1"/>
    <dgm:cxn modelId="{939FA7B0-02F2-4DBB-8CA3-3308F0AE954C}" type="presParOf" srcId="{C2B223D2-F4B6-44C4-963A-D92BD92BEB87}" destId="{A2FD9A2D-B4F6-4FFF-A0A4-AAB472477F00}" srcOrd="1" destOrd="0" presId="urn:microsoft.com/office/officeart/2005/8/layout/orgChart1"/>
    <dgm:cxn modelId="{62A6BC45-5A54-4497-9FF7-17416D6FB70C}" type="presParOf" srcId="{A2FD9A2D-B4F6-4FFF-A0A4-AAB472477F00}" destId="{E72240A7-19F0-46CB-A140-0D391088BB5B}" srcOrd="0" destOrd="0" presId="urn:microsoft.com/office/officeart/2005/8/layout/orgChart1"/>
    <dgm:cxn modelId="{2BA3294F-BA61-4FAE-A000-A72D58704978}" type="presParOf" srcId="{E72240A7-19F0-46CB-A140-0D391088BB5B}" destId="{C6B37CCB-8307-416A-BE12-CDE6128570C6}" srcOrd="0" destOrd="0" presId="urn:microsoft.com/office/officeart/2005/8/layout/orgChart1"/>
    <dgm:cxn modelId="{EA5ECCBD-A899-4A1F-879E-BCF4581FC4C4}" type="presParOf" srcId="{E72240A7-19F0-46CB-A140-0D391088BB5B}" destId="{CB5A485C-F6D7-4A02-8FE9-DE2912E7B1DA}" srcOrd="1" destOrd="0" presId="urn:microsoft.com/office/officeart/2005/8/layout/orgChart1"/>
    <dgm:cxn modelId="{2F95EFB2-9055-464B-AEE6-3613CE3C190D}" type="presParOf" srcId="{A2FD9A2D-B4F6-4FFF-A0A4-AAB472477F00}" destId="{F816AFD8-6B30-4517-ABC2-D8387B8DC856}" srcOrd="1" destOrd="0" presId="urn:microsoft.com/office/officeart/2005/8/layout/orgChart1"/>
    <dgm:cxn modelId="{9EB5C663-704E-4192-8D0E-6AA0E8F6FC3C}" type="presParOf" srcId="{F816AFD8-6B30-4517-ABC2-D8387B8DC856}" destId="{78CDF2DB-BFD0-411D-A67A-70370DC02E9B}" srcOrd="0" destOrd="0" presId="urn:microsoft.com/office/officeart/2005/8/layout/orgChart1"/>
    <dgm:cxn modelId="{93F49323-1797-47CA-9A69-CAE35A8EF69B}" type="presParOf" srcId="{F816AFD8-6B30-4517-ABC2-D8387B8DC856}" destId="{52B4799C-36DA-416C-94A1-BDAB4CD3DE09}" srcOrd="1" destOrd="0" presId="urn:microsoft.com/office/officeart/2005/8/layout/orgChart1"/>
    <dgm:cxn modelId="{68374D5B-2AC0-4BE7-B8A0-CB911DDCF793}" type="presParOf" srcId="{52B4799C-36DA-416C-94A1-BDAB4CD3DE09}" destId="{22B0462B-7EEB-426B-A4CA-E45DAAC65B09}" srcOrd="0" destOrd="0" presId="urn:microsoft.com/office/officeart/2005/8/layout/orgChart1"/>
    <dgm:cxn modelId="{8C8EE97A-BA94-40EF-A018-849BC52D5373}" type="presParOf" srcId="{22B0462B-7EEB-426B-A4CA-E45DAAC65B09}" destId="{F141A1A3-8C6C-480A-ABEE-2C4254B686FF}" srcOrd="0" destOrd="0" presId="urn:microsoft.com/office/officeart/2005/8/layout/orgChart1"/>
    <dgm:cxn modelId="{0A0EAE3A-D4BD-489A-AE0F-88017BFFAA10}" type="presParOf" srcId="{22B0462B-7EEB-426B-A4CA-E45DAAC65B09}" destId="{043BDD7C-9E97-461D-8891-0126551283D3}" srcOrd="1" destOrd="0" presId="urn:microsoft.com/office/officeart/2005/8/layout/orgChart1"/>
    <dgm:cxn modelId="{D08735B5-3012-43EF-B0B6-DD6A7A0B8EB2}" type="presParOf" srcId="{52B4799C-36DA-416C-94A1-BDAB4CD3DE09}" destId="{0A0935B8-3681-4D56-B0B2-C7E890BE65AC}" srcOrd="1" destOrd="0" presId="urn:microsoft.com/office/officeart/2005/8/layout/orgChart1"/>
    <dgm:cxn modelId="{35E8C7C6-80E1-45BC-B944-1A00C9C23343}" type="presParOf" srcId="{52B4799C-36DA-416C-94A1-BDAB4CD3DE09}" destId="{213B7441-25B9-4460-A2E3-22A91CD1BB2C}" srcOrd="2" destOrd="0" presId="urn:microsoft.com/office/officeart/2005/8/layout/orgChart1"/>
    <dgm:cxn modelId="{93A8431A-9D82-4ADB-A547-515F4993AFFC}" type="presParOf" srcId="{F816AFD8-6B30-4517-ABC2-D8387B8DC856}" destId="{47E9B444-DF0E-43F6-B2C9-8D56B68DFC8B}" srcOrd="2" destOrd="0" presId="urn:microsoft.com/office/officeart/2005/8/layout/orgChart1"/>
    <dgm:cxn modelId="{4039A7A6-21D6-4C30-82AC-ECD0C6E607D9}" type="presParOf" srcId="{F816AFD8-6B30-4517-ABC2-D8387B8DC856}" destId="{9BABCD39-D52C-4949-AD03-66AAD8AE8EA7}" srcOrd="3" destOrd="0" presId="urn:microsoft.com/office/officeart/2005/8/layout/orgChart1"/>
    <dgm:cxn modelId="{F6C8CA42-4144-48A6-B3D4-CB52298C138A}" type="presParOf" srcId="{9BABCD39-D52C-4949-AD03-66AAD8AE8EA7}" destId="{2CE4D869-9217-4920-BAA8-6653A6D6977D}" srcOrd="0" destOrd="0" presId="urn:microsoft.com/office/officeart/2005/8/layout/orgChart1"/>
    <dgm:cxn modelId="{9DB780C2-6BFB-4B3D-A6AA-DC496AB229D6}" type="presParOf" srcId="{2CE4D869-9217-4920-BAA8-6653A6D6977D}" destId="{0820E93D-F02E-46D9-8910-BF119E193E4E}" srcOrd="0" destOrd="0" presId="urn:microsoft.com/office/officeart/2005/8/layout/orgChart1"/>
    <dgm:cxn modelId="{76766EFE-1DA1-44C8-BC97-F8D07A107530}" type="presParOf" srcId="{2CE4D869-9217-4920-BAA8-6653A6D6977D}" destId="{19FC5A4A-A4FB-4567-A8D5-A0AC46250D25}" srcOrd="1" destOrd="0" presId="urn:microsoft.com/office/officeart/2005/8/layout/orgChart1"/>
    <dgm:cxn modelId="{BC1981D5-E3D1-4CB6-950D-731D5B3B59D3}" type="presParOf" srcId="{9BABCD39-D52C-4949-AD03-66AAD8AE8EA7}" destId="{93BEB4FD-9370-4E70-BDCE-3EEB23BA07FA}" srcOrd="1" destOrd="0" presId="urn:microsoft.com/office/officeart/2005/8/layout/orgChart1"/>
    <dgm:cxn modelId="{C55EA2F1-03FB-422C-B3A5-44F2BBC65569}" type="presParOf" srcId="{9BABCD39-D52C-4949-AD03-66AAD8AE8EA7}" destId="{C0B91C6B-C498-4689-A71A-E512D5253934}" srcOrd="2" destOrd="0" presId="urn:microsoft.com/office/officeart/2005/8/layout/orgChart1"/>
    <dgm:cxn modelId="{D0250D5F-ADF2-4EFE-93FF-FC4A3F96B8D3}" type="presParOf" srcId="{A2FD9A2D-B4F6-4FFF-A0A4-AAB472477F00}" destId="{EACFF74B-B76F-4241-9DDC-E0F2E59A101D}" srcOrd="2" destOrd="0" presId="urn:microsoft.com/office/officeart/2005/8/layout/orgChart1"/>
    <dgm:cxn modelId="{63C6EDB1-AAEC-4870-B1D5-37A8F0D3FA2B}" type="presParOf" srcId="{C2B223D2-F4B6-44C4-963A-D92BD92BEB87}" destId="{9CF1359A-48BD-45BE-AD43-B1239999187F}" srcOrd="2" destOrd="0" presId="urn:microsoft.com/office/officeart/2005/8/layout/orgChart1"/>
    <dgm:cxn modelId="{9A054770-D51C-4AA4-9FF9-2667C2504404}" type="presParOf" srcId="{C2B223D2-F4B6-44C4-963A-D92BD92BEB87}" destId="{AE145506-6260-4782-8F5B-551B4C5B3620}" srcOrd="3" destOrd="0" presId="urn:microsoft.com/office/officeart/2005/8/layout/orgChart1"/>
    <dgm:cxn modelId="{FC17FBE1-F87E-4A89-BBA2-9939E6C29A56}" type="presParOf" srcId="{AE145506-6260-4782-8F5B-551B4C5B3620}" destId="{39E23F86-4780-4703-8304-EE352F5E7F51}" srcOrd="0" destOrd="0" presId="urn:microsoft.com/office/officeart/2005/8/layout/orgChart1"/>
    <dgm:cxn modelId="{B7E72D7F-087A-4B40-B358-88F05C35BDAD}" type="presParOf" srcId="{39E23F86-4780-4703-8304-EE352F5E7F51}" destId="{1A926274-98B2-4F24-BC04-E46E37B8EFB2}" srcOrd="0" destOrd="0" presId="urn:microsoft.com/office/officeart/2005/8/layout/orgChart1"/>
    <dgm:cxn modelId="{E1E0DE08-4EFD-4079-8567-69DDE15FD1BA}" type="presParOf" srcId="{39E23F86-4780-4703-8304-EE352F5E7F51}" destId="{1EC1C6F8-A5A2-43A9-9EEE-8DBD34C65814}" srcOrd="1" destOrd="0" presId="urn:microsoft.com/office/officeart/2005/8/layout/orgChart1"/>
    <dgm:cxn modelId="{AD9DDF8D-3DB0-410E-B921-D25B217AAC98}" type="presParOf" srcId="{AE145506-6260-4782-8F5B-551B4C5B3620}" destId="{10A73EDF-6797-408C-B208-21AE233AD0F0}" srcOrd="1" destOrd="0" presId="urn:microsoft.com/office/officeart/2005/8/layout/orgChart1"/>
    <dgm:cxn modelId="{B4615F43-C9F4-4B01-9F80-D6CC80CA6916}" type="presParOf" srcId="{AE145506-6260-4782-8F5B-551B4C5B3620}" destId="{C89B7BBF-A3A9-49CF-A713-487B620C0B8E}" srcOrd="2" destOrd="0" presId="urn:microsoft.com/office/officeart/2005/8/layout/orgChart1"/>
    <dgm:cxn modelId="{FDFF1E9F-CB5B-4066-B0B5-D728B51E2C8D}" type="presParOf" srcId="{91F39DEF-129E-4939-80F1-F66931BC73CD}" destId="{DC7BA7D4-9924-40AA-9157-214F28BB350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1E111-317A-44F4-B0EA-BBC68F41C094}">
      <dsp:nvSpPr>
        <dsp:cNvPr id="0" name=""/>
        <dsp:cNvSpPr/>
      </dsp:nvSpPr>
      <dsp:spPr>
        <a:xfrm>
          <a:off x="5018171" y="72394"/>
          <a:ext cx="1170533" cy="1170533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018171" y="72394"/>
        <a:ext cx="1170533" cy="1170533"/>
      </dsp:txXfrm>
    </dsp:sp>
    <dsp:sp modelId="{B87AB281-9CA9-4ECA-BBDF-50DBF546255E}">
      <dsp:nvSpPr>
        <dsp:cNvPr id="0" name=""/>
        <dsp:cNvSpPr/>
      </dsp:nvSpPr>
      <dsp:spPr>
        <a:xfrm>
          <a:off x="2958031" y="-1068"/>
          <a:ext cx="3304136" cy="3304136"/>
        </a:xfrm>
        <a:prstGeom prst="circularArrow">
          <a:avLst>
            <a:gd name="adj1" fmla="val 6908"/>
            <a:gd name="adj2" fmla="val 465834"/>
            <a:gd name="adj3" fmla="val 547388"/>
            <a:gd name="adj4" fmla="val 20586779"/>
            <a:gd name="adj5" fmla="val 8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F9610-22E9-4590-B508-6CE138BEFA90}">
      <dsp:nvSpPr>
        <dsp:cNvPr id="0" name=""/>
        <dsp:cNvSpPr/>
      </dsp:nvSpPr>
      <dsp:spPr>
        <a:xfrm>
          <a:off x="5018171" y="2059071"/>
          <a:ext cx="1170533" cy="1170533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018171" y="2059071"/>
        <a:ext cx="1170533" cy="1170533"/>
      </dsp:txXfrm>
    </dsp:sp>
    <dsp:sp modelId="{BD01A8A0-F2DC-4CFD-A485-CC2BDABFB242}">
      <dsp:nvSpPr>
        <dsp:cNvPr id="0" name=""/>
        <dsp:cNvSpPr/>
      </dsp:nvSpPr>
      <dsp:spPr>
        <a:xfrm>
          <a:off x="2958031" y="-1068"/>
          <a:ext cx="3304136" cy="3304136"/>
        </a:xfrm>
        <a:prstGeom prst="circularArrow">
          <a:avLst>
            <a:gd name="adj1" fmla="val 6908"/>
            <a:gd name="adj2" fmla="val 465834"/>
            <a:gd name="adj3" fmla="val 5947388"/>
            <a:gd name="adj4" fmla="val 4386779"/>
            <a:gd name="adj5" fmla="val 8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F561F-B349-4637-BCAF-CA2B41E2DF86}">
      <dsp:nvSpPr>
        <dsp:cNvPr id="0" name=""/>
        <dsp:cNvSpPr/>
      </dsp:nvSpPr>
      <dsp:spPr>
        <a:xfrm>
          <a:off x="3031494" y="2059071"/>
          <a:ext cx="1170533" cy="1170533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031494" y="2059071"/>
        <a:ext cx="1170533" cy="1170533"/>
      </dsp:txXfrm>
    </dsp:sp>
    <dsp:sp modelId="{877A2D22-DD05-4545-BEE5-AD9FCBDEF395}">
      <dsp:nvSpPr>
        <dsp:cNvPr id="0" name=""/>
        <dsp:cNvSpPr/>
      </dsp:nvSpPr>
      <dsp:spPr>
        <a:xfrm>
          <a:off x="2958031" y="-1068"/>
          <a:ext cx="3304136" cy="3304136"/>
        </a:xfrm>
        <a:prstGeom prst="circularArrow">
          <a:avLst>
            <a:gd name="adj1" fmla="val 6908"/>
            <a:gd name="adj2" fmla="val 465834"/>
            <a:gd name="adj3" fmla="val 11347388"/>
            <a:gd name="adj4" fmla="val 9786779"/>
            <a:gd name="adj5" fmla="val 8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4CD15-9CA1-4247-BA0F-98708C6DB6E3}">
      <dsp:nvSpPr>
        <dsp:cNvPr id="0" name=""/>
        <dsp:cNvSpPr/>
      </dsp:nvSpPr>
      <dsp:spPr>
        <a:xfrm>
          <a:off x="3031494" y="72394"/>
          <a:ext cx="1170533" cy="1170533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031494" y="72394"/>
        <a:ext cx="1170533" cy="1170533"/>
      </dsp:txXfrm>
    </dsp:sp>
    <dsp:sp modelId="{D8D79C81-3314-4F74-8B55-0272EDD50766}">
      <dsp:nvSpPr>
        <dsp:cNvPr id="0" name=""/>
        <dsp:cNvSpPr/>
      </dsp:nvSpPr>
      <dsp:spPr>
        <a:xfrm>
          <a:off x="2958031" y="-1068"/>
          <a:ext cx="3304136" cy="3304136"/>
        </a:xfrm>
        <a:prstGeom prst="circularArrow">
          <a:avLst>
            <a:gd name="adj1" fmla="val 6908"/>
            <a:gd name="adj2" fmla="val 465834"/>
            <a:gd name="adj3" fmla="val 16747388"/>
            <a:gd name="adj4" fmla="val 15186779"/>
            <a:gd name="adj5" fmla="val 8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1359A-48BD-45BE-AD43-B1239999187F}">
      <dsp:nvSpPr>
        <dsp:cNvPr id="0" name=""/>
        <dsp:cNvSpPr/>
      </dsp:nvSpPr>
      <dsp:spPr>
        <a:xfrm>
          <a:off x="5384800" y="592794"/>
          <a:ext cx="714831" cy="248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061"/>
              </a:lnTo>
              <a:lnTo>
                <a:pt x="714831" y="124061"/>
              </a:lnTo>
              <a:lnTo>
                <a:pt x="714831" y="2481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E9B444-DF0E-43F6-B2C9-8D56B68DFC8B}">
      <dsp:nvSpPr>
        <dsp:cNvPr id="0" name=""/>
        <dsp:cNvSpPr/>
      </dsp:nvSpPr>
      <dsp:spPr>
        <a:xfrm>
          <a:off x="4197352" y="1431688"/>
          <a:ext cx="177231" cy="1382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2402"/>
              </a:lnTo>
              <a:lnTo>
                <a:pt x="177231" y="138240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CDF2DB-BFD0-411D-A67A-70370DC02E9B}">
      <dsp:nvSpPr>
        <dsp:cNvPr id="0" name=""/>
        <dsp:cNvSpPr/>
      </dsp:nvSpPr>
      <dsp:spPr>
        <a:xfrm>
          <a:off x="4197352" y="1431688"/>
          <a:ext cx="177231" cy="543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3508"/>
              </a:lnTo>
              <a:lnTo>
                <a:pt x="177231" y="543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D83FF0-68EE-4DCD-A954-F6AFBA161CF6}">
      <dsp:nvSpPr>
        <dsp:cNvPr id="0" name=""/>
        <dsp:cNvSpPr/>
      </dsp:nvSpPr>
      <dsp:spPr>
        <a:xfrm>
          <a:off x="4669968" y="592794"/>
          <a:ext cx="714831" cy="248123"/>
        </a:xfrm>
        <a:custGeom>
          <a:avLst/>
          <a:gdLst/>
          <a:ahLst/>
          <a:cxnLst/>
          <a:rect l="0" t="0" r="0" b="0"/>
          <a:pathLst>
            <a:path>
              <a:moveTo>
                <a:pt x="714831" y="0"/>
              </a:moveTo>
              <a:lnTo>
                <a:pt x="714831" y="124061"/>
              </a:lnTo>
              <a:lnTo>
                <a:pt x="0" y="124061"/>
              </a:lnTo>
              <a:lnTo>
                <a:pt x="0" y="2481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833379-DD49-4B81-A1F4-7467B4C4D513}">
      <dsp:nvSpPr>
        <dsp:cNvPr id="0" name=""/>
        <dsp:cNvSpPr/>
      </dsp:nvSpPr>
      <dsp:spPr>
        <a:xfrm>
          <a:off x="4794029" y="2024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794029" y="2024"/>
        <a:ext cx="1181540" cy="590770"/>
      </dsp:txXfrm>
    </dsp:sp>
    <dsp:sp modelId="{C6B37CCB-8307-416A-BE12-CDE6128570C6}">
      <dsp:nvSpPr>
        <dsp:cNvPr id="0" name=""/>
        <dsp:cNvSpPr/>
      </dsp:nvSpPr>
      <dsp:spPr>
        <a:xfrm>
          <a:off x="4079197" y="840918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079197" y="840918"/>
        <a:ext cx="1181540" cy="590770"/>
      </dsp:txXfrm>
    </dsp:sp>
    <dsp:sp modelId="{F141A1A3-8C6C-480A-ABEE-2C4254B686FF}">
      <dsp:nvSpPr>
        <dsp:cNvPr id="0" name=""/>
        <dsp:cNvSpPr/>
      </dsp:nvSpPr>
      <dsp:spPr>
        <a:xfrm>
          <a:off x="4374583" y="1679811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374583" y="1679811"/>
        <a:ext cx="1181540" cy="590770"/>
      </dsp:txXfrm>
    </dsp:sp>
    <dsp:sp modelId="{0820E93D-F02E-46D9-8910-BF119E193E4E}">
      <dsp:nvSpPr>
        <dsp:cNvPr id="0" name=""/>
        <dsp:cNvSpPr/>
      </dsp:nvSpPr>
      <dsp:spPr>
        <a:xfrm>
          <a:off x="4374583" y="2518705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374583" y="2518705"/>
        <a:ext cx="1181540" cy="590770"/>
      </dsp:txXfrm>
    </dsp:sp>
    <dsp:sp modelId="{1A926274-98B2-4F24-BC04-E46E37B8EFB2}">
      <dsp:nvSpPr>
        <dsp:cNvPr id="0" name=""/>
        <dsp:cNvSpPr/>
      </dsp:nvSpPr>
      <dsp:spPr>
        <a:xfrm>
          <a:off x="5508861" y="840918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508861" y="840918"/>
        <a:ext cx="1181540" cy="590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90132-E573-4979-971B-C3B7CFEA3406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4ADD3-8A54-4A7E-AADE-5B020B55BB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1445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構図の見本 </a:t>
            </a:r>
            <a:r>
              <a:rPr kumimoji="1" lang="en-US" altLang="ja-JP"/>
              <a:t>/ AI</a:t>
            </a:r>
            <a:r>
              <a:rPr kumimoji="1" lang="ja-JP" altLang="en-US"/>
              <a:t>未使用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4ADD3-8A54-4A7E-AADE-5B020B55BBD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86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4ADD3-8A54-4A7E-AADE-5B020B55BBD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25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上に背景付きの式、下に項目名と説明の対照表
用途</a:t>
            </a:r>
            <a:r>
              <a:rPr kumimoji="1" lang="en-US" altLang="ja-JP"/>
              <a:t>: </a:t>
            </a:r>
            <a:r>
              <a:rPr kumimoji="1" lang="ja-JP" altLang="en-US"/>
              <a:t>数式の各要素や条件を説明するとき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28</a:t>
            </a:r>
            <a:r>
              <a:rPr kumimoji="1" lang="ja-JP" altLang="en-US"/>
              <a:t>文字。式は省略しない。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4ADD3-8A54-4A7E-AADE-5B020B55BBD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022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左の説明一覧と、右の大きな式・概念を対置
用途</a:t>
            </a:r>
            <a:r>
              <a:rPr kumimoji="1" lang="en-US" altLang="ja-JP"/>
              <a:t>: </a:t>
            </a:r>
            <a:r>
              <a:rPr kumimoji="1" lang="ja-JP" altLang="en-US"/>
              <a:t>具体例を読んでから一般的な式を確認するとき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4ADD3-8A54-4A7E-AADE-5B020B55BBD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046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中央の大きな循環</a:t>
            </a:r>
            <a:r>
              <a:rPr kumimoji="1" lang="en-US" altLang="ja-JP"/>
              <a:t>SmartArt</a:t>
            </a:r>
            <a:r>
              <a:rPr kumimoji="1" lang="ja-JP" altLang="en-US"/>
              <a:t>と、下部の補足
用途</a:t>
            </a:r>
            <a:r>
              <a:rPr kumimoji="1" lang="en-US" altLang="ja-JP"/>
              <a:t>: </a:t>
            </a:r>
            <a:r>
              <a:rPr kumimoji="1" lang="ja-JP" altLang="en-US"/>
              <a:t>循環の各段階を大きく見せたいとき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最終段階から最初へ戻る関係が必要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8</a:t>
            </a:r>
            <a:r>
              <a:rPr kumimoji="1" lang="ja-JP" altLang="en-US"/>
              <a:t>文字。補足</a:t>
            </a:r>
            <a:r>
              <a:rPr kumimoji="1" lang="en-US" altLang="ja-JP"/>
              <a:t>36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4ADD3-8A54-4A7E-AADE-5B020B55BBD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986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全幅の階層</a:t>
            </a:r>
            <a:r>
              <a:rPr kumimoji="1" lang="en-US" altLang="ja-JP"/>
              <a:t>SmartArt</a:t>
            </a:r>
            <a:r>
              <a:rPr kumimoji="1" lang="ja-JP" altLang="en-US"/>
              <a:t>に下部の説明帯を加える
用途</a:t>
            </a:r>
            <a:r>
              <a:rPr kumimoji="1" lang="en-US" altLang="ja-JP"/>
              <a:t>: </a:t>
            </a:r>
            <a:r>
              <a:rPr kumimoji="1" lang="ja-JP" altLang="en-US"/>
              <a:t>親子関係と図全体の読み方を示すとき
注意</a:t>
            </a:r>
            <a:r>
              <a:rPr kumimoji="1" lang="en-US" altLang="ja-JP"/>
              <a:t>: </a:t>
            </a:r>
            <a:r>
              <a:rPr kumimoji="1" lang="ja-JP" altLang="en-US"/>
              <a:t>親子関係を変えない。全項目を同じ階層に平坦化しない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文字。本文</a:t>
            </a:r>
            <a:r>
              <a:rPr kumimoji="1" lang="en-US" altLang="ja-JP"/>
              <a:t>40</a:t>
            </a:r>
            <a:r>
              <a:rPr kumimoji="1" lang="ja-JP" altLang="en-US"/>
              <a:t>文字。各ノードの長い説明はノートへ。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5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4ADD3-8A54-4A7E-AADE-5B020B55BBDB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95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F9A554-9697-AAD4-35B1-A2BF86E40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C71E321-6393-D707-79B5-DBBD2F89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0E5ECB-11DF-2EE1-B714-D9CF32F1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272D11-27AB-9F3E-D529-B262FF4F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72E582-F436-8817-92A2-CB913FCF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02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944BA6-A789-1725-6D31-8FF74294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43767B-742D-4B7F-2A27-86E6E3879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C56807-1E15-C250-D149-E821304B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1242CA-740A-7CC3-CF9E-578E0D46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D12183-C7D1-9495-8C59-A6DF949F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648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FBD7FE-D5F1-4039-491A-09455724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930E7B-A800-21A2-A4FB-6EC817684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0920A7-EC4C-3D77-F319-C5893F877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33E3DB-82FA-B1A9-0C37-1A4A04A7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8C51C1-AA30-59C4-2867-2C33886E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261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C01B8E-7396-BD63-B18C-D100543B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673E3F-F7E5-1C92-089B-75A2FBA1E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7C1074-59AC-E831-DD28-4534DD9F7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A20F94-1D29-BA6D-69A5-1EBC7B34C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9FD958-B89D-F30A-52D4-0B7A73C7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AF64AC-7366-E327-5A71-5A6FC6A5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59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1DF1B2-C31E-CEB4-09E2-530499D62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89A1E9-8F65-7891-D0A4-77211B8E6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98973C-086C-BA02-B0B5-B8A459EA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8A1A8F3-95BA-C558-2090-9BC86A11D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F397B44-3B4D-E9DF-E1C0-D1D7F9FB6D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96CF97-F00A-C478-7916-4865BF9F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6CBF89-9141-1389-5241-0BD108AA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14EC835-2170-8211-7EFE-E92FF418D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73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8A727B-AF09-6289-01F8-7F8F8823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0C7BF53-671E-E4C6-644C-35971CB8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4CDC02-00BB-4510-4FD0-B86FE192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E41A25-29B2-9C6D-B0F0-1ABE44C5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15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B3FE0E-33F4-EDB6-1AD4-BD8C4AD9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EFC38A5-15DC-3F72-2BEE-A6DEB71B2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8FA0A9-858B-2785-27A5-5D15F6BD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213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BABC35-3989-1300-1C38-3BC98CC55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91B42D-E52B-18A7-079E-249A9D9CE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A50343-C1E1-AE9A-2AFD-2B5B04D15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0FEE2E-8295-759D-F14D-5165BE2F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27AD15-41F2-5595-79C2-CA08B6EA6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90C7F9-56C3-40BC-1D63-2E252716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49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1EE1DD-FB87-8DE1-8503-BDF38A290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17843CB-C7B9-ACA4-922F-1759C2B98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C7E888-7B79-3CF2-FA58-A42AA0B8F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317B62-4340-F3FF-5D75-103C60F9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C09DD0-5D48-06D4-C7C8-931FA0B3B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D1A760-1577-60EA-A6BD-11FC999E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801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38EC1F-FB7B-A403-8571-65509A470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BE4043-F1BC-B24B-30D3-931BB7704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F7E3B8-EB17-B3C7-F16A-3B2BECD6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9157C6-083F-AD6A-9C10-A9C4BCB9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DC9465-572F-EFD3-6220-7F76AD18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87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1FDDCC7-90AC-A6F6-F50B-496DF2423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72657E-1025-1906-ED63-5A4F89BF9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2FC844-56D1-04F6-95E9-370C19B3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0CA89B-9F63-7584-A3E6-C3E604D5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273B93-B0C0-061C-3D13-A7BF0357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19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3C8AA03-0A32-D3B5-16F7-EA79AA85D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8B2AD4-5348-10FA-22AF-EBE33F56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F79A19-F25A-9637-EF7C-A4FC285EC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479FA-B41A-484B-A762-D78A970A41FD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F99E32-FD56-D0FC-2A72-80A929522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B24076-2436-BDD0-0164-662E4DFF0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43A8C-A535-4B07-8B76-728A6408A5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42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F41F679-1EB1-01FE-C514-B559806277A0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DCABC5A-9829-BEA7-62E2-ED0D8B3C76CD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439F7B-A86A-755E-ACDB-9E5AD5298265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構図カタログ </a:t>
            </a:r>
            <a:r>
              <a:rPr kumimoji="1" lang="en-US" altLang="ja-JP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4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BA7F3A-857A-911A-F398-1B4B5A6B5067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構図の見本 </a:t>
            </a:r>
            <a:r>
              <a:rPr kumimoji="1" lang="en-US" altLang="ja-JP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1AF8CEF-AF53-032C-BED1-11DCFBD1B9C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1C37B51-2314-1D78-D15E-84577D315E7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6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317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70E47D-5EE2-5103-B306-26023567F97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8DCDFE-6E6E-DE08-10F9-A37C8BF65AA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中央の式と下の具体例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7E5963E-FBF8-D76C-F530-5FFA15FDDCC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5F3C4D-81C2-F5AA-A172-B47178E4DE9D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FD09F0-3532-C8CD-8DCC-236744818490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7124EC7-27C1-8EB9-0A44-6B4F259B60F4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FFA623F-1594-B508-D110-AF420A3A0282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8745FDE-24DB-FE05-19B3-A4651C1F55AD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3A9773C-416F-69BB-B16E-A12989AA8A04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1A32286-B7A5-FECE-E6BB-E533E3684B84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AA84D1-1D56-FC2B-210C-BC4C638511AA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F025037-AF33-F8A7-5CA7-62E8DDED886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AD1DF67-DDB9-67F8-8E33-70999AC0B85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6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016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06E8DAB-3E62-EAED-1F40-C0A3F685BFA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8C80E3-255A-BFBA-7402-B11DD36C0DC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式の帯と説明一覧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A42F868-B7C9-86D5-2386-D702A83C7BF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BA2B1FF-6C98-3686-93C2-978DCD7840E0}"/>
              </a:ext>
            </a:extLst>
          </p:cNvPr>
          <p:cNvSpPr/>
          <p:nvPr/>
        </p:nvSpPr>
        <p:spPr>
          <a:xfrm>
            <a:off x="711200" y="2006600"/>
            <a:ext cx="10769600" cy="1270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F6FD254-88FF-75A3-E6D5-8111B6569C2A}"/>
              </a:ext>
            </a:extLst>
          </p:cNvPr>
          <p:cNvSpPr txBox="1"/>
          <p:nvPr/>
        </p:nvSpPr>
        <p:spPr>
          <a:xfrm>
            <a:off x="952500" y="2184400"/>
            <a:ext cx="102870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8D2A1A-CAE7-51AA-0390-7195C6EC3552}"/>
              </a:ext>
            </a:extLst>
          </p:cNvPr>
          <p:cNvSpPr txBox="1"/>
          <p:nvPr/>
        </p:nvSpPr>
        <p:spPr>
          <a:xfrm>
            <a:off x="711200" y="3429000"/>
            <a:ext cx="10769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D548063-8240-79C5-D6F1-8A8BC7A2197B}"/>
              </a:ext>
            </a:extLst>
          </p:cNvPr>
          <p:cNvSpPr txBox="1"/>
          <p:nvPr/>
        </p:nvSpPr>
        <p:spPr>
          <a:xfrm>
            <a:off x="711200" y="4292600"/>
            <a:ext cx="32308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D4C4BA-40E1-D7B3-2474-3699CFEF6E06}"/>
              </a:ext>
            </a:extLst>
          </p:cNvPr>
          <p:cNvSpPr txBox="1"/>
          <p:nvPr/>
        </p:nvSpPr>
        <p:spPr>
          <a:xfrm>
            <a:off x="4372864" y="4292600"/>
            <a:ext cx="7107936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B230B47-C3C4-FFE5-27DB-73DCE8D39C55}"/>
              </a:ext>
            </a:extLst>
          </p:cNvPr>
          <p:cNvCxnSpPr/>
          <p:nvPr/>
        </p:nvCxnSpPr>
        <p:spPr>
          <a:xfrm>
            <a:off x="711200" y="4787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87BBDE6-1C3E-4DCD-1B00-E6D70C8CBA34}"/>
              </a:ext>
            </a:extLst>
          </p:cNvPr>
          <p:cNvSpPr txBox="1"/>
          <p:nvPr/>
        </p:nvSpPr>
        <p:spPr>
          <a:xfrm>
            <a:off x="711200" y="4876800"/>
            <a:ext cx="32308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178DD6-75B4-3BEA-2C43-F1D77DCA0D32}"/>
              </a:ext>
            </a:extLst>
          </p:cNvPr>
          <p:cNvSpPr txBox="1"/>
          <p:nvPr/>
        </p:nvSpPr>
        <p:spPr>
          <a:xfrm>
            <a:off x="4372864" y="4876800"/>
            <a:ext cx="7107936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8F91A49-AE98-1C86-1FFB-762E8BCD6983}"/>
              </a:ext>
            </a:extLst>
          </p:cNvPr>
          <p:cNvCxnSpPr/>
          <p:nvPr/>
        </p:nvCxnSpPr>
        <p:spPr>
          <a:xfrm>
            <a:off x="711200" y="53721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936508D-CA21-EF7C-F8B9-86C4D0AE20EB}"/>
              </a:ext>
            </a:extLst>
          </p:cNvPr>
          <p:cNvSpPr txBox="1"/>
          <p:nvPr/>
        </p:nvSpPr>
        <p:spPr>
          <a:xfrm>
            <a:off x="711200" y="5461000"/>
            <a:ext cx="32308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AF88471-444B-2C26-94AE-6E8886A5667F}"/>
              </a:ext>
            </a:extLst>
          </p:cNvPr>
          <p:cNvSpPr txBox="1"/>
          <p:nvPr/>
        </p:nvSpPr>
        <p:spPr>
          <a:xfrm>
            <a:off x="4372864" y="5461000"/>
            <a:ext cx="7107936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D2BE5C32-48D5-E85B-2AC3-68C67A1EF39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340916A-81D7-DDED-F920-843C3E2530E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6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173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1CF36A3-62A3-9B64-C14D-EA9062E76F0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62D603-4770-4981-2DAA-FB2DC3C6E8D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説明の右に概念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034C75B-C84D-56E3-D843-FCECA6A7FE4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8E8722-AFFB-307B-B316-957925DD0D0A}"/>
              </a:ext>
            </a:extLst>
          </p:cNvPr>
          <p:cNvSpPr txBox="1"/>
          <p:nvPr/>
        </p:nvSpPr>
        <p:spPr>
          <a:xfrm>
            <a:off x="711200" y="2095500"/>
            <a:ext cx="1623568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2D26D6B-34A6-AB8F-2CB9-F855A447FA46}"/>
              </a:ext>
            </a:extLst>
          </p:cNvPr>
          <p:cNvSpPr txBox="1"/>
          <p:nvPr/>
        </p:nvSpPr>
        <p:spPr>
          <a:xfrm>
            <a:off x="2525776" y="2095500"/>
            <a:ext cx="2960624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CC8139B-3B3F-7AD3-C59A-12E88A4056EF}"/>
              </a:ext>
            </a:extLst>
          </p:cNvPr>
          <p:cNvCxnSpPr/>
          <p:nvPr/>
        </p:nvCxnSpPr>
        <p:spPr>
          <a:xfrm>
            <a:off x="711200" y="2990850"/>
            <a:ext cx="4775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08649D-43B8-A68E-4BB4-65A50127CDEB}"/>
              </a:ext>
            </a:extLst>
          </p:cNvPr>
          <p:cNvSpPr txBox="1"/>
          <p:nvPr/>
        </p:nvSpPr>
        <p:spPr>
          <a:xfrm>
            <a:off x="711200" y="3079750"/>
            <a:ext cx="1623568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5C7A0B-1B22-F29D-B35B-CEB85D88D246}"/>
              </a:ext>
            </a:extLst>
          </p:cNvPr>
          <p:cNvSpPr txBox="1"/>
          <p:nvPr/>
        </p:nvSpPr>
        <p:spPr>
          <a:xfrm>
            <a:off x="2525776" y="3079750"/>
            <a:ext cx="2960624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F90AD4C-DC92-678D-607C-2706F49B10F9}"/>
              </a:ext>
            </a:extLst>
          </p:cNvPr>
          <p:cNvCxnSpPr/>
          <p:nvPr/>
        </p:nvCxnSpPr>
        <p:spPr>
          <a:xfrm>
            <a:off x="711200" y="3975100"/>
            <a:ext cx="4775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F348F6C-814A-143E-4B96-48FBD551F271}"/>
              </a:ext>
            </a:extLst>
          </p:cNvPr>
          <p:cNvSpPr txBox="1"/>
          <p:nvPr/>
        </p:nvSpPr>
        <p:spPr>
          <a:xfrm>
            <a:off x="711200" y="4064000"/>
            <a:ext cx="1623568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8C0F42D-EBF9-F02C-4979-FFFAD65436E1}"/>
              </a:ext>
            </a:extLst>
          </p:cNvPr>
          <p:cNvSpPr txBox="1"/>
          <p:nvPr/>
        </p:nvSpPr>
        <p:spPr>
          <a:xfrm>
            <a:off x="2525776" y="4064000"/>
            <a:ext cx="2960624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61AC05B-EE84-43BB-7C5E-14F1C513D6D7}"/>
              </a:ext>
            </a:extLst>
          </p:cNvPr>
          <p:cNvCxnSpPr/>
          <p:nvPr/>
        </p:nvCxnSpPr>
        <p:spPr>
          <a:xfrm>
            <a:off x="711200" y="4959350"/>
            <a:ext cx="4775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0C51DC3-B314-F96A-A216-A47CB0DEA6B4}"/>
              </a:ext>
            </a:extLst>
          </p:cNvPr>
          <p:cNvSpPr txBox="1"/>
          <p:nvPr/>
        </p:nvSpPr>
        <p:spPr>
          <a:xfrm>
            <a:off x="711200" y="5048250"/>
            <a:ext cx="1623568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04FBD35-5814-F266-D1F7-99577ADF27C0}"/>
              </a:ext>
            </a:extLst>
          </p:cNvPr>
          <p:cNvSpPr txBox="1"/>
          <p:nvPr/>
        </p:nvSpPr>
        <p:spPr>
          <a:xfrm>
            <a:off x="2525776" y="5048250"/>
            <a:ext cx="2960624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8651E4E-4716-CB8B-CC57-88A0C321BFAF}"/>
              </a:ext>
            </a:extLst>
          </p:cNvPr>
          <p:cNvSpPr/>
          <p:nvPr/>
        </p:nvSpPr>
        <p:spPr>
          <a:xfrm>
            <a:off x="5981700" y="2019300"/>
            <a:ext cx="5499100" cy="4025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D049D5A-2CFD-6DF7-793C-24F53A378319}"/>
              </a:ext>
            </a:extLst>
          </p:cNvPr>
          <p:cNvSpPr txBox="1"/>
          <p:nvPr/>
        </p:nvSpPr>
        <p:spPr>
          <a:xfrm>
            <a:off x="6235700" y="2298700"/>
            <a:ext cx="4991100" cy="228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93873AD-F99E-6E8F-7F2D-BD633BA8FB57}"/>
              </a:ext>
            </a:extLst>
          </p:cNvPr>
          <p:cNvSpPr txBox="1"/>
          <p:nvPr/>
        </p:nvSpPr>
        <p:spPr>
          <a:xfrm>
            <a:off x="6223000" y="4902200"/>
            <a:ext cx="50038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3D5612F-DCC8-1AE3-D051-B6C0C409FCE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15422AC-B032-5CCD-BEC5-ABFC1EA509C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6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371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A23DE3B-D2C3-3B3B-EC46-C42E3320215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DD14B06-90AC-5EC9-ABC3-0594D63A2E4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全幅の循環図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B5C090D-6669-21E9-2152-70FC65147C7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02927CDF-59FD-9811-33E1-91E3CAB23E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5034636"/>
              </p:ext>
            </p:extLst>
          </p:nvPr>
        </p:nvGraphicFramePr>
        <p:xfrm>
          <a:off x="1485900" y="1943100"/>
          <a:ext cx="9220200" cy="330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D96C36-7F01-1207-121F-F50BD1F92C52}"/>
              </a:ext>
            </a:extLst>
          </p:cNvPr>
          <p:cNvSpPr txBox="1"/>
          <p:nvPr/>
        </p:nvSpPr>
        <p:spPr>
          <a:xfrm>
            <a:off x="711200" y="5537200"/>
            <a:ext cx="107696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同じ条件で情報を確かめます。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ACD7A09-9F7F-ABDB-CA39-6D443E11234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1EC2FC-4738-0DB6-93EF-82460B1643A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6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3149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8FB689-BF2F-F0F6-A921-EC7D671A751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DCE18F-C1F6-329E-071E-F317BEC4364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親子図と下の説明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15706DF-66D9-B19C-2432-DF4277084D7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1B1F56F4-0821-7971-9E7E-B9B3B7146E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715816"/>
              </p:ext>
            </p:extLst>
          </p:nvPr>
        </p:nvGraphicFramePr>
        <p:xfrm>
          <a:off x="711200" y="1981200"/>
          <a:ext cx="10769600" cy="3111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922314-F5EC-3F1A-B2F6-8B88D4AF2C94}"/>
              </a:ext>
            </a:extLst>
          </p:cNvPr>
          <p:cNvSpPr txBox="1"/>
          <p:nvPr/>
        </p:nvSpPr>
        <p:spPr>
          <a:xfrm>
            <a:off x="711200" y="5461000"/>
            <a:ext cx="1076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同じ条件で情報を確かめます。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C0DD306-E261-1CCC-5336-B9FC0CE58D1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EDA06D-6113-4B26-2557-76BBA7F8DA8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6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7693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961</Words>
  <Application>Microsoft Office PowerPoint</Application>
  <PresentationFormat>ユーザー設定</PresentationFormat>
  <Paragraphs>62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2026-09-27T04:39:22Z</dcterms:created>
  <dcterms:modified xsi:type="dcterms:W3CDTF">2026-09-27T04:39:22Z</dcterms:modified>
</cp:coreProperties>
</file>