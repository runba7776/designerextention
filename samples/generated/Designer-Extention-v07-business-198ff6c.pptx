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8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9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'Sheet1'!$B$1</c:f>
              <c:strCache>
                <c:ptCount val="1"/>
                <c:pt idx="0">
                  <c:v>参考値</c:v>
                </c:pt>
              </c:strCache>
            </c:strRef>
          </c:tx>
          <c:spPr>
            <a:solidFill>
              <a:srgbClr val="245DA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.###############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'Sheet1'!$A$2:$A$4</c:f>
              <c:strCache>
                <c:ptCount val="3"/>
                <c:pt idx="0">
                  <c:v>対象A</c:v>
                </c:pt>
                <c:pt idx="1">
                  <c:v>対象B</c:v>
                </c:pt>
                <c:pt idx="2">
                  <c:v>対象C</c:v>
                </c:pt>
              </c:strCache>
            </c:strRef>
          </c:cat>
          <c:val>
            <c:numRef>
              <c:f>'Sheet1'!$B$2:$B$4</c:f>
              <c:numCache>
                <c:formatCode>General</c:formatCode>
                <c:ptCount val="3"/>
                <c:pt idx="0">
                  <c:v>24</c:v>
                </c:pt>
                <c:pt idx="1">
                  <c:v>36</c:v>
                </c:pt>
                <c:pt idx="2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EE-4639-9CA4-D65C090AA0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599839519"/>
        <c:axId val="775753776"/>
      </c:barChart>
      <c:catAx>
        <c:axId val="59983951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775753776"/>
        <c:crosses val="autoZero"/>
        <c:auto val="1"/>
        <c:lblAlgn val="ctr"/>
        <c:lblOffset val="100"/>
        <c:tickLblSkip val="1"/>
        <c:noMultiLvlLbl val="0"/>
      </c:catAx>
      <c:valAx>
        <c:axId val="775753776"/>
        <c:scaling>
          <c:orientation val="minMax"/>
          <c:min val="0"/>
        </c:scaling>
        <c:delete val="0"/>
        <c:axPos val="b"/>
        <c:majorGridlines>
          <c:spPr>
            <a:ln w="9525" cap="flat" cmpd="sng" algn="ctr">
              <a:solidFill>
                <a:srgbClr val="DFE2E6"/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r>
                  <a:rPr lang="ja-JP"/>
                  <a:t>件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172D4A"/>
                  </a:solidFill>
                  <a:latin typeface="BIZ UDPGothic"/>
                  <a:ea typeface="BIZ UDPGothic"/>
                  <a:cs typeface="BIZ UDPGothic"/>
                </a:defRPr>
              </a:pPr>
              <a:endParaRPr lang="ja-JP"/>
            </a:p>
          </c:txPr>
        </c:title>
        <c:numFmt formatCode="#,##0.###############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599839519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172D4A"/>
          </a:solidFill>
          <a:latin typeface="BIZ UDPGothic"/>
          <a:ea typeface="BIZ UDPGothic"/>
          <a:cs typeface="BIZ UDPGothic"/>
        </a:defRPr>
      </a:pPr>
      <a:endParaRPr lang="ja-JP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'Sheet1'!$B$1</c:f>
              <c:strCache>
                <c:ptCount val="1"/>
                <c:pt idx="0">
                  <c:v>参考値</c:v>
                </c:pt>
              </c:strCache>
            </c:strRef>
          </c:tx>
          <c:spPr>
            <a:solidFill>
              <a:srgbClr val="245DA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.###############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'Sheet1'!$A$2:$A$4</c:f>
              <c:strCache>
                <c:ptCount val="3"/>
                <c:pt idx="0">
                  <c:v>対象A</c:v>
                </c:pt>
                <c:pt idx="1">
                  <c:v>対象B</c:v>
                </c:pt>
                <c:pt idx="2">
                  <c:v>対象C</c:v>
                </c:pt>
              </c:strCache>
            </c:strRef>
          </c:cat>
          <c:val>
            <c:numRef>
              <c:f>'Sheet1'!$B$2:$B$4</c:f>
              <c:numCache>
                <c:formatCode>General</c:formatCode>
                <c:ptCount val="3"/>
                <c:pt idx="0">
                  <c:v>24</c:v>
                </c:pt>
                <c:pt idx="1">
                  <c:v>36</c:v>
                </c:pt>
                <c:pt idx="2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0E-4C41-A3C0-A104BC0C80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99827455"/>
        <c:axId val="775768176"/>
      </c:barChart>
      <c:catAx>
        <c:axId val="5998274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775768176"/>
        <c:crosses val="autoZero"/>
        <c:auto val="1"/>
        <c:lblAlgn val="ctr"/>
        <c:lblOffset val="100"/>
        <c:tickLblSkip val="1"/>
        <c:noMultiLvlLbl val="0"/>
      </c:catAx>
      <c:valAx>
        <c:axId val="775768176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rgbClr val="DFE2E6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r>
                  <a:rPr lang="ja-JP"/>
                  <a:t>件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172D4A"/>
                  </a:solidFill>
                  <a:latin typeface="BIZ UDPGothic"/>
                  <a:ea typeface="BIZ UDPGothic"/>
                  <a:cs typeface="BIZ UDPGothic"/>
                </a:defRPr>
              </a:pPr>
              <a:endParaRPr lang="ja-JP"/>
            </a:p>
          </c:txPr>
        </c:title>
        <c:numFmt formatCode="#,##0.###############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599827455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172D4A"/>
          </a:solidFill>
          <a:latin typeface="BIZ UDPGothic"/>
          <a:ea typeface="BIZ UDPGothic"/>
          <a:cs typeface="BIZ UDPGothic"/>
        </a:defRPr>
      </a:pPr>
      <a:endParaRPr lang="ja-JP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'Sheet1'!$B$1</c:f>
              <c:strCache>
                <c:ptCount val="1"/>
                <c:pt idx="0">
                  <c:v>参考値</c:v>
                </c:pt>
              </c:strCache>
            </c:strRef>
          </c:tx>
          <c:spPr>
            <a:ln w="31750" cap="rnd">
              <a:solidFill>
                <a:srgbClr val="245DA8"/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rgbClr val="245DA8"/>
              </a:solidFill>
              <a:ln w="31750">
                <a:solidFill>
                  <a:srgbClr val="245DA8"/>
                </a:solidFill>
                <a:prstDash val="solid"/>
              </a:ln>
              <a:effectLst/>
            </c:spPr>
          </c:marker>
          <c:dLbls>
            <c:numFmt formatCode="#,##0.###############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'Sheet1'!$A$2:$A$4</c:f>
              <c:strCache>
                <c:ptCount val="3"/>
                <c:pt idx="0">
                  <c:v>4月</c:v>
                </c:pt>
                <c:pt idx="1">
                  <c:v>5月</c:v>
                </c:pt>
                <c:pt idx="2">
                  <c:v>6月</c:v>
                </c:pt>
              </c:strCache>
            </c:strRef>
          </c:cat>
          <c:val>
            <c:numRef>
              <c:f>'Sheet1'!$B$2:$B$4</c:f>
              <c:numCache>
                <c:formatCode>General</c:formatCode>
                <c:ptCount val="3"/>
                <c:pt idx="0">
                  <c:v>24</c:v>
                </c:pt>
                <c:pt idx="1">
                  <c:v>36</c:v>
                </c:pt>
                <c:pt idx="2">
                  <c:v>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612-4C5C-BC5E-DB7A77833F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13404751"/>
        <c:axId val="775781136"/>
      </c:lineChart>
      <c:catAx>
        <c:axId val="6134047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775781136"/>
        <c:crosses val="autoZero"/>
        <c:auto val="1"/>
        <c:lblAlgn val="ctr"/>
        <c:lblOffset val="100"/>
        <c:tickLblSkip val="1"/>
        <c:noMultiLvlLbl val="0"/>
      </c:catAx>
      <c:valAx>
        <c:axId val="7757811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DFE2E6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r>
                  <a:rPr lang="ja-JP"/>
                  <a:t>件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172D4A"/>
                  </a:solidFill>
                  <a:latin typeface="BIZ UDPGothic"/>
                  <a:ea typeface="BIZ UDPGothic"/>
                  <a:cs typeface="BIZ UDPGothic"/>
                </a:defRPr>
              </a:pPr>
              <a:endParaRPr lang="ja-JP"/>
            </a:p>
          </c:txPr>
        </c:title>
        <c:numFmt formatCode="#,##0.###############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613404751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172D4A"/>
          </a:solidFill>
          <a:latin typeface="BIZ UDPGothic"/>
          <a:ea typeface="BIZ UDPGothic"/>
          <a:cs typeface="BIZ UDPGothic"/>
        </a:defRPr>
      </a:pPr>
      <a:endParaRPr lang="ja-JP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ser>
          <c:idx val="0"/>
          <c:order val="0"/>
          <c:tx>
            <c:strRef>
              <c:f>'Sheet1'!$B$1</c:f>
              <c:strCache>
                <c:ptCount val="1"/>
                <c:pt idx="0">
                  <c:v>全体の内訳</c:v>
                </c:pt>
              </c:strCache>
            </c:strRef>
          </c:tx>
          <c:spPr>
            <a:solidFill>
              <a:srgbClr val="245DA8"/>
            </a:solidFill>
            <a:ln w="19050"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prstClr val="white"/>
                  </a:solidFill>
                </a14:hiddenLine>
              </a:ext>
            </a:extLst>
          </c:spPr>
          <c:dPt>
            <c:idx val="0"/>
            <c:bubble3D val="0"/>
            <c:spPr>
              <a:solidFill>
                <a:srgbClr val="245DA8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E22-4992-BCE7-904ECF8C6260}"/>
              </c:ext>
            </c:extLst>
          </c:dPt>
          <c:dPt>
            <c:idx val="1"/>
            <c:bubble3D val="0"/>
            <c:spPr>
              <a:solidFill>
                <a:srgbClr val="945F1D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FE22-4992-BCE7-904ECF8C6260}"/>
              </c:ext>
            </c:extLst>
          </c:dPt>
          <c:dPt>
            <c:idx val="2"/>
            <c:bubble3D val="0"/>
            <c:spPr>
              <a:solidFill>
                <a:srgbClr val="8B5AC4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E22-4992-BCE7-904ECF8C6260}"/>
              </c:ext>
            </c:extLst>
          </c:dPt>
          <c:dLbls>
            <c:dLbl>
              <c:idx val="0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FFFFFF"/>
                      </a:solidFill>
                      <a:latin typeface="BIZ UDPGothic"/>
                      <a:ea typeface="BIZ UDPGothic"/>
                      <a:cs typeface="BIZ UDPGothic"/>
                    </a:defRPr>
                  </a:pPr>
                  <a:endParaRPr lang="ja-JP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FE22-4992-BCE7-904ECF8C6260}"/>
                </c:ext>
              </c:extLst>
            </c:dLbl>
            <c:dLbl>
              <c:idx val="1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FFFFFF"/>
                      </a:solidFill>
                      <a:latin typeface="BIZ UDPGothic"/>
                      <a:ea typeface="BIZ UDPGothic"/>
                      <a:cs typeface="BIZ UDPGothic"/>
                    </a:defRPr>
                  </a:pPr>
                  <a:endParaRPr lang="ja-JP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2-FE22-4992-BCE7-904ECF8C6260}"/>
                </c:ext>
              </c:extLst>
            </c:dLbl>
            <c:dLbl>
              <c:idx val="2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FFFFFF"/>
                      </a:solidFill>
                      <a:latin typeface="BIZ UDPGothic"/>
                      <a:ea typeface="BIZ UDPGothic"/>
                      <a:cs typeface="BIZ UDPGothic"/>
                    </a:defRPr>
                  </a:pPr>
                  <a:endParaRPr lang="ja-JP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FE22-4992-BCE7-904ECF8C6260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'Sheet1'!$A$2:$A$4</c:f>
              <c:strCache>
                <c:ptCount val="3"/>
                <c:pt idx="0">
                  <c:v>学習</c:v>
                </c:pt>
                <c:pt idx="1">
                  <c:v>運動</c:v>
                </c:pt>
                <c:pt idx="2">
                  <c:v>休息</c:v>
                </c:pt>
              </c:strCache>
            </c:strRef>
          </c:cat>
          <c:val>
            <c:numRef>
              <c:f>'Sheet1'!$B$2:$B$4</c:f>
              <c:numCache>
                <c:formatCode>General</c:formatCode>
                <c:ptCount val="3"/>
                <c:pt idx="0">
                  <c:v>45</c:v>
                </c:pt>
                <c:pt idx="1">
                  <c:v>30</c:v>
                </c:pt>
                <c:pt idx="2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E22-4992-BCE7-904ECF8C62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rgbClr val="172D4A"/>
              </a:solidFill>
              <a:latin typeface="BIZ UDPGothic"/>
              <a:ea typeface="BIZ UDPGothic"/>
              <a:cs typeface="BIZ UDPGothic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172D4A"/>
          </a:solidFill>
          <a:latin typeface="BIZ UDPGothic"/>
          <a:ea typeface="BIZ UDPGothic"/>
          <a:cs typeface="BIZ UDPGothic"/>
        </a:defRPr>
      </a:pPr>
      <a:endParaRPr lang="ja-JP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doughnutChart>
        <c:varyColors val="1"/>
        <c:ser>
          <c:idx val="0"/>
          <c:order val="0"/>
          <c:tx>
            <c:strRef>
              <c:f>'Sheet1'!$B$1</c:f>
              <c:strCache>
                <c:ptCount val="1"/>
                <c:pt idx="0">
                  <c:v>全体の内訳</c:v>
                </c:pt>
              </c:strCache>
            </c:strRef>
          </c:tx>
          <c:spPr>
            <a:solidFill>
              <a:srgbClr val="245DA8"/>
            </a:solidFill>
            <a:ln w="19050"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prstClr val="white"/>
                  </a:solidFill>
                </a14:hiddenLine>
              </a:ext>
            </a:extLst>
          </c:spPr>
          <c:dPt>
            <c:idx val="0"/>
            <c:bubble3D val="0"/>
            <c:spPr>
              <a:solidFill>
                <a:srgbClr val="245DA8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8C4-4AE0-A159-6A620E6F09C8}"/>
              </c:ext>
            </c:extLst>
          </c:dPt>
          <c:dPt>
            <c:idx val="1"/>
            <c:bubble3D val="0"/>
            <c:spPr>
              <a:solidFill>
                <a:srgbClr val="945F1D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38C4-4AE0-A159-6A620E6F09C8}"/>
              </c:ext>
            </c:extLst>
          </c:dPt>
          <c:dPt>
            <c:idx val="2"/>
            <c:bubble3D val="0"/>
            <c:spPr>
              <a:solidFill>
                <a:srgbClr val="8B5AC4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8C4-4AE0-A159-6A620E6F09C8}"/>
              </c:ext>
            </c:extLst>
          </c:dPt>
          <c:dLbls>
            <c:dLbl>
              <c:idx val="0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FFFFFF"/>
                      </a:solidFill>
                      <a:latin typeface="BIZ UDPGothic"/>
                      <a:ea typeface="BIZ UDPGothic"/>
                      <a:cs typeface="BIZ UDPGothic"/>
                    </a:defRPr>
                  </a:pPr>
                  <a:endParaRPr lang="ja-JP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38C4-4AE0-A159-6A620E6F09C8}"/>
                </c:ext>
              </c:extLst>
            </c:dLbl>
            <c:dLbl>
              <c:idx val="1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FFFFFF"/>
                      </a:solidFill>
                      <a:latin typeface="BIZ UDPGothic"/>
                      <a:ea typeface="BIZ UDPGothic"/>
                      <a:cs typeface="BIZ UDPGothic"/>
                    </a:defRPr>
                  </a:pPr>
                  <a:endParaRPr lang="ja-JP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2-38C4-4AE0-A159-6A620E6F09C8}"/>
                </c:ext>
              </c:extLst>
            </c:dLbl>
            <c:dLbl>
              <c:idx val="2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FFFFFF"/>
                      </a:solidFill>
                      <a:latin typeface="BIZ UDPGothic"/>
                      <a:ea typeface="BIZ UDPGothic"/>
                      <a:cs typeface="BIZ UDPGothic"/>
                    </a:defRPr>
                  </a:pPr>
                  <a:endParaRPr lang="ja-JP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38C4-4AE0-A159-6A620E6F09C8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'Sheet1'!$A$2:$A$4</c:f>
              <c:strCache>
                <c:ptCount val="3"/>
                <c:pt idx="0">
                  <c:v>学習</c:v>
                </c:pt>
                <c:pt idx="1">
                  <c:v>運動</c:v>
                </c:pt>
                <c:pt idx="2">
                  <c:v>休息</c:v>
                </c:pt>
              </c:strCache>
            </c:strRef>
          </c:cat>
          <c:val>
            <c:numRef>
              <c:f>'Sheet1'!$B$2:$B$4</c:f>
              <c:numCache>
                <c:formatCode>General</c:formatCode>
                <c:ptCount val="3"/>
                <c:pt idx="0">
                  <c:v>45</c:v>
                </c:pt>
                <c:pt idx="1">
                  <c:v>30</c:v>
                </c:pt>
                <c:pt idx="2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C4-4AE0-A159-6A620E6F09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8"/>
      </c:doughnutChart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rgbClr val="172D4A"/>
              </a:solidFill>
              <a:latin typeface="BIZ UDPGothic"/>
              <a:ea typeface="BIZ UDPGothic"/>
              <a:cs typeface="BIZ UDPGothic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172D4A"/>
          </a:solidFill>
          <a:latin typeface="BIZ UDPGothic"/>
          <a:ea typeface="BIZ UDPGothic"/>
          <a:cs typeface="BIZ UDPGothic"/>
        </a:defRPr>
      </a:pPr>
      <a:endParaRPr lang="ja-JP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'Sheet1'!$B$1</c:f>
              <c:strCache>
                <c:ptCount val="1"/>
                <c:pt idx="0">
                  <c:v>内訳A</c:v>
                </c:pt>
              </c:strCache>
            </c:strRef>
          </c:tx>
          <c:spPr>
            <a:solidFill>
              <a:srgbClr val="245DA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.###############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FFFFFF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'Sheet1'!$A$2:$A$4</c:f>
              <c:strCache>
                <c:ptCount val="3"/>
                <c:pt idx="0">
                  <c:v>対象A</c:v>
                </c:pt>
                <c:pt idx="1">
                  <c:v>対象B</c:v>
                </c:pt>
                <c:pt idx="2">
                  <c:v>対象C</c:v>
                </c:pt>
              </c:strCache>
            </c:strRef>
          </c:cat>
          <c:val>
            <c:numRef>
              <c:f>'Sheet1'!$B$2:$B$4</c:f>
              <c:numCache>
                <c:formatCode>General</c:formatCode>
                <c:ptCount val="3"/>
                <c:pt idx="0">
                  <c:v>24</c:v>
                </c:pt>
                <c:pt idx="1">
                  <c:v>36</c:v>
                </c:pt>
                <c:pt idx="2">
                  <c:v>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7D-4452-9D3D-9477F60757A8}"/>
            </c:ext>
          </c:extLst>
        </c:ser>
        <c:ser>
          <c:idx val="1"/>
          <c:order val="1"/>
          <c:tx>
            <c:strRef>
              <c:f>'Sheet1'!$C$1</c:f>
              <c:strCache>
                <c:ptCount val="1"/>
                <c:pt idx="0">
                  <c:v>内訳B</c:v>
                </c:pt>
              </c:strCache>
            </c:strRef>
          </c:tx>
          <c:spPr>
            <a:solidFill>
              <a:srgbClr val="945F1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.###############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FFFFFF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'Sheet1'!$A$2:$A$4</c:f>
              <c:strCache>
                <c:ptCount val="3"/>
                <c:pt idx="0">
                  <c:v>対象A</c:v>
                </c:pt>
                <c:pt idx="1">
                  <c:v>対象B</c:v>
                </c:pt>
                <c:pt idx="2">
                  <c:v>対象C</c:v>
                </c:pt>
              </c:strCache>
            </c:strRef>
          </c:cat>
          <c:val>
            <c:numRef>
              <c:f>'Sheet1'!$C$2:$C$4</c:f>
              <c:numCache>
                <c:formatCode>General</c:formatCode>
                <c:ptCount val="3"/>
                <c:pt idx="0">
                  <c:v>12</c:v>
                </c:pt>
                <c:pt idx="1">
                  <c:v>18</c:v>
                </c:pt>
                <c:pt idx="2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07D-4452-9D3D-9477F60757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611137503"/>
        <c:axId val="775737456"/>
      </c:barChart>
      <c:catAx>
        <c:axId val="61113750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775737456"/>
        <c:crosses val="autoZero"/>
        <c:auto val="1"/>
        <c:lblAlgn val="ctr"/>
        <c:lblOffset val="100"/>
        <c:tickLblSkip val="1"/>
        <c:noMultiLvlLbl val="0"/>
      </c:catAx>
      <c:valAx>
        <c:axId val="775737456"/>
        <c:scaling>
          <c:orientation val="minMax"/>
          <c:min val="0"/>
        </c:scaling>
        <c:delete val="0"/>
        <c:axPos val="b"/>
        <c:majorGridlines>
          <c:spPr>
            <a:ln w="9525" cap="flat" cmpd="sng" algn="ctr">
              <a:solidFill>
                <a:srgbClr val="DFE2E6"/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r>
                  <a:rPr lang="ja-JP"/>
                  <a:t>件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172D4A"/>
                  </a:solidFill>
                  <a:latin typeface="BIZ UDPGothic"/>
                  <a:ea typeface="BIZ UDPGothic"/>
                  <a:cs typeface="BIZ UDPGothic"/>
                </a:defRPr>
              </a:pPr>
              <a:endParaRPr lang="ja-JP"/>
            </a:p>
          </c:txPr>
        </c:title>
        <c:numFmt formatCode="#,##0.###############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611137503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rgbClr val="172D4A"/>
              </a:solidFill>
              <a:latin typeface="BIZ UDPGothic"/>
              <a:ea typeface="BIZ UDPGothic"/>
              <a:cs typeface="BIZ UDPGothic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172D4A"/>
          </a:solidFill>
          <a:latin typeface="BIZ UDPGothic"/>
          <a:ea typeface="BIZ UDPGothic"/>
          <a:cs typeface="BIZ UDPGothic"/>
        </a:defRPr>
      </a:pPr>
      <a:endParaRPr lang="ja-JP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'Sheet1'!$B$1</c:f>
              <c:strCache>
                <c:ptCount val="1"/>
                <c:pt idx="0">
                  <c:v>内訳A</c:v>
                </c:pt>
              </c:strCache>
            </c:strRef>
          </c:tx>
          <c:spPr>
            <a:solidFill>
              <a:srgbClr val="245DA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.###############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FFFFFF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'Sheet1'!$A$2:$A$4</c:f>
              <c:strCache>
                <c:ptCount val="3"/>
                <c:pt idx="0">
                  <c:v>対象A</c:v>
                </c:pt>
                <c:pt idx="1">
                  <c:v>対象B</c:v>
                </c:pt>
                <c:pt idx="2">
                  <c:v>対象C</c:v>
                </c:pt>
              </c:strCache>
            </c:strRef>
          </c:cat>
          <c:val>
            <c:numRef>
              <c:f>'Sheet1'!$B$2:$B$4</c:f>
              <c:numCache>
                <c:formatCode>General</c:formatCode>
                <c:ptCount val="3"/>
                <c:pt idx="0">
                  <c:v>24</c:v>
                </c:pt>
                <c:pt idx="1">
                  <c:v>36</c:v>
                </c:pt>
                <c:pt idx="2">
                  <c:v>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F0-4D6B-9AF0-7BAAD870B68C}"/>
            </c:ext>
          </c:extLst>
        </c:ser>
        <c:ser>
          <c:idx val="1"/>
          <c:order val="1"/>
          <c:tx>
            <c:strRef>
              <c:f>'Sheet1'!$C$1</c:f>
              <c:strCache>
                <c:ptCount val="1"/>
                <c:pt idx="0">
                  <c:v>内訳B</c:v>
                </c:pt>
              </c:strCache>
            </c:strRef>
          </c:tx>
          <c:spPr>
            <a:solidFill>
              <a:srgbClr val="945F1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.###############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FFFFFF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'Sheet1'!$A$2:$A$4</c:f>
              <c:strCache>
                <c:ptCount val="3"/>
                <c:pt idx="0">
                  <c:v>対象A</c:v>
                </c:pt>
                <c:pt idx="1">
                  <c:v>対象B</c:v>
                </c:pt>
                <c:pt idx="2">
                  <c:v>対象C</c:v>
                </c:pt>
              </c:strCache>
            </c:strRef>
          </c:cat>
          <c:val>
            <c:numRef>
              <c:f>'Sheet1'!$C$2:$C$4</c:f>
              <c:numCache>
                <c:formatCode>General</c:formatCode>
                <c:ptCount val="3"/>
                <c:pt idx="0">
                  <c:v>12</c:v>
                </c:pt>
                <c:pt idx="1">
                  <c:v>18</c:v>
                </c:pt>
                <c:pt idx="2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0F0-4D6B-9AF0-7BAAD870B6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772248352"/>
        <c:axId val="775747056"/>
      </c:barChart>
      <c:catAx>
        <c:axId val="7722483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775747056"/>
        <c:crosses val="autoZero"/>
        <c:auto val="1"/>
        <c:lblAlgn val="ctr"/>
        <c:lblOffset val="100"/>
        <c:tickLblSkip val="1"/>
        <c:noMultiLvlLbl val="0"/>
      </c:catAx>
      <c:valAx>
        <c:axId val="775747056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rgbClr val="DFE2E6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r>
                  <a:rPr lang="ja-JP"/>
                  <a:t>件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172D4A"/>
                  </a:solidFill>
                  <a:latin typeface="BIZ UDPGothic"/>
                  <a:ea typeface="BIZ UDPGothic"/>
                  <a:cs typeface="BIZ UDPGothic"/>
                </a:defRPr>
              </a:pPr>
              <a:endParaRPr lang="ja-JP"/>
            </a:p>
          </c:txPr>
        </c:title>
        <c:numFmt formatCode="#,##0.###############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772248352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rgbClr val="172D4A"/>
              </a:solidFill>
              <a:latin typeface="BIZ UDPGothic"/>
              <a:ea typeface="BIZ UDPGothic"/>
              <a:cs typeface="BIZ UDPGothic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172D4A"/>
          </a:solidFill>
          <a:latin typeface="BIZ UDPGothic"/>
          <a:ea typeface="BIZ UDPGothic"/>
          <a:cs typeface="BIZ UDPGothic"/>
        </a:defRPr>
      </a:pPr>
      <a:endParaRPr lang="ja-JP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'Sheet1'!$B$1</c:f>
              <c:strCache>
                <c:ptCount val="1"/>
                <c:pt idx="0">
                  <c:v>参考値</c:v>
                </c:pt>
              </c:strCache>
            </c:strRef>
          </c:tx>
          <c:spPr>
            <a:solidFill>
              <a:srgbClr val="245DA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.###############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'Sheet1'!$A$2:$A$4</c:f>
              <c:strCache>
                <c:ptCount val="3"/>
                <c:pt idx="0">
                  <c:v>学習</c:v>
                </c:pt>
                <c:pt idx="1">
                  <c:v>運動</c:v>
                </c:pt>
                <c:pt idx="2">
                  <c:v>休息</c:v>
                </c:pt>
              </c:strCache>
            </c:strRef>
          </c:cat>
          <c:val>
            <c:numRef>
              <c:f>'Sheet1'!$B$2:$B$4</c:f>
              <c:numCache>
                <c:formatCode>General</c:formatCode>
                <c:ptCount val="3"/>
                <c:pt idx="0">
                  <c:v>45</c:v>
                </c:pt>
                <c:pt idx="1">
                  <c:v>30</c:v>
                </c:pt>
                <c:pt idx="2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10-497E-B2BF-05979451A2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772239072"/>
        <c:axId val="775772496"/>
      </c:barChart>
      <c:catAx>
        <c:axId val="7722390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775772496"/>
        <c:crosses val="autoZero"/>
        <c:auto val="1"/>
        <c:lblAlgn val="ctr"/>
        <c:lblOffset val="100"/>
        <c:tickLblSkip val="1"/>
        <c:noMultiLvlLbl val="0"/>
      </c:catAx>
      <c:valAx>
        <c:axId val="775772496"/>
        <c:scaling>
          <c:orientation val="minMax"/>
          <c:min val="0"/>
        </c:scaling>
        <c:delete val="0"/>
        <c:axPos val="b"/>
        <c:majorGridlines>
          <c:spPr>
            <a:ln w="9525" cap="flat" cmpd="sng" algn="ctr">
              <a:solidFill>
                <a:srgbClr val="DFE2E6"/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r>
                  <a:rPr lang="ja-JP"/>
                  <a:t>時間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172D4A"/>
                  </a:solidFill>
                  <a:latin typeface="BIZ UDPGothic"/>
                  <a:ea typeface="BIZ UDPGothic"/>
                  <a:cs typeface="BIZ UDPGothic"/>
                </a:defRPr>
              </a:pPr>
              <a:endParaRPr lang="ja-JP"/>
            </a:p>
          </c:txPr>
        </c:title>
        <c:numFmt formatCode="#,##0.###############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772239072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400">
          <a:solidFill>
            <a:srgbClr val="172D4A"/>
          </a:solidFill>
          <a:latin typeface="BIZ UDPGothic"/>
          <a:ea typeface="BIZ UDPGothic"/>
          <a:cs typeface="BIZ UDPGothic"/>
        </a:defRPr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C8AE88-B74B-4A11-A12C-EC512726F938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630003-6995-4F8A-B91B-DBA06F617D0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784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48</a:t>
            </a:r>
            <a:r>
              <a:rPr kumimoji="1" lang="ja-JP" altLang="en-US"/>
              <a:t>種類のアイコンと</a:t>
            </a:r>
            <a:r>
              <a:rPr kumimoji="1" lang="en-US" altLang="ja-JP"/>
              <a:t>7</a:t>
            </a:r>
            <a:r>
              <a:rPr kumimoji="1" lang="ja-JP" altLang="en-US"/>
              <a:t>種類のグラフ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30003-6995-4F8A-B91B-DBA06F617D0B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21855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30003-6995-4F8A-B91B-DBA06F617D0B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27588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30003-6995-4F8A-B91B-DBA06F617D0B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4486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30003-6995-4F8A-B91B-DBA06F617D0B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35558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30003-6995-4F8A-B91B-DBA06F617D0B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62061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30003-6995-4F8A-B91B-DBA06F617D0B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27984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30003-6995-4F8A-B91B-DBA06F617D0B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49770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30003-6995-4F8A-B91B-DBA06F617D0B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06955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学習 </a:t>
            </a:r>
            <a:r>
              <a:rPr kumimoji="1" lang="en-US" altLang="ja-JP"/>
              <a:t>— </a:t>
            </a:r>
            <a:r>
              <a:rPr kumimoji="1" lang="ja-JP" altLang="en-US"/>
              <a:t>数値を比較して見る。
運動 </a:t>
            </a:r>
            <a:r>
              <a:rPr kumimoji="1" lang="en-US" altLang="ja-JP"/>
              <a:t>— </a:t>
            </a:r>
            <a:r>
              <a:rPr kumimoji="1" lang="ja-JP" altLang="en-US"/>
              <a:t>違いを棒の長さで読む。
休息 </a:t>
            </a:r>
            <a:r>
              <a:rPr kumimoji="1" lang="en-US" altLang="ja-JP"/>
              <a:t>— </a:t>
            </a:r>
            <a:r>
              <a:rPr kumimoji="1" lang="ja-JP" altLang="en-US"/>
              <a:t>全体との関係を確かめる。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30003-6995-4F8A-B91B-DBA06F617D0B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98703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アイデア・発想
資料・記録
グラフ・分析
人・チーム
地域・国際
機密・保護
数学・計算
時間・予定
目的・目標
会社・組織
金額・費用・資産
確認・調査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30003-6995-4F8A-B91B-DBA06F617D0B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39178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PC</a:t>
            </a:r>
            <a:r>
              <a:rPr kumimoji="1" lang="ja-JP" altLang="en-US"/>
              <a:t>・作業環境
スマートフォン・モバイル
サーバー・基盤
データベース・保管
クラウド
接続・ネットワーク
プログラム・開発
</a:t>
            </a:r>
            <a:r>
              <a:rPr kumimoji="1" lang="en-US" altLang="ja-JP"/>
              <a:t>AI</a:t>
            </a:r>
            <a:r>
              <a:rPr kumimoji="1" lang="ja-JP" altLang="en-US"/>
              <a:t>・半導体
本・学習
学校・進学
化学・実験
物理・原子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30003-6995-4F8A-B91B-DBA06F617D0B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75247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図形・幾何
組み合わせ・パズル
自然・環境
再利用・資源循環
電力・エネルギー
水・水資源
太陽・太陽光
健康・ケア
医療・病院
利用しやすさ・バリアフリー
製造・工場
修理・保守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30003-6995-4F8A-B91B-DBA06F617D0B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04813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物流・配送
鉄道・交通
航空・旅行
買い物・小売
製品・荷物
対話・発信
メール・連絡
写真・撮影
場所・拠点
暦・日付
節目・開始
法務・公平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30003-6995-4F8A-B91B-DBA06F617D0B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2135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87EDD1-4CB1-C47F-57BC-058A8F1CFF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29D8550-2C90-3D4B-D744-906A50045F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E0B9368-9EBA-B3E5-B5D2-B98BFC9B9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B4B5B-B760-4F61-9DE5-09BD2CF120FD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CE086A1-543C-6CB4-20F9-BD023759B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6A3350E-6532-026E-C240-93D936117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8AFC6-C6EC-4BD1-A446-E665AE41CC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1710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4A1F56-AE5F-B8A3-8BE3-31EB20BA3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03A54BA-78E5-C7B4-A219-543F9C131F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DE9199A-151B-D3A5-799C-C1053547B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B4B5B-B760-4F61-9DE5-09BD2CF120FD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1667DE1-4F56-0088-45D2-5EA3F22A9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DF1A9D0-FB1B-D186-125C-B96F7C78B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8AFC6-C6EC-4BD1-A446-E665AE41CC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0987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598221-1A7F-B45D-FF8C-849EEBC72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3911983-ED98-F16B-6FC5-7E30E644E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5589372-FA22-6BE6-9245-DABA53063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B4B5B-B760-4F61-9DE5-09BD2CF120FD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74C4039-374D-41FD-5798-0C06DE623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4B6ADF5-448B-08C5-BDA5-05D76CB2C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8AFC6-C6EC-4BD1-A446-E665AE41CC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3251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25AE90-ACDE-9D7E-FDE0-165E708B9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9143CD6-170B-A8F9-45FE-B237FD943C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C5959ED-DC77-881C-799F-2E1A835499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8AE931D-AE04-E72D-9232-61BD89CE9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B4B5B-B760-4F61-9DE5-09BD2CF120FD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5BB0332-0B6E-A463-A209-4465C4AA6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FB765F-C412-AE41-0717-2B845A8E9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8AFC6-C6EC-4BD1-A446-E665AE41CC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8230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6A0FE2-5B5A-6BC5-31E4-2224B9AF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2B77445-1F9F-4673-C431-596B45CF5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D1AF719-516F-CBD8-7FB2-3291990C11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B59DF51-4E2E-6BE0-ED3D-1816408BD0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6133966-A1D0-B2C0-B6A8-4A035697F7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4BB8C32-19C6-7E6A-7773-B14A63E46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B4B5B-B760-4F61-9DE5-09BD2CF120FD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305DFA6-A1C2-888D-4ABD-DA16CFA9B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60D2498-15BA-EEAC-F065-A2009082C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8AFC6-C6EC-4BD1-A446-E665AE41CC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2678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C62384-3781-405F-CFAF-4CCB28799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8235C2A-2FFE-5464-DDEE-49B119612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B4B5B-B760-4F61-9DE5-09BD2CF120FD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479B352-5BCF-0D82-CEFD-4FF21259B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CC84CB2-6F98-E5E8-9377-A8FFC4F44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8AFC6-C6EC-4BD1-A446-E665AE41CC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365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529F766-9602-38A4-CD89-0D24B6B36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B4B5B-B760-4F61-9DE5-09BD2CF120FD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7BBC1AA-9315-BA17-5CE7-E6DA4E437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0208E5E-BF2B-0FBF-E44F-68C52D76A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8AFC6-C6EC-4BD1-A446-E665AE41CC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5406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44F7F4-3282-94CC-F23F-EF274EE49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5EC4024-3EAD-2080-E81A-550B89C3E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A3FA528-2797-8B03-FED7-305FECDBF5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B7DDDB3-F8EF-21B9-7138-1C706363A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B4B5B-B760-4F61-9DE5-09BD2CF120FD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8200A8D-8732-AF2C-3A59-D6634FBF1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5152470-3CA6-78A6-F53B-87B18862E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8AFC6-C6EC-4BD1-A446-E665AE41CC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8716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A3EF87-4419-FF4B-7B99-88CD8E4A7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9ADCF53-B1E4-806E-9DD6-1924ACBC549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30008BD-25CC-DEF0-3789-0FD0BC88B6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D4CD3FB-5D4C-07A0-5BEB-D3D6DECAB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B4B5B-B760-4F61-9DE5-09BD2CF120FD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800E83D-99DE-0FE4-E3C0-057832D24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45AD47C-B42F-6E0F-9B28-BDD739B75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8AFC6-C6EC-4BD1-A446-E665AE41CC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4577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632C84-6330-7592-E8FF-210FE745B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8AFEFE1-F0B3-5463-5003-762C4A39CE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4E5C073-CB86-C0FA-0544-E7F2A0D82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B4B5B-B760-4F61-9DE5-09BD2CF120FD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FA10C56-2493-6F81-778D-914D494B9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95293F-95F4-FAA8-D6BB-410B80085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8AFC6-C6EC-4BD1-A446-E665AE41CC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6082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CE1BB1A-AAA2-FC55-B360-F2B28CB318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7D5C143-8469-EEE9-8589-8F268E90DD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00B3A3F-849C-CFC5-314F-FE0F7B761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B4B5B-B760-4F61-9DE5-09BD2CF120FD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93A2D79-229C-072A-5197-1DF897E14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4F31B26-42DF-BA2C-52A5-8332B27E0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8AFC6-C6EC-4BD1-A446-E665AE41CC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1185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CA9280B-19CB-4BFE-0BA0-07B520D95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41A184B-78C3-E476-DAB5-79874ACA46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D935A82-45C0-2D1F-3AE1-D9EF3650F7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9B4B5B-B760-4F61-9DE5-09BD2CF120FD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74A447B-9C17-C5CC-2468-27FEBD292A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9835C98-A4C3-CD6A-88DE-F0CB991517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48AFC6-C6EC-4BD1-A446-E665AE41CCE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8408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FE4EA1C-0840-A1CF-E8C5-A1F12A18846C}"/>
              </a:ext>
            </a:extLst>
          </p:cNvPr>
          <p:cNvSpPr/>
          <p:nvPr/>
        </p:nvSpPr>
        <p:spPr>
          <a:xfrm>
            <a:off x="0" y="889000"/>
            <a:ext cx="12192000" cy="34290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8B57374-F64F-E105-312F-4B971D5C443C}"/>
              </a:ext>
            </a:extLst>
          </p:cNvPr>
          <p:cNvSpPr/>
          <p:nvPr/>
        </p:nvSpPr>
        <p:spPr>
          <a:xfrm>
            <a:off x="711200" y="889000"/>
            <a:ext cx="1193800" cy="762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DD26824-1507-9D0B-1306-BBD91D796390}"/>
              </a:ext>
            </a:extLst>
          </p:cNvPr>
          <p:cNvSpPr txBox="1"/>
          <p:nvPr/>
        </p:nvSpPr>
        <p:spPr>
          <a:xfrm>
            <a:off x="787400" y="1435100"/>
            <a:ext cx="10617200" cy="248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42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図で伝える選択肢を増やす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E4C2CF9-2445-A12F-33D4-9D441FD0012B}"/>
              </a:ext>
            </a:extLst>
          </p:cNvPr>
          <p:cNvSpPr txBox="1"/>
          <p:nvPr/>
        </p:nvSpPr>
        <p:spPr>
          <a:xfrm>
            <a:off x="825500" y="4889500"/>
            <a:ext cx="10515600" cy="1066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23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48</a:t>
            </a:r>
            <a:r>
              <a:rPr kumimoji="1" lang="ja-JP" altLang="en-US" sz="23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種類のアイコンと</a:t>
            </a:r>
            <a:r>
              <a:rPr kumimoji="1" lang="en-US" altLang="ja-JP" sz="23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7</a:t>
            </a:r>
            <a:r>
              <a:rPr kumimoji="1" lang="ja-JP" altLang="en-US" sz="23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種類のグラフ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3776FC81-89FA-CA0E-C5B5-093CB2BB4003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E6F7BAF-B931-7103-E357-C8E4F905601E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 / 13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63625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AE53A96-229B-22E4-7C88-00CC1F9D43BB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995BB5E-89CB-ECEF-A49F-D20D5DF0DAFD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横棒グラフ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C7E020F2-A653-299E-8698-A158DDB41D09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F7EE9B33-1D8D-B6B0-DE61-5EE547CF93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87121362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DE5CB58-9B01-A2E3-91F8-78B396E9D4D1}"/>
              </a:ext>
            </a:extLst>
          </p:cNvPr>
          <p:cNvSpPr txBox="1"/>
          <p:nvPr/>
        </p:nvSpPr>
        <p:spPr>
          <a:xfrm>
            <a:off x="711200" y="5740400"/>
            <a:ext cx="10769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説明用の架空データ。各項目の単位と条件は同じ。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7486858C-F0F7-BD01-19C7-E6D0F3D25841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EB91EDC-D458-9C35-0B88-A525C782068D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2 / 13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20272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00065A8-FD3B-3107-AB1E-853A26B7A1E5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AAAD73C-DEC0-7D3E-AFD3-F8BBDFEE8FE3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縦棒グラフ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3878295B-256B-061B-71E6-73A1BC0B84B4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4B3E34B7-4019-A1E7-466B-01E2C61F35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33295880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3C78011-A4FA-B319-6A86-B5D45E760A73}"/>
              </a:ext>
            </a:extLst>
          </p:cNvPr>
          <p:cNvSpPr txBox="1"/>
          <p:nvPr/>
        </p:nvSpPr>
        <p:spPr>
          <a:xfrm>
            <a:off x="711200" y="5740400"/>
            <a:ext cx="10769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説明用の架空データ。各項目の単位と条件は同じ。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0D7B9760-A5F9-ADAB-1656-04036403C136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9F4E8CD-2C40-9EB2-E13A-0C9B48B1D726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 / 13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35743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8A95434-7653-C960-BE47-E3FB82B90CC4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A2F340F-A5DF-E7BF-75F4-BCE408009476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折れ線グラフ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2089ECA3-7C3C-7F75-95F7-13FD2CEDF207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01FB11CF-DD89-28F0-D8C0-C38A05CD9B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0713270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4980369-FA6B-C4B3-50EA-BEB01A6C94AF}"/>
              </a:ext>
            </a:extLst>
          </p:cNvPr>
          <p:cNvSpPr txBox="1"/>
          <p:nvPr/>
        </p:nvSpPr>
        <p:spPr>
          <a:xfrm>
            <a:off x="711200" y="5740400"/>
            <a:ext cx="10769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説明用の架空データ。各項目の単位と条件は同じ。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4076B800-9B48-415A-6207-EA28CB67916E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2CCF79F-4740-30DD-A510-69D02C58A8AE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4 / 13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44949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2CA2049-FA25-7F4C-74E0-72AAF10EEA72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CD62D9A-400A-D835-4F6E-6E579B5A0881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円グラフ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FE156E31-E42D-36B5-1423-637D522F59D1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C0F250E9-9847-1AF5-4F23-018F39F751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1884218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C0A9532-3007-1608-2C26-816A96696742}"/>
              </a:ext>
            </a:extLst>
          </p:cNvPr>
          <p:cNvSpPr txBox="1"/>
          <p:nvPr/>
        </p:nvSpPr>
        <p:spPr>
          <a:xfrm>
            <a:off x="711200" y="5740400"/>
            <a:ext cx="10769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説明用の架空データ。各項目の単位と条件は同じ。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69825590-7B9F-3F64-A6D6-DEACD5C6E30A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3F59106-7F3E-954C-13C1-1CB4E2A2041B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5 / 13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03845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542C210-062A-C48C-DD6F-CC498549F3D3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5BB4E03-CE18-FAA1-F3BB-C86625608B4C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ドーナツグラフ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46D3C326-650E-F297-1F1E-E8740167F00F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FE8A0382-A91F-1C1F-EFB4-CBA9384DCB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3220049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42C5EC8-FDA7-427B-2697-E158EDB27271}"/>
              </a:ext>
            </a:extLst>
          </p:cNvPr>
          <p:cNvSpPr txBox="1"/>
          <p:nvPr/>
        </p:nvSpPr>
        <p:spPr>
          <a:xfrm>
            <a:off x="711200" y="5740400"/>
            <a:ext cx="10769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説明用の架空データ。各項目の単位と条件は同じ。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A9B87B32-5535-9AE7-1CFC-F7837C283BBF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DD773A2-99FA-7456-ACF7-7FF031429BAF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6 / 13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56692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EDEC932-5F02-A1D1-CF3D-D522BABF4CD9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D26449F-1CB5-C1C3-F367-6EC777CCB165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積み上げ横棒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6773B270-B857-8829-EC73-97BAD51FF859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35920FDA-E961-6A1F-8352-942531FDCB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9423135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EE0158B-27C0-7205-57FD-6C674345434D}"/>
              </a:ext>
            </a:extLst>
          </p:cNvPr>
          <p:cNvSpPr txBox="1"/>
          <p:nvPr/>
        </p:nvSpPr>
        <p:spPr>
          <a:xfrm>
            <a:off x="711200" y="5740400"/>
            <a:ext cx="10769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説明用の架空データ。各項目の単位と条件は同じ。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70A71520-F45B-B48F-4B39-377156748EB6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88CD724-A216-D88A-6750-7CED7439E524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7 / 13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46583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EC8E604-9905-3885-DE5B-2FAE21F7B256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229202A-75DE-538C-DC16-B13D2C74579B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積み上げ縦棒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8588A215-D8E0-E32F-BB02-03DD2D6D9A22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B0F6D450-B284-1D26-0DD5-FAC96845C4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4644503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A782186-4629-8578-CF68-91AE8CA47AE4}"/>
              </a:ext>
            </a:extLst>
          </p:cNvPr>
          <p:cNvSpPr txBox="1"/>
          <p:nvPr/>
        </p:nvSpPr>
        <p:spPr>
          <a:xfrm>
            <a:off x="711200" y="5740400"/>
            <a:ext cx="10769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説明用の架空データ。各項目の単位と条件は同じ。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A4A4246D-AE7D-F571-B79A-D2B53761D10F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D8EBE90-09B4-250A-FF49-1ED0457FE61F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8 / 13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52462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070EC92-FD0C-98D0-8F4B-DC00BC8DA209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98E9A8D-08EA-47CF-72A8-F4161E0E0A6B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数値と読み取りを一緒に見せる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9D582493-F046-6877-745F-B38362F88C6D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79F28FD8-4664-9A51-F9A2-B73E479805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37038734"/>
              </p:ext>
            </p:extLst>
          </p:nvPr>
        </p:nvGraphicFramePr>
        <p:xfrm>
          <a:off x="711200" y="2044700"/>
          <a:ext cx="7048500" cy="3352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CF01FB4-1365-399A-0062-DA3597DF4C31}"/>
              </a:ext>
            </a:extLst>
          </p:cNvPr>
          <p:cNvSpPr txBox="1"/>
          <p:nvPr/>
        </p:nvSpPr>
        <p:spPr>
          <a:xfrm>
            <a:off x="711200" y="5473700"/>
            <a:ext cx="70485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説明用の例：同じ期間の時間配分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06B63FC-C1BF-9DA7-ECA3-EFD3A1684543}"/>
              </a:ext>
            </a:extLst>
          </p:cNvPr>
          <p:cNvSpPr/>
          <p:nvPr/>
        </p:nvSpPr>
        <p:spPr>
          <a:xfrm>
            <a:off x="8166100" y="2019300"/>
            <a:ext cx="3314700" cy="1185333"/>
          </a:xfrm>
          <a:prstGeom prst="rect">
            <a:avLst/>
          </a:prstGeom>
          <a:solidFill>
            <a:srgbClr val="EFF3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9859017-1F89-1C80-B5B6-05BD5149AF4B}"/>
              </a:ext>
            </a:extLst>
          </p:cNvPr>
          <p:cNvSpPr/>
          <p:nvPr/>
        </p:nvSpPr>
        <p:spPr>
          <a:xfrm>
            <a:off x="8166100" y="2019300"/>
            <a:ext cx="38100" cy="1185333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6B3E2A46-30F1-6BA7-703D-5D9EEC043B30}"/>
              </a:ext>
            </a:extLst>
          </p:cNvPr>
          <p:cNvSpPr/>
          <p:nvPr/>
        </p:nvSpPr>
        <p:spPr>
          <a:xfrm>
            <a:off x="8337550" y="2244725"/>
            <a:ext cx="317500" cy="285750"/>
          </a:xfrm>
          <a:prstGeom prst="roundRect">
            <a:avLst/>
          </a:prstGeom>
          <a:noFill/>
          <a:ln w="22225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76364059-39C1-60B0-4BEA-70C46330DCCA}"/>
              </a:ext>
            </a:extLst>
          </p:cNvPr>
          <p:cNvCxnSpPr/>
          <p:nvPr/>
        </p:nvCxnSpPr>
        <p:spPr>
          <a:xfrm>
            <a:off x="8496300" y="2244725"/>
            <a:ext cx="0" cy="285750"/>
          </a:xfrm>
          <a:prstGeom prst="line">
            <a:avLst/>
          </a:prstGeom>
          <a:ln w="22225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03808054-0441-E60A-8C25-E121F15791B9}"/>
              </a:ext>
            </a:extLst>
          </p:cNvPr>
          <p:cNvCxnSpPr/>
          <p:nvPr/>
        </p:nvCxnSpPr>
        <p:spPr>
          <a:xfrm>
            <a:off x="8385175" y="2324100"/>
            <a:ext cx="63500" cy="0"/>
          </a:xfrm>
          <a:prstGeom prst="line">
            <a:avLst/>
          </a:prstGeom>
          <a:ln w="22225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3AE36476-75D0-431B-1A3D-A0C8791CFD2B}"/>
              </a:ext>
            </a:extLst>
          </p:cNvPr>
          <p:cNvCxnSpPr/>
          <p:nvPr/>
        </p:nvCxnSpPr>
        <p:spPr>
          <a:xfrm>
            <a:off x="8543925" y="2324100"/>
            <a:ext cx="63500" cy="0"/>
          </a:xfrm>
          <a:prstGeom prst="line">
            <a:avLst/>
          </a:prstGeom>
          <a:ln w="22225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A254A235-A6DC-3E26-DF34-9C41991954F6}"/>
              </a:ext>
            </a:extLst>
          </p:cNvPr>
          <p:cNvCxnSpPr/>
          <p:nvPr/>
        </p:nvCxnSpPr>
        <p:spPr>
          <a:xfrm>
            <a:off x="8385175" y="2387600"/>
            <a:ext cx="63500" cy="0"/>
          </a:xfrm>
          <a:prstGeom prst="line">
            <a:avLst/>
          </a:prstGeom>
          <a:ln w="22225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3C8F7821-609A-A6CD-0381-10B6B0074670}"/>
              </a:ext>
            </a:extLst>
          </p:cNvPr>
          <p:cNvCxnSpPr/>
          <p:nvPr/>
        </p:nvCxnSpPr>
        <p:spPr>
          <a:xfrm>
            <a:off x="8543925" y="2387600"/>
            <a:ext cx="63500" cy="0"/>
          </a:xfrm>
          <a:prstGeom prst="line">
            <a:avLst/>
          </a:prstGeom>
          <a:ln w="22225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4A75D81F-B1BB-78F2-DE83-5A46BEA0F2F4}"/>
              </a:ext>
            </a:extLst>
          </p:cNvPr>
          <p:cNvCxnSpPr/>
          <p:nvPr/>
        </p:nvCxnSpPr>
        <p:spPr>
          <a:xfrm>
            <a:off x="8385175" y="2451100"/>
            <a:ext cx="63500" cy="0"/>
          </a:xfrm>
          <a:prstGeom prst="line">
            <a:avLst/>
          </a:prstGeom>
          <a:ln w="22225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6834835E-9EE5-E984-F4F5-0298C7F1A2AB}"/>
              </a:ext>
            </a:extLst>
          </p:cNvPr>
          <p:cNvCxnSpPr/>
          <p:nvPr/>
        </p:nvCxnSpPr>
        <p:spPr>
          <a:xfrm>
            <a:off x="8543925" y="2451100"/>
            <a:ext cx="63500" cy="0"/>
          </a:xfrm>
          <a:prstGeom prst="line">
            <a:avLst/>
          </a:prstGeom>
          <a:ln w="22225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319B76D5-F19B-99A0-E9D7-69D4C17D7CF7}"/>
              </a:ext>
            </a:extLst>
          </p:cNvPr>
          <p:cNvSpPr txBox="1"/>
          <p:nvPr/>
        </p:nvSpPr>
        <p:spPr>
          <a:xfrm>
            <a:off x="8826500" y="2171700"/>
            <a:ext cx="24511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 b="1">
                <a:solidFill>
                  <a:srgbClr val="245DA8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学習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220DB46C-5691-C9F7-E830-4522FA5F4A8E}"/>
              </a:ext>
            </a:extLst>
          </p:cNvPr>
          <p:cNvSpPr txBox="1"/>
          <p:nvPr/>
        </p:nvSpPr>
        <p:spPr>
          <a:xfrm>
            <a:off x="8394700" y="2743200"/>
            <a:ext cx="2882900" cy="3725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数値を比較して見る。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354B9215-0CC3-858E-5504-B411BCB695A8}"/>
              </a:ext>
            </a:extLst>
          </p:cNvPr>
          <p:cNvSpPr/>
          <p:nvPr/>
        </p:nvSpPr>
        <p:spPr>
          <a:xfrm>
            <a:off x="8166100" y="3357033"/>
            <a:ext cx="3314700" cy="1185334"/>
          </a:xfrm>
          <a:prstGeom prst="rect">
            <a:avLst/>
          </a:prstGeom>
          <a:solidFill>
            <a:srgbClr val="ECF5F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15A8F015-6C65-3256-4EC9-7CE56335CA45}"/>
              </a:ext>
            </a:extLst>
          </p:cNvPr>
          <p:cNvSpPr/>
          <p:nvPr/>
        </p:nvSpPr>
        <p:spPr>
          <a:xfrm>
            <a:off x="8166100" y="3357033"/>
            <a:ext cx="38100" cy="1185334"/>
          </a:xfrm>
          <a:prstGeom prst="rect">
            <a:avLst/>
          </a:prstGeom>
          <a:solidFill>
            <a:srgbClr val="087A7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89541AA6-9322-813B-9BFC-835FF4EDC6BD}"/>
              </a:ext>
            </a:extLst>
          </p:cNvPr>
          <p:cNvSpPr/>
          <p:nvPr/>
        </p:nvSpPr>
        <p:spPr>
          <a:xfrm>
            <a:off x="8337550" y="3582458"/>
            <a:ext cx="174625" cy="174625"/>
          </a:xfrm>
          <a:prstGeom prst="ellipse">
            <a:avLst/>
          </a:prstGeom>
          <a:noFill/>
          <a:ln w="22225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228CE29A-9CA2-6305-655B-41755A092CBE}"/>
              </a:ext>
            </a:extLst>
          </p:cNvPr>
          <p:cNvSpPr/>
          <p:nvPr/>
        </p:nvSpPr>
        <p:spPr>
          <a:xfrm>
            <a:off x="8480425" y="3582458"/>
            <a:ext cx="174625" cy="174625"/>
          </a:xfrm>
          <a:prstGeom prst="ellipse">
            <a:avLst/>
          </a:prstGeom>
          <a:noFill/>
          <a:ln w="22225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E851AF1C-DEC3-B3BA-16C0-0A1F8C985236}"/>
              </a:ext>
            </a:extLst>
          </p:cNvPr>
          <p:cNvCxnSpPr/>
          <p:nvPr/>
        </p:nvCxnSpPr>
        <p:spPr>
          <a:xfrm>
            <a:off x="8353425" y="3709458"/>
            <a:ext cx="142875" cy="174625"/>
          </a:xfrm>
          <a:prstGeom prst="line">
            <a:avLst/>
          </a:prstGeom>
          <a:ln w="22225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32F2ED03-36C8-38FE-8F05-C5E9605CA5B5}"/>
              </a:ext>
            </a:extLst>
          </p:cNvPr>
          <p:cNvCxnSpPr/>
          <p:nvPr/>
        </p:nvCxnSpPr>
        <p:spPr>
          <a:xfrm flipV="1">
            <a:off x="8496300" y="3709458"/>
            <a:ext cx="142875" cy="174625"/>
          </a:xfrm>
          <a:prstGeom prst="line">
            <a:avLst/>
          </a:prstGeom>
          <a:ln w="22225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EA2EADDA-33D1-EBF2-6C2C-B3D835A02E3D}"/>
              </a:ext>
            </a:extLst>
          </p:cNvPr>
          <p:cNvSpPr txBox="1"/>
          <p:nvPr/>
        </p:nvSpPr>
        <p:spPr>
          <a:xfrm>
            <a:off x="8826500" y="3509433"/>
            <a:ext cx="24511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 b="1">
                <a:solidFill>
                  <a:srgbClr val="087A72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運動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3DEEA76E-B89A-E2A6-5AD9-9A348FC499A8}"/>
              </a:ext>
            </a:extLst>
          </p:cNvPr>
          <p:cNvSpPr txBox="1"/>
          <p:nvPr/>
        </p:nvSpPr>
        <p:spPr>
          <a:xfrm>
            <a:off x="8394700" y="4080933"/>
            <a:ext cx="2882900" cy="3725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違いを棒の長さで読む。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ABC681C6-FB5F-8ACA-732D-2A53F1D1EC9A}"/>
              </a:ext>
            </a:extLst>
          </p:cNvPr>
          <p:cNvSpPr/>
          <p:nvPr/>
        </p:nvSpPr>
        <p:spPr>
          <a:xfrm>
            <a:off x="8166100" y="4694767"/>
            <a:ext cx="3314700" cy="1185333"/>
          </a:xfrm>
          <a:prstGeom prst="rect">
            <a:avLst/>
          </a:prstGeom>
          <a:solidFill>
            <a:srgbClr val="F7F3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707478A6-44CE-B75D-AEE9-BA5402297B69}"/>
              </a:ext>
            </a:extLst>
          </p:cNvPr>
          <p:cNvSpPr/>
          <p:nvPr/>
        </p:nvSpPr>
        <p:spPr>
          <a:xfrm>
            <a:off x="8166100" y="4694767"/>
            <a:ext cx="38100" cy="1185333"/>
          </a:xfrm>
          <a:prstGeom prst="rect">
            <a:avLst/>
          </a:prstGeom>
          <a:solidFill>
            <a:srgbClr val="945F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435DA056-2058-F986-7035-59A0F0C95871}"/>
              </a:ext>
            </a:extLst>
          </p:cNvPr>
          <p:cNvSpPr/>
          <p:nvPr/>
        </p:nvSpPr>
        <p:spPr>
          <a:xfrm>
            <a:off x="8337550" y="4904317"/>
            <a:ext cx="317500" cy="317500"/>
          </a:xfrm>
          <a:prstGeom prst="ellipse">
            <a:avLst/>
          </a:prstGeom>
          <a:noFill/>
          <a:ln w="22225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C5664095-D52E-823B-2504-59A31F5DF29D}"/>
              </a:ext>
            </a:extLst>
          </p:cNvPr>
          <p:cNvCxnSpPr/>
          <p:nvPr/>
        </p:nvCxnSpPr>
        <p:spPr>
          <a:xfrm>
            <a:off x="8496300" y="4951942"/>
            <a:ext cx="0" cy="111125"/>
          </a:xfrm>
          <a:prstGeom prst="line">
            <a:avLst/>
          </a:prstGeom>
          <a:ln w="22225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0B381125-9943-E303-060F-A76C0E7E51C5}"/>
              </a:ext>
            </a:extLst>
          </p:cNvPr>
          <p:cNvCxnSpPr/>
          <p:nvPr/>
        </p:nvCxnSpPr>
        <p:spPr>
          <a:xfrm>
            <a:off x="8496300" y="5063067"/>
            <a:ext cx="79375" cy="47625"/>
          </a:xfrm>
          <a:prstGeom prst="line">
            <a:avLst/>
          </a:prstGeom>
          <a:ln w="22225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6AB488D4-27B5-87B1-CD6E-2746262076F1}"/>
              </a:ext>
            </a:extLst>
          </p:cNvPr>
          <p:cNvSpPr txBox="1"/>
          <p:nvPr/>
        </p:nvSpPr>
        <p:spPr>
          <a:xfrm>
            <a:off x="8826500" y="4847167"/>
            <a:ext cx="24511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 b="1">
                <a:solidFill>
                  <a:srgbClr val="945F1D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休息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0A177510-F258-1F64-3BE5-B5710C9CAEB3}"/>
              </a:ext>
            </a:extLst>
          </p:cNvPr>
          <p:cNvSpPr txBox="1"/>
          <p:nvPr/>
        </p:nvSpPr>
        <p:spPr>
          <a:xfrm>
            <a:off x="8394700" y="5418667"/>
            <a:ext cx="2882900" cy="3725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全体との関係を確かめる。</a:t>
            </a:r>
          </a:p>
        </p:txBody>
      </p: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912A9A84-141D-BB90-6F5A-3F2877AFCCDA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4F0ED443-B431-834D-84BD-81D198C851C8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9 / 13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94534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0298125-8418-4682-84FA-7083A80CBDDD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FC5D711-2C2C-B6E9-E4E5-772BAD9F9514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用途で選べるアイコン </a:t>
            </a:r>
            <a:r>
              <a:rPr kumimoji="1" lang="en-US" altLang="ja-JP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1〜12</a:t>
            </a:r>
            <a:endParaRPr kumimoji="1" lang="ja-JP" altLang="en-US" sz="3400" b="1">
              <a:solidFill>
                <a:srgbClr val="172D4A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F898E45A-7917-CAA6-A95D-E20750D01BBE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楕円 4">
            <a:extLst>
              <a:ext uri="{FF2B5EF4-FFF2-40B4-BE49-F238E27FC236}">
                <a16:creationId xmlns:a16="http://schemas.microsoft.com/office/drawing/2014/main" id="{EBF74178-974A-204A-0F6E-8F86028FA323}"/>
              </a:ext>
            </a:extLst>
          </p:cNvPr>
          <p:cNvSpPr/>
          <p:nvPr/>
        </p:nvSpPr>
        <p:spPr>
          <a:xfrm>
            <a:off x="1460500" y="2133600"/>
            <a:ext cx="355600" cy="355600"/>
          </a:xfrm>
          <a:prstGeom prst="ellipse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3998CF3C-F7A0-AA17-564F-FFFB6D8F55E8}"/>
              </a:ext>
            </a:extLst>
          </p:cNvPr>
          <p:cNvCxnSpPr/>
          <p:nvPr/>
        </p:nvCxnSpPr>
        <p:spPr>
          <a:xfrm>
            <a:off x="1549400" y="2459567"/>
            <a:ext cx="0" cy="118533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88098C39-2D7F-DC74-A70E-58BCAF0B587E}"/>
              </a:ext>
            </a:extLst>
          </p:cNvPr>
          <p:cNvCxnSpPr/>
          <p:nvPr/>
        </p:nvCxnSpPr>
        <p:spPr>
          <a:xfrm>
            <a:off x="1727200" y="2459567"/>
            <a:ext cx="0" cy="118533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697E120F-2112-0757-0907-C9899AB13B4D}"/>
              </a:ext>
            </a:extLst>
          </p:cNvPr>
          <p:cNvCxnSpPr/>
          <p:nvPr/>
        </p:nvCxnSpPr>
        <p:spPr>
          <a:xfrm>
            <a:off x="1549400" y="2607733"/>
            <a:ext cx="177800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0509489F-FEEA-C324-F6FC-ACA19C281732}"/>
              </a:ext>
            </a:extLst>
          </p:cNvPr>
          <p:cNvCxnSpPr/>
          <p:nvPr/>
        </p:nvCxnSpPr>
        <p:spPr>
          <a:xfrm>
            <a:off x="1579033" y="2696633"/>
            <a:ext cx="118534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0FD04964-BCF4-9ACE-DE89-04C9157D07A0}"/>
              </a:ext>
            </a:extLst>
          </p:cNvPr>
          <p:cNvCxnSpPr/>
          <p:nvPr/>
        </p:nvCxnSpPr>
        <p:spPr>
          <a:xfrm>
            <a:off x="1312333" y="2281767"/>
            <a:ext cx="59267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ECD1AA78-9142-A432-9B33-58FFFEAA7E9B}"/>
              </a:ext>
            </a:extLst>
          </p:cNvPr>
          <p:cNvCxnSpPr/>
          <p:nvPr/>
        </p:nvCxnSpPr>
        <p:spPr>
          <a:xfrm>
            <a:off x="1905000" y="2281767"/>
            <a:ext cx="59267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3B7E1516-0425-8E01-E459-AB9A1236DD56}"/>
              </a:ext>
            </a:extLst>
          </p:cNvPr>
          <p:cNvCxnSpPr/>
          <p:nvPr/>
        </p:nvCxnSpPr>
        <p:spPr>
          <a:xfrm>
            <a:off x="1638300" y="2044700"/>
            <a:ext cx="0" cy="29633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310371D-C464-71A0-5C26-60EB84CD1F6E}"/>
              </a:ext>
            </a:extLst>
          </p:cNvPr>
          <p:cNvSpPr txBox="1"/>
          <p:nvPr/>
        </p:nvSpPr>
        <p:spPr>
          <a:xfrm>
            <a:off x="850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アイデア・発想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8CBE2001-790F-2097-2366-EB3D0C8DCA7B}"/>
              </a:ext>
            </a:extLst>
          </p:cNvPr>
          <p:cNvSpPr/>
          <p:nvPr/>
        </p:nvSpPr>
        <p:spPr>
          <a:xfrm>
            <a:off x="3272367" y="2103967"/>
            <a:ext cx="414866" cy="592666"/>
          </a:xfrm>
          <a:prstGeom prst="round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599524E4-1FE8-6054-AC4E-5BB4DAA33E0A}"/>
              </a:ext>
            </a:extLst>
          </p:cNvPr>
          <p:cNvCxnSpPr/>
          <p:nvPr/>
        </p:nvCxnSpPr>
        <p:spPr>
          <a:xfrm>
            <a:off x="3361267" y="2252133"/>
            <a:ext cx="237066" cy="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35970F92-8E7C-EC1D-E196-8E695946C6C9}"/>
              </a:ext>
            </a:extLst>
          </p:cNvPr>
          <p:cNvCxnSpPr/>
          <p:nvPr/>
        </p:nvCxnSpPr>
        <p:spPr>
          <a:xfrm>
            <a:off x="3361267" y="2370667"/>
            <a:ext cx="237066" cy="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1B6EDFA0-729D-3031-57F5-488E3B68A54B}"/>
              </a:ext>
            </a:extLst>
          </p:cNvPr>
          <p:cNvCxnSpPr/>
          <p:nvPr/>
        </p:nvCxnSpPr>
        <p:spPr>
          <a:xfrm>
            <a:off x="3361267" y="2489200"/>
            <a:ext cx="237066" cy="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4F99F082-EB3A-3BEA-1026-18CD037E95EF}"/>
              </a:ext>
            </a:extLst>
          </p:cNvPr>
          <p:cNvSpPr txBox="1"/>
          <p:nvPr/>
        </p:nvSpPr>
        <p:spPr>
          <a:xfrm>
            <a:off x="2692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資料・記録</a:t>
            </a: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956A32D0-73EC-0635-97FE-1B756B3EA623}"/>
              </a:ext>
            </a:extLst>
          </p:cNvPr>
          <p:cNvCxnSpPr/>
          <p:nvPr/>
        </p:nvCxnSpPr>
        <p:spPr>
          <a:xfrm>
            <a:off x="5054600" y="2133600"/>
            <a:ext cx="0" cy="5334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14F75F24-34A3-E41A-71F3-8D430871E659}"/>
              </a:ext>
            </a:extLst>
          </p:cNvPr>
          <p:cNvCxnSpPr/>
          <p:nvPr/>
        </p:nvCxnSpPr>
        <p:spPr>
          <a:xfrm>
            <a:off x="5054600" y="2667000"/>
            <a:ext cx="563033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B41BDD78-452E-C7FC-C475-8EDB533F89AB}"/>
              </a:ext>
            </a:extLst>
          </p:cNvPr>
          <p:cNvSpPr/>
          <p:nvPr/>
        </p:nvSpPr>
        <p:spPr>
          <a:xfrm>
            <a:off x="5143500" y="2400300"/>
            <a:ext cx="88900" cy="207433"/>
          </a:xfrm>
          <a:prstGeom prst="rect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4B50BAD3-14BB-5DB1-6561-807F581BBAFC}"/>
              </a:ext>
            </a:extLst>
          </p:cNvPr>
          <p:cNvSpPr/>
          <p:nvPr/>
        </p:nvSpPr>
        <p:spPr>
          <a:xfrm>
            <a:off x="5291667" y="2252133"/>
            <a:ext cx="88900" cy="355600"/>
          </a:xfrm>
          <a:prstGeom prst="rect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A9A32D30-022E-5F62-EB67-8D10BE5943FC}"/>
              </a:ext>
            </a:extLst>
          </p:cNvPr>
          <p:cNvSpPr/>
          <p:nvPr/>
        </p:nvSpPr>
        <p:spPr>
          <a:xfrm>
            <a:off x="5439833" y="2133600"/>
            <a:ext cx="88900" cy="474133"/>
          </a:xfrm>
          <a:prstGeom prst="rect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3F54DBAE-19A1-298A-43A0-2B7C6876CBF1}"/>
              </a:ext>
            </a:extLst>
          </p:cNvPr>
          <p:cNvSpPr txBox="1"/>
          <p:nvPr/>
        </p:nvSpPr>
        <p:spPr>
          <a:xfrm>
            <a:off x="4533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グラフ・分析</a:t>
            </a: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9AA9386A-71C5-BDE2-CEEF-4FE7FD2D31D8}"/>
              </a:ext>
            </a:extLst>
          </p:cNvPr>
          <p:cNvSpPr/>
          <p:nvPr/>
        </p:nvSpPr>
        <p:spPr>
          <a:xfrm>
            <a:off x="7044267" y="2133600"/>
            <a:ext cx="237067" cy="237067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EDAF8E94-0C3E-04D0-C304-51337B84DB6D}"/>
              </a:ext>
            </a:extLst>
          </p:cNvPr>
          <p:cNvSpPr/>
          <p:nvPr/>
        </p:nvSpPr>
        <p:spPr>
          <a:xfrm>
            <a:off x="6955367" y="2429933"/>
            <a:ext cx="414867" cy="266700"/>
          </a:xfrm>
          <a:prstGeom prst="roundRect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2E6A7998-0451-5D8E-B5F2-0C368AA56874}"/>
              </a:ext>
            </a:extLst>
          </p:cNvPr>
          <p:cNvSpPr/>
          <p:nvPr/>
        </p:nvSpPr>
        <p:spPr>
          <a:xfrm>
            <a:off x="6836833" y="2252133"/>
            <a:ext cx="118533" cy="118534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881A63B7-C366-EAF5-84FF-0F674D2546FA}"/>
              </a:ext>
            </a:extLst>
          </p:cNvPr>
          <p:cNvSpPr/>
          <p:nvPr/>
        </p:nvSpPr>
        <p:spPr>
          <a:xfrm>
            <a:off x="7370233" y="2252133"/>
            <a:ext cx="118533" cy="118534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4A61020B-70E2-C401-F872-2B9C93A46163}"/>
              </a:ext>
            </a:extLst>
          </p:cNvPr>
          <p:cNvCxnSpPr/>
          <p:nvPr/>
        </p:nvCxnSpPr>
        <p:spPr>
          <a:xfrm>
            <a:off x="6866467" y="2459567"/>
            <a:ext cx="0" cy="17780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B6E31367-48D6-0D32-F3D2-2511D8AE3A3D}"/>
              </a:ext>
            </a:extLst>
          </p:cNvPr>
          <p:cNvCxnSpPr/>
          <p:nvPr/>
        </p:nvCxnSpPr>
        <p:spPr>
          <a:xfrm>
            <a:off x="7459133" y="2459567"/>
            <a:ext cx="0" cy="17780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D19BFDFB-A055-4888-E4C8-7CEF36706696}"/>
              </a:ext>
            </a:extLst>
          </p:cNvPr>
          <p:cNvSpPr txBox="1"/>
          <p:nvPr/>
        </p:nvSpPr>
        <p:spPr>
          <a:xfrm>
            <a:off x="6375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人・チーム</a:t>
            </a: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E3608203-57CB-B285-50A4-D57A9AB199C8}"/>
              </a:ext>
            </a:extLst>
          </p:cNvPr>
          <p:cNvSpPr/>
          <p:nvPr/>
        </p:nvSpPr>
        <p:spPr>
          <a:xfrm>
            <a:off x="8707967" y="2103967"/>
            <a:ext cx="592667" cy="592666"/>
          </a:xfrm>
          <a:prstGeom prst="ellipse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53E15238-E628-4848-440B-697C7459649A}"/>
              </a:ext>
            </a:extLst>
          </p:cNvPr>
          <p:cNvSpPr/>
          <p:nvPr/>
        </p:nvSpPr>
        <p:spPr>
          <a:xfrm>
            <a:off x="8856133" y="2103967"/>
            <a:ext cx="296333" cy="592666"/>
          </a:xfrm>
          <a:prstGeom prst="ellipse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848F9EC5-E4F6-64E1-BD07-F0E3267BF8E5}"/>
              </a:ext>
            </a:extLst>
          </p:cNvPr>
          <p:cNvCxnSpPr/>
          <p:nvPr/>
        </p:nvCxnSpPr>
        <p:spPr>
          <a:xfrm>
            <a:off x="8707967" y="2400300"/>
            <a:ext cx="592667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9896B4B5-0082-A78C-89D7-C7CCCBE58B59}"/>
              </a:ext>
            </a:extLst>
          </p:cNvPr>
          <p:cNvSpPr txBox="1"/>
          <p:nvPr/>
        </p:nvSpPr>
        <p:spPr>
          <a:xfrm>
            <a:off x="8216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地域・国際</a:t>
            </a:r>
          </a:p>
        </p:txBody>
      </p: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524D24A6-305C-16E3-F891-129FE05AEF9A}"/>
              </a:ext>
            </a:extLst>
          </p:cNvPr>
          <p:cNvCxnSpPr/>
          <p:nvPr/>
        </p:nvCxnSpPr>
        <p:spPr>
          <a:xfrm>
            <a:off x="10845800" y="2103967"/>
            <a:ext cx="266700" cy="8890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47F95BAD-F4C0-01D7-B547-D4C0B279F246}"/>
              </a:ext>
            </a:extLst>
          </p:cNvPr>
          <p:cNvCxnSpPr/>
          <p:nvPr/>
        </p:nvCxnSpPr>
        <p:spPr>
          <a:xfrm flipV="1">
            <a:off x="11082867" y="2192867"/>
            <a:ext cx="29633" cy="296333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821985FF-10CA-B9E8-0F16-AAF38EF11C13}"/>
              </a:ext>
            </a:extLst>
          </p:cNvPr>
          <p:cNvCxnSpPr/>
          <p:nvPr/>
        </p:nvCxnSpPr>
        <p:spPr>
          <a:xfrm flipV="1">
            <a:off x="10845800" y="2489200"/>
            <a:ext cx="237067" cy="207433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C730518B-2D4F-B32A-34C2-39719685EA26}"/>
              </a:ext>
            </a:extLst>
          </p:cNvPr>
          <p:cNvCxnSpPr/>
          <p:nvPr/>
        </p:nvCxnSpPr>
        <p:spPr>
          <a:xfrm>
            <a:off x="10608733" y="2489200"/>
            <a:ext cx="237067" cy="207433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B5275732-F7D3-93CF-E835-A55F256ACBE9}"/>
              </a:ext>
            </a:extLst>
          </p:cNvPr>
          <p:cNvCxnSpPr/>
          <p:nvPr/>
        </p:nvCxnSpPr>
        <p:spPr>
          <a:xfrm>
            <a:off x="10579100" y="2192867"/>
            <a:ext cx="29633" cy="296333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ED14DDD6-2198-3D59-7EBA-962493A6E031}"/>
              </a:ext>
            </a:extLst>
          </p:cNvPr>
          <p:cNvCxnSpPr/>
          <p:nvPr/>
        </p:nvCxnSpPr>
        <p:spPr>
          <a:xfrm flipV="1">
            <a:off x="10579100" y="2103967"/>
            <a:ext cx="266700" cy="8890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四角形: 角を丸くする 41">
            <a:extLst>
              <a:ext uri="{FF2B5EF4-FFF2-40B4-BE49-F238E27FC236}">
                <a16:creationId xmlns:a16="http://schemas.microsoft.com/office/drawing/2014/main" id="{BB857334-E5BF-E0A9-F280-EF10733B2136}"/>
              </a:ext>
            </a:extLst>
          </p:cNvPr>
          <p:cNvSpPr/>
          <p:nvPr/>
        </p:nvSpPr>
        <p:spPr>
          <a:xfrm>
            <a:off x="10756900" y="2311400"/>
            <a:ext cx="177800" cy="177800"/>
          </a:xfrm>
          <a:prstGeom prst="round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A407D868-3483-D14B-A818-72DEA6A22593}"/>
              </a:ext>
            </a:extLst>
          </p:cNvPr>
          <p:cNvCxnSpPr/>
          <p:nvPr/>
        </p:nvCxnSpPr>
        <p:spPr>
          <a:xfrm>
            <a:off x="10845800" y="2370667"/>
            <a:ext cx="0" cy="59266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F13002D7-7B3C-94E1-54F6-D9C56EECE740}"/>
              </a:ext>
            </a:extLst>
          </p:cNvPr>
          <p:cNvSpPr txBox="1"/>
          <p:nvPr/>
        </p:nvSpPr>
        <p:spPr>
          <a:xfrm>
            <a:off x="10058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機密・保護</a:t>
            </a:r>
          </a:p>
        </p:txBody>
      </p:sp>
      <p:sp>
        <p:nvSpPr>
          <p:cNvPr id="45" name="四角形: 角を丸くする 44">
            <a:extLst>
              <a:ext uri="{FF2B5EF4-FFF2-40B4-BE49-F238E27FC236}">
                <a16:creationId xmlns:a16="http://schemas.microsoft.com/office/drawing/2014/main" id="{5D19EC23-AFED-BC33-B7C6-EFD42CDFC47D}"/>
              </a:ext>
            </a:extLst>
          </p:cNvPr>
          <p:cNvSpPr/>
          <p:nvPr/>
        </p:nvSpPr>
        <p:spPr>
          <a:xfrm>
            <a:off x="1401233" y="4123267"/>
            <a:ext cx="474134" cy="592666"/>
          </a:xfrm>
          <a:prstGeom prst="roundRect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EF058662-1282-E659-35B1-F4BFF00E382D}"/>
              </a:ext>
            </a:extLst>
          </p:cNvPr>
          <p:cNvSpPr/>
          <p:nvPr/>
        </p:nvSpPr>
        <p:spPr>
          <a:xfrm>
            <a:off x="1490133" y="4212167"/>
            <a:ext cx="296334" cy="118533"/>
          </a:xfrm>
          <a:prstGeom prst="rect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BBB88663-27AB-F5C3-4F1C-D879884C3E1A}"/>
              </a:ext>
            </a:extLst>
          </p:cNvPr>
          <p:cNvSpPr/>
          <p:nvPr/>
        </p:nvSpPr>
        <p:spPr>
          <a:xfrm>
            <a:off x="1519767" y="4419600"/>
            <a:ext cx="29633" cy="29633"/>
          </a:xfrm>
          <a:prstGeom prst="ellipse">
            <a:avLst/>
          </a:prstGeom>
          <a:solidFill>
            <a:srgbClr val="945F1D"/>
          </a:solidFill>
          <a:ln w="41487">
            <a:solidFill>
              <a:srgbClr val="945F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FA69900A-9697-7833-1967-D3EA7C774FAB}"/>
              </a:ext>
            </a:extLst>
          </p:cNvPr>
          <p:cNvSpPr/>
          <p:nvPr/>
        </p:nvSpPr>
        <p:spPr>
          <a:xfrm>
            <a:off x="1727200" y="4419600"/>
            <a:ext cx="29633" cy="29633"/>
          </a:xfrm>
          <a:prstGeom prst="ellipse">
            <a:avLst/>
          </a:prstGeom>
          <a:solidFill>
            <a:srgbClr val="945F1D"/>
          </a:solidFill>
          <a:ln w="41487">
            <a:solidFill>
              <a:srgbClr val="945F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楕円 48">
            <a:extLst>
              <a:ext uri="{FF2B5EF4-FFF2-40B4-BE49-F238E27FC236}">
                <a16:creationId xmlns:a16="http://schemas.microsoft.com/office/drawing/2014/main" id="{41D517ED-F1EE-12C5-38F2-2428E48A9C96}"/>
              </a:ext>
            </a:extLst>
          </p:cNvPr>
          <p:cNvSpPr/>
          <p:nvPr/>
        </p:nvSpPr>
        <p:spPr>
          <a:xfrm>
            <a:off x="1519767" y="4567767"/>
            <a:ext cx="29633" cy="29633"/>
          </a:xfrm>
          <a:prstGeom prst="ellipse">
            <a:avLst/>
          </a:prstGeom>
          <a:solidFill>
            <a:srgbClr val="945F1D"/>
          </a:solidFill>
          <a:ln w="41487">
            <a:solidFill>
              <a:srgbClr val="945F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楕円 49">
            <a:extLst>
              <a:ext uri="{FF2B5EF4-FFF2-40B4-BE49-F238E27FC236}">
                <a16:creationId xmlns:a16="http://schemas.microsoft.com/office/drawing/2014/main" id="{2582E2AB-6944-0CA1-5BB8-CFA0E9B44F7B}"/>
              </a:ext>
            </a:extLst>
          </p:cNvPr>
          <p:cNvSpPr/>
          <p:nvPr/>
        </p:nvSpPr>
        <p:spPr>
          <a:xfrm>
            <a:off x="1727200" y="4567767"/>
            <a:ext cx="29633" cy="29633"/>
          </a:xfrm>
          <a:prstGeom prst="ellipse">
            <a:avLst/>
          </a:prstGeom>
          <a:solidFill>
            <a:srgbClr val="945F1D"/>
          </a:solidFill>
          <a:ln w="41487">
            <a:solidFill>
              <a:srgbClr val="945F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DBF882BA-4E67-DE2E-0F1B-54B0C9FC2A98}"/>
              </a:ext>
            </a:extLst>
          </p:cNvPr>
          <p:cNvSpPr txBox="1"/>
          <p:nvPr/>
        </p:nvSpPr>
        <p:spPr>
          <a:xfrm>
            <a:off x="850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数学・計算</a:t>
            </a:r>
          </a:p>
        </p:txBody>
      </p:sp>
      <p:sp>
        <p:nvSpPr>
          <p:cNvPr id="52" name="楕円 51">
            <a:extLst>
              <a:ext uri="{FF2B5EF4-FFF2-40B4-BE49-F238E27FC236}">
                <a16:creationId xmlns:a16="http://schemas.microsoft.com/office/drawing/2014/main" id="{B47D541E-1DA0-00E8-6D6F-EF4B76552089}"/>
              </a:ext>
            </a:extLst>
          </p:cNvPr>
          <p:cNvSpPr/>
          <p:nvPr/>
        </p:nvSpPr>
        <p:spPr>
          <a:xfrm>
            <a:off x="3183467" y="4123267"/>
            <a:ext cx="592666" cy="592666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358FD18B-ED2D-FC04-AA20-A7294211EF58}"/>
              </a:ext>
            </a:extLst>
          </p:cNvPr>
          <p:cNvCxnSpPr/>
          <p:nvPr/>
        </p:nvCxnSpPr>
        <p:spPr>
          <a:xfrm>
            <a:off x="3479800" y="4212167"/>
            <a:ext cx="0" cy="207433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id="{39FD50BE-F835-832D-E362-BB11A4C591A3}"/>
              </a:ext>
            </a:extLst>
          </p:cNvPr>
          <p:cNvCxnSpPr/>
          <p:nvPr/>
        </p:nvCxnSpPr>
        <p:spPr>
          <a:xfrm>
            <a:off x="3479800" y="4419600"/>
            <a:ext cx="148167" cy="8890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7453AF42-99FE-517F-A233-3F28CBC15554}"/>
              </a:ext>
            </a:extLst>
          </p:cNvPr>
          <p:cNvSpPr txBox="1"/>
          <p:nvPr/>
        </p:nvSpPr>
        <p:spPr>
          <a:xfrm>
            <a:off x="2692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時間・予定</a:t>
            </a:r>
          </a:p>
        </p:txBody>
      </p:sp>
      <p:sp>
        <p:nvSpPr>
          <p:cNvPr id="56" name="楕円 55">
            <a:extLst>
              <a:ext uri="{FF2B5EF4-FFF2-40B4-BE49-F238E27FC236}">
                <a16:creationId xmlns:a16="http://schemas.microsoft.com/office/drawing/2014/main" id="{046DE9B5-0F6E-B259-731A-5B627D8C52F1}"/>
              </a:ext>
            </a:extLst>
          </p:cNvPr>
          <p:cNvSpPr/>
          <p:nvPr/>
        </p:nvSpPr>
        <p:spPr>
          <a:xfrm>
            <a:off x="5024967" y="4123267"/>
            <a:ext cx="592666" cy="592666"/>
          </a:xfrm>
          <a:prstGeom prst="ellipse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楕円 56">
            <a:extLst>
              <a:ext uri="{FF2B5EF4-FFF2-40B4-BE49-F238E27FC236}">
                <a16:creationId xmlns:a16="http://schemas.microsoft.com/office/drawing/2014/main" id="{D1E517A2-AFA7-9265-A5A4-0A85E893C7B1}"/>
              </a:ext>
            </a:extLst>
          </p:cNvPr>
          <p:cNvSpPr/>
          <p:nvPr/>
        </p:nvSpPr>
        <p:spPr>
          <a:xfrm>
            <a:off x="5143500" y="4241800"/>
            <a:ext cx="355600" cy="355600"/>
          </a:xfrm>
          <a:prstGeom prst="ellipse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楕円 57">
            <a:extLst>
              <a:ext uri="{FF2B5EF4-FFF2-40B4-BE49-F238E27FC236}">
                <a16:creationId xmlns:a16="http://schemas.microsoft.com/office/drawing/2014/main" id="{82318757-0148-D644-97B5-74FBBAAE87BD}"/>
              </a:ext>
            </a:extLst>
          </p:cNvPr>
          <p:cNvSpPr/>
          <p:nvPr/>
        </p:nvSpPr>
        <p:spPr>
          <a:xfrm>
            <a:off x="5262033" y="4360333"/>
            <a:ext cx="118534" cy="118534"/>
          </a:xfrm>
          <a:prstGeom prst="ellipse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ECCCE14E-C929-7E68-DADD-FCDB84E050F8}"/>
              </a:ext>
            </a:extLst>
          </p:cNvPr>
          <p:cNvSpPr txBox="1"/>
          <p:nvPr/>
        </p:nvSpPr>
        <p:spPr>
          <a:xfrm>
            <a:off x="4533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目的・目標</a:t>
            </a:r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D6691DA2-A0F3-EEB8-30BF-3B4541A52C53}"/>
              </a:ext>
            </a:extLst>
          </p:cNvPr>
          <p:cNvSpPr/>
          <p:nvPr/>
        </p:nvSpPr>
        <p:spPr>
          <a:xfrm>
            <a:off x="6955367" y="4123267"/>
            <a:ext cx="414867" cy="592666"/>
          </a:xfrm>
          <a:prstGeom prst="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9B0271CE-80B4-B6DF-C4C6-92279F2F67E4}"/>
              </a:ext>
            </a:extLst>
          </p:cNvPr>
          <p:cNvSpPr/>
          <p:nvPr/>
        </p:nvSpPr>
        <p:spPr>
          <a:xfrm>
            <a:off x="7044267" y="4241800"/>
            <a:ext cx="59267" cy="59267"/>
          </a:xfrm>
          <a:prstGeom prst="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998B4E57-F243-A42D-A057-2A9E2EC19182}"/>
              </a:ext>
            </a:extLst>
          </p:cNvPr>
          <p:cNvSpPr/>
          <p:nvPr/>
        </p:nvSpPr>
        <p:spPr>
          <a:xfrm>
            <a:off x="7222067" y="4241800"/>
            <a:ext cx="59267" cy="59267"/>
          </a:xfrm>
          <a:prstGeom prst="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9F42855B-E55C-E97E-68DD-0E47D352C8E0}"/>
              </a:ext>
            </a:extLst>
          </p:cNvPr>
          <p:cNvSpPr/>
          <p:nvPr/>
        </p:nvSpPr>
        <p:spPr>
          <a:xfrm>
            <a:off x="7044267" y="4389967"/>
            <a:ext cx="59267" cy="59266"/>
          </a:xfrm>
          <a:prstGeom prst="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7B4726B6-27B3-A4AC-0E54-1E885BD5EC7F}"/>
              </a:ext>
            </a:extLst>
          </p:cNvPr>
          <p:cNvSpPr/>
          <p:nvPr/>
        </p:nvSpPr>
        <p:spPr>
          <a:xfrm>
            <a:off x="7222067" y="4389967"/>
            <a:ext cx="59267" cy="59266"/>
          </a:xfrm>
          <a:prstGeom prst="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50CEDF38-2656-CCA4-49F0-777B464AB493}"/>
              </a:ext>
            </a:extLst>
          </p:cNvPr>
          <p:cNvSpPr/>
          <p:nvPr/>
        </p:nvSpPr>
        <p:spPr>
          <a:xfrm>
            <a:off x="7044267" y="4538133"/>
            <a:ext cx="59267" cy="59267"/>
          </a:xfrm>
          <a:prstGeom prst="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78AC0293-C750-93F0-9902-3B3DF31F5CD5}"/>
              </a:ext>
            </a:extLst>
          </p:cNvPr>
          <p:cNvSpPr/>
          <p:nvPr/>
        </p:nvSpPr>
        <p:spPr>
          <a:xfrm>
            <a:off x="7222067" y="4538133"/>
            <a:ext cx="59267" cy="59267"/>
          </a:xfrm>
          <a:prstGeom prst="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7" name="直線コネクタ 66">
            <a:extLst>
              <a:ext uri="{FF2B5EF4-FFF2-40B4-BE49-F238E27FC236}">
                <a16:creationId xmlns:a16="http://schemas.microsoft.com/office/drawing/2014/main" id="{2875467B-39C5-DDBD-E134-BA6F6FD5FE11}"/>
              </a:ext>
            </a:extLst>
          </p:cNvPr>
          <p:cNvCxnSpPr/>
          <p:nvPr/>
        </p:nvCxnSpPr>
        <p:spPr>
          <a:xfrm>
            <a:off x="6866467" y="4715933"/>
            <a:ext cx="592667" cy="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9F67C2B7-703F-A364-DDFE-1BCEFEB240F8}"/>
              </a:ext>
            </a:extLst>
          </p:cNvPr>
          <p:cNvSpPr txBox="1"/>
          <p:nvPr/>
        </p:nvSpPr>
        <p:spPr>
          <a:xfrm>
            <a:off x="6375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会社・組織</a:t>
            </a:r>
          </a:p>
        </p:txBody>
      </p:sp>
      <p:sp>
        <p:nvSpPr>
          <p:cNvPr id="69" name="楕円 68">
            <a:extLst>
              <a:ext uri="{FF2B5EF4-FFF2-40B4-BE49-F238E27FC236}">
                <a16:creationId xmlns:a16="http://schemas.microsoft.com/office/drawing/2014/main" id="{BA304046-0526-A6F9-1669-9F4B6F785D0A}"/>
              </a:ext>
            </a:extLst>
          </p:cNvPr>
          <p:cNvSpPr/>
          <p:nvPr/>
        </p:nvSpPr>
        <p:spPr>
          <a:xfrm>
            <a:off x="8737600" y="4241800"/>
            <a:ext cx="533400" cy="207433"/>
          </a:xfrm>
          <a:prstGeom prst="ellipse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楕円 69">
            <a:extLst>
              <a:ext uri="{FF2B5EF4-FFF2-40B4-BE49-F238E27FC236}">
                <a16:creationId xmlns:a16="http://schemas.microsoft.com/office/drawing/2014/main" id="{7070A52A-A2D5-D972-74F4-7DB065E3DB98}"/>
              </a:ext>
            </a:extLst>
          </p:cNvPr>
          <p:cNvSpPr/>
          <p:nvPr/>
        </p:nvSpPr>
        <p:spPr>
          <a:xfrm>
            <a:off x="8737600" y="4360333"/>
            <a:ext cx="533400" cy="207434"/>
          </a:xfrm>
          <a:prstGeom prst="ellipse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1" name="楕円 70">
            <a:extLst>
              <a:ext uri="{FF2B5EF4-FFF2-40B4-BE49-F238E27FC236}">
                <a16:creationId xmlns:a16="http://schemas.microsoft.com/office/drawing/2014/main" id="{A214C87D-81DA-056E-D7FE-94DC81500CD4}"/>
              </a:ext>
            </a:extLst>
          </p:cNvPr>
          <p:cNvSpPr/>
          <p:nvPr/>
        </p:nvSpPr>
        <p:spPr>
          <a:xfrm>
            <a:off x="8737600" y="4478867"/>
            <a:ext cx="533400" cy="207433"/>
          </a:xfrm>
          <a:prstGeom prst="ellipse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6DE9182F-A2F5-3A70-01B8-95D6143EBF6B}"/>
              </a:ext>
            </a:extLst>
          </p:cNvPr>
          <p:cNvSpPr txBox="1"/>
          <p:nvPr/>
        </p:nvSpPr>
        <p:spPr>
          <a:xfrm>
            <a:off x="8216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金額・費
用・資産</a:t>
            </a:r>
          </a:p>
        </p:txBody>
      </p:sp>
      <p:sp>
        <p:nvSpPr>
          <p:cNvPr id="73" name="楕円 72">
            <a:extLst>
              <a:ext uri="{FF2B5EF4-FFF2-40B4-BE49-F238E27FC236}">
                <a16:creationId xmlns:a16="http://schemas.microsoft.com/office/drawing/2014/main" id="{9BB9A44A-8DD2-433C-FC54-8A9EEAE08533}"/>
              </a:ext>
            </a:extLst>
          </p:cNvPr>
          <p:cNvSpPr/>
          <p:nvPr/>
        </p:nvSpPr>
        <p:spPr>
          <a:xfrm>
            <a:off x="10549467" y="4123267"/>
            <a:ext cx="414867" cy="414866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4" name="直線コネクタ 73">
            <a:extLst>
              <a:ext uri="{FF2B5EF4-FFF2-40B4-BE49-F238E27FC236}">
                <a16:creationId xmlns:a16="http://schemas.microsoft.com/office/drawing/2014/main" id="{DCFB7802-E57D-5F28-07F3-67E165903DF6}"/>
              </a:ext>
            </a:extLst>
          </p:cNvPr>
          <p:cNvCxnSpPr/>
          <p:nvPr/>
        </p:nvCxnSpPr>
        <p:spPr>
          <a:xfrm>
            <a:off x="10934700" y="4508500"/>
            <a:ext cx="207433" cy="207433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4741E13E-185D-2679-01BA-DD86A59F5291}"/>
              </a:ext>
            </a:extLst>
          </p:cNvPr>
          <p:cNvSpPr txBox="1"/>
          <p:nvPr/>
        </p:nvSpPr>
        <p:spPr>
          <a:xfrm>
            <a:off x="10058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確認・調査</a:t>
            </a:r>
          </a:p>
        </p:txBody>
      </p:sp>
      <p:cxnSp>
        <p:nvCxnSpPr>
          <p:cNvPr id="76" name="直線コネクタ 75">
            <a:extLst>
              <a:ext uri="{FF2B5EF4-FFF2-40B4-BE49-F238E27FC236}">
                <a16:creationId xmlns:a16="http://schemas.microsoft.com/office/drawing/2014/main" id="{77BFA283-80A3-6677-C8E0-3C2B6FA281DA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0CA9833E-4D1A-177C-8CA0-00BA168B251E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10 / 13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59498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F79731E-2F2B-DF50-910D-37418CD835E2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4D9FE02-2A13-8E0F-16DB-A11654CB947B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用途で選べるアイコン </a:t>
            </a:r>
            <a:r>
              <a:rPr kumimoji="1" lang="en-US" altLang="ja-JP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13〜24</a:t>
            </a:r>
            <a:endParaRPr kumimoji="1" lang="ja-JP" altLang="en-US" sz="3400" b="1">
              <a:solidFill>
                <a:srgbClr val="172D4A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D14B657D-8E68-77CE-FB34-F8603BFC36DE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091B784C-68F7-506D-5F30-412418101517}"/>
              </a:ext>
            </a:extLst>
          </p:cNvPr>
          <p:cNvSpPr/>
          <p:nvPr/>
        </p:nvSpPr>
        <p:spPr>
          <a:xfrm>
            <a:off x="1401233" y="2133600"/>
            <a:ext cx="474134" cy="385233"/>
          </a:xfrm>
          <a:prstGeom prst="roundRect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AD4680A4-DD91-75D9-27B7-E8FC5A7FECBE}"/>
              </a:ext>
            </a:extLst>
          </p:cNvPr>
          <p:cNvCxnSpPr/>
          <p:nvPr/>
        </p:nvCxnSpPr>
        <p:spPr>
          <a:xfrm flipV="1">
            <a:off x="1312333" y="2518833"/>
            <a:ext cx="88900" cy="1481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981693A3-E5BE-36DD-1C60-12360F3CF8C4}"/>
              </a:ext>
            </a:extLst>
          </p:cNvPr>
          <p:cNvCxnSpPr/>
          <p:nvPr/>
        </p:nvCxnSpPr>
        <p:spPr>
          <a:xfrm>
            <a:off x="1312333" y="2667000"/>
            <a:ext cx="651934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5B133183-BC34-9BD5-A209-E66BC56D3A28}"/>
              </a:ext>
            </a:extLst>
          </p:cNvPr>
          <p:cNvCxnSpPr/>
          <p:nvPr/>
        </p:nvCxnSpPr>
        <p:spPr>
          <a:xfrm>
            <a:off x="1875367" y="2518833"/>
            <a:ext cx="88900" cy="1481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6E1811D2-185F-B287-C1B4-B569140227BC}"/>
              </a:ext>
            </a:extLst>
          </p:cNvPr>
          <p:cNvCxnSpPr/>
          <p:nvPr/>
        </p:nvCxnSpPr>
        <p:spPr>
          <a:xfrm>
            <a:off x="1579033" y="2578100"/>
            <a:ext cx="118534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33AFF7C-8C83-FA5A-272F-419EB80D26AF}"/>
              </a:ext>
            </a:extLst>
          </p:cNvPr>
          <p:cNvSpPr txBox="1"/>
          <p:nvPr/>
        </p:nvSpPr>
        <p:spPr>
          <a:xfrm>
            <a:off x="850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PC</a:t>
            </a:r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・作業環境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E4650088-93FE-900B-244B-3E76AC5DE51D}"/>
              </a:ext>
            </a:extLst>
          </p:cNvPr>
          <p:cNvSpPr/>
          <p:nvPr/>
        </p:nvSpPr>
        <p:spPr>
          <a:xfrm>
            <a:off x="3302000" y="2074333"/>
            <a:ext cx="355600" cy="651934"/>
          </a:xfrm>
          <a:prstGeom prst="round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AD6D5F87-AFA2-9483-2A7A-70EEA86F674D}"/>
              </a:ext>
            </a:extLst>
          </p:cNvPr>
          <p:cNvCxnSpPr/>
          <p:nvPr/>
        </p:nvCxnSpPr>
        <p:spPr>
          <a:xfrm>
            <a:off x="3420533" y="2163233"/>
            <a:ext cx="118534" cy="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E3D99C5D-AF14-7089-CF1C-772E124CFDE6}"/>
              </a:ext>
            </a:extLst>
          </p:cNvPr>
          <p:cNvCxnSpPr/>
          <p:nvPr/>
        </p:nvCxnSpPr>
        <p:spPr>
          <a:xfrm>
            <a:off x="3450167" y="2637367"/>
            <a:ext cx="59266" cy="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02ACA8B0-3DE9-C435-CD02-C9CF23E16E6F}"/>
              </a:ext>
            </a:extLst>
          </p:cNvPr>
          <p:cNvSpPr txBox="1"/>
          <p:nvPr/>
        </p:nvSpPr>
        <p:spPr>
          <a:xfrm>
            <a:off x="2692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スマートフォン
・モバイル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2EAF9B64-6440-B549-6A39-2C6A4D0218F3}"/>
              </a:ext>
            </a:extLst>
          </p:cNvPr>
          <p:cNvSpPr/>
          <p:nvPr/>
        </p:nvSpPr>
        <p:spPr>
          <a:xfrm>
            <a:off x="5054600" y="2103967"/>
            <a:ext cx="533400" cy="177800"/>
          </a:xfrm>
          <a:prstGeom prst="roundRect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CA6B3A33-1DAE-61C3-577B-829110EE1544}"/>
              </a:ext>
            </a:extLst>
          </p:cNvPr>
          <p:cNvSpPr/>
          <p:nvPr/>
        </p:nvSpPr>
        <p:spPr>
          <a:xfrm>
            <a:off x="5143500" y="2163233"/>
            <a:ext cx="29633" cy="29634"/>
          </a:xfrm>
          <a:prstGeom prst="ellipse">
            <a:avLst/>
          </a:prstGeom>
          <a:solidFill>
            <a:srgbClr val="945F1D"/>
          </a:solidFill>
          <a:ln w="41487">
            <a:solidFill>
              <a:srgbClr val="945F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AD2B993C-F393-83B8-EDE1-41F39498A96C}"/>
              </a:ext>
            </a:extLst>
          </p:cNvPr>
          <p:cNvCxnSpPr/>
          <p:nvPr/>
        </p:nvCxnSpPr>
        <p:spPr>
          <a:xfrm>
            <a:off x="5291667" y="2192867"/>
            <a:ext cx="207433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B73F510F-98B8-9CB6-EE9B-9CD769FC877D}"/>
              </a:ext>
            </a:extLst>
          </p:cNvPr>
          <p:cNvSpPr/>
          <p:nvPr/>
        </p:nvSpPr>
        <p:spPr>
          <a:xfrm>
            <a:off x="5054600" y="2311400"/>
            <a:ext cx="533400" cy="177800"/>
          </a:xfrm>
          <a:prstGeom prst="roundRect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60E18201-47DD-F111-1B61-0770760CEF87}"/>
              </a:ext>
            </a:extLst>
          </p:cNvPr>
          <p:cNvSpPr/>
          <p:nvPr/>
        </p:nvSpPr>
        <p:spPr>
          <a:xfrm>
            <a:off x="5143500" y="2370667"/>
            <a:ext cx="29633" cy="29633"/>
          </a:xfrm>
          <a:prstGeom prst="ellipse">
            <a:avLst/>
          </a:prstGeom>
          <a:solidFill>
            <a:srgbClr val="945F1D"/>
          </a:solidFill>
          <a:ln w="41487">
            <a:solidFill>
              <a:srgbClr val="945F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BAB5DC1F-DC47-0438-9EE5-A942742C324D}"/>
              </a:ext>
            </a:extLst>
          </p:cNvPr>
          <p:cNvCxnSpPr/>
          <p:nvPr/>
        </p:nvCxnSpPr>
        <p:spPr>
          <a:xfrm>
            <a:off x="5291667" y="2400300"/>
            <a:ext cx="207433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5CA08C17-2425-81D2-EBCF-21498FD47142}"/>
              </a:ext>
            </a:extLst>
          </p:cNvPr>
          <p:cNvSpPr/>
          <p:nvPr/>
        </p:nvSpPr>
        <p:spPr>
          <a:xfrm>
            <a:off x="5054600" y="2518833"/>
            <a:ext cx="533400" cy="177800"/>
          </a:xfrm>
          <a:prstGeom prst="roundRect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141F7212-6509-6154-682A-D7F0D407E6BE}"/>
              </a:ext>
            </a:extLst>
          </p:cNvPr>
          <p:cNvSpPr/>
          <p:nvPr/>
        </p:nvSpPr>
        <p:spPr>
          <a:xfrm>
            <a:off x="5143500" y="2578100"/>
            <a:ext cx="29633" cy="29633"/>
          </a:xfrm>
          <a:prstGeom prst="ellipse">
            <a:avLst/>
          </a:prstGeom>
          <a:solidFill>
            <a:srgbClr val="945F1D"/>
          </a:solidFill>
          <a:ln w="41487">
            <a:solidFill>
              <a:srgbClr val="945F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8554FAA5-4024-4FF4-9ED0-333B1ECED99B}"/>
              </a:ext>
            </a:extLst>
          </p:cNvPr>
          <p:cNvCxnSpPr/>
          <p:nvPr/>
        </p:nvCxnSpPr>
        <p:spPr>
          <a:xfrm>
            <a:off x="5291667" y="2607733"/>
            <a:ext cx="207433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FD9FCA16-1090-207F-E8DB-2AD256AF7647}"/>
              </a:ext>
            </a:extLst>
          </p:cNvPr>
          <p:cNvSpPr txBox="1"/>
          <p:nvPr/>
        </p:nvSpPr>
        <p:spPr>
          <a:xfrm>
            <a:off x="4533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サーバー・基盤</a:t>
            </a: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6C7BFE5A-81AA-2BA0-D148-59FEC629431D}"/>
              </a:ext>
            </a:extLst>
          </p:cNvPr>
          <p:cNvSpPr/>
          <p:nvPr/>
        </p:nvSpPr>
        <p:spPr>
          <a:xfrm>
            <a:off x="6896100" y="2103967"/>
            <a:ext cx="533400" cy="177800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BBF929F7-3E01-5EA5-CA5A-B906884C6EF0}"/>
              </a:ext>
            </a:extLst>
          </p:cNvPr>
          <p:cNvCxnSpPr/>
          <p:nvPr/>
        </p:nvCxnSpPr>
        <p:spPr>
          <a:xfrm>
            <a:off x="6896100" y="2192867"/>
            <a:ext cx="0" cy="414866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BFE41978-4733-9B96-1A15-2EC1A01CFD02}"/>
              </a:ext>
            </a:extLst>
          </p:cNvPr>
          <p:cNvCxnSpPr/>
          <p:nvPr/>
        </p:nvCxnSpPr>
        <p:spPr>
          <a:xfrm>
            <a:off x="7429500" y="2192867"/>
            <a:ext cx="0" cy="414866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楕円 27">
            <a:extLst>
              <a:ext uri="{FF2B5EF4-FFF2-40B4-BE49-F238E27FC236}">
                <a16:creationId xmlns:a16="http://schemas.microsoft.com/office/drawing/2014/main" id="{0EB4149C-245A-CB3B-A728-BFDF5BA9A3D8}"/>
              </a:ext>
            </a:extLst>
          </p:cNvPr>
          <p:cNvSpPr/>
          <p:nvPr/>
        </p:nvSpPr>
        <p:spPr>
          <a:xfrm>
            <a:off x="6896100" y="2341033"/>
            <a:ext cx="533400" cy="177800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C039AFC7-ADC2-94C2-50D9-711AF6E9B9E5}"/>
              </a:ext>
            </a:extLst>
          </p:cNvPr>
          <p:cNvSpPr/>
          <p:nvPr/>
        </p:nvSpPr>
        <p:spPr>
          <a:xfrm>
            <a:off x="6896100" y="2518833"/>
            <a:ext cx="533400" cy="177800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99A267AD-4304-01A7-84EB-0188B06A6E86}"/>
              </a:ext>
            </a:extLst>
          </p:cNvPr>
          <p:cNvSpPr txBox="1"/>
          <p:nvPr/>
        </p:nvSpPr>
        <p:spPr>
          <a:xfrm>
            <a:off x="6375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データベ
ース・保管</a:t>
            </a:r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D67B0F54-2066-0E21-28F2-962E966E5AEC}"/>
              </a:ext>
            </a:extLst>
          </p:cNvPr>
          <p:cNvSpPr/>
          <p:nvPr/>
        </p:nvSpPr>
        <p:spPr>
          <a:xfrm>
            <a:off x="8707967" y="2341033"/>
            <a:ext cx="296333" cy="296334"/>
          </a:xfrm>
          <a:prstGeom prst="ellipse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385BCD18-B9F7-2754-B3B8-CA209D38471B}"/>
              </a:ext>
            </a:extLst>
          </p:cNvPr>
          <p:cNvSpPr/>
          <p:nvPr/>
        </p:nvSpPr>
        <p:spPr>
          <a:xfrm>
            <a:off x="8856133" y="2163233"/>
            <a:ext cx="355600" cy="385234"/>
          </a:xfrm>
          <a:prstGeom prst="ellipse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C2DC8CDD-827E-2C5A-16CB-3E16C6722709}"/>
              </a:ext>
            </a:extLst>
          </p:cNvPr>
          <p:cNvSpPr/>
          <p:nvPr/>
        </p:nvSpPr>
        <p:spPr>
          <a:xfrm>
            <a:off x="9093200" y="2341033"/>
            <a:ext cx="237067" cy="296334"/>
          </a:xfrm>
          <a:prstGeom prst="ellipse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5FC105FD-8D4A-F4B0-1919-C3C7B024FE19}"/>
              </a:ext>
            </a:extLst>
          </p:cNvPr>
          <p:cNvCxnSpPr/>
          <p:nvPr/>
        </p:nvCxnSpPr>
        <p:spPr>
          <a:xfrm>
            <a:off x="8826500" y="2637367"/>
            <a:ext cx="385233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59B023CD-F0DB-66B1-6EB4-9E7B17CE2EC9}"/>
              </a:ext>
            </a:extLst>
          </p:cNvPr>
          <p:cNvSpPr txBox="1"/>
          <p:nvPr/>
        </p:nvSpPr>
        <p:spPr>
          <a:xfrm>
            <a:off x="8216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クラウド</a:t>
            </a:r>
          </a:p>
        </p:txBody>
      </p:sp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B2F5FA10-1D2C-B391-9EFA-CDE29F1A2551}"/>
              </a:ext>
            </a:extLst>
          </p:cNvPr>
          <p:cNvSpPr/>
          <p:nvPr/>
        </p:nvSpPr>
        <p:spPr>
          <a:xfrm>
            <a:off x="10756900" y="2103967"/>
            <a:ext cx="177800" cy="177800"/>
          </a:xfrm>
          <a:prstGeom prst="round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四角形: 角を丸くする 36">
            <a:extLst>
              <a:ext uri="{FF2B5EF4-FFF2-40B4-BE49-F238E27FC236}">
                <a16:creationId xmlns:a16="http://schemas.microsoft.com/office/drawing/2014/main" id="{AFCDB6EB-5E38-744F-C5AC-6FAFFD19B4DA}"/>
              </a:ext>
            </a:extLst>
          </p:cNvPr>
          <p:cNvSpPr/>
          <p:nvPr/>
        </p:nvSpPr>
        <p:spPr>
          <a:xfrm>
            <a:off x="10519833" y="2518833"/>
            <a:ext cx="177800" cy="177800"/>
          </a:xfrm>
          <a:prstGeom prst="round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BCAF9E94-D1B3-F583-ACC6-B4EAD5AE7D5F}"/>
              </a:ext>
            </a:extLst>
          </p:cNvPr>
          <p:cNvSpPr/>
          <p:nvPr/>
        </p:nvSpPr>
        <p:spPr>
          <a:xfrm>
            <a:off x="10993967" y="2518833"/>
            <a:ext cx="177800" cy="177800"/>
          </a:xfrm>
          <a:prstGeom prst="round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8FC8EB1C-8E42-2690-CDF6-8B5B47576DCB}"/>
              </a:ext>
            </a:extLst>
          </p:cNvPr>
          <p:cNvCxnSpPr/>
          <p:nvPr/>
        </p:nvCxnSpPr>
        <p:spPr>
          <a:xfrm>
            <a:off x="10845800" y="2281767"/>
            <a:ext cx="0" cy="118533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7298FDF5-78AF-A0C2-7050-47DF3127567D}"/>
              </a:ext>
            </a:extLst>
          </p:cNvPr>
          <p:cNvCxnSpPr/>
          <p:nvPr/>
        </p:nvCxnSpPr>
        <p:spPr>
          <a:xfrm>
            <a:off x="10608733" y="2400300"/>
            <a:ext cx="474133" cy="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136AC538-160A-8486-F25A-E0CE30164B08}"/>
              </a:ext>
            </a:extLst>
          </p:cNvPr>
          <p:cNvCxnSpPr/>
          <p:nvPr/>
        </p:nvCxnSpPr>
        <p:spPr>
          <a:xfrm>
            <a:off x="10608733" y="2400300"/>
            <a:ext cx="0" cy="118533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20F4BE93-3B5E-0D78-AACB-F747622B1279}"/>
              </a:ext>
            </a:extLst>
          </p:cNvPr>
          <p:cNvCxnSpPr/>
          <p:nvPr/>
        </p:nvCxnSpPr>
        <p:spPr>
          <a:xfrm>
            <a:off x="11082867" y="2400300"/>
            <a:ext cx="0" cy="118533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8DC5BBAE-72D1-F7B7-DF26-DB6B915C273B}"/>
              </a:ext>
            </a:extLst>
          </p:cNvPr>
          <p:cNvSpPr txBox="1"/>
          <p:nvPr/>
        </p:nvSpPr>
        <p:spPr>
          <a:xfrm>
            <a:off x="10058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接続・ネ
ットワーク</a:t>
            </a:r>
          </a:p>
        </p:txBody>
      </p: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D922038B-A721-EAFD-6C66-E90A1F522673}"/>
              </a:ext>
            </a:extLst>
          </p:cNvPr>
          <p:cNvCxnSpPr/>
          <p:nvPr/>
        </p:nvCxnSpPr>
        <p:spPr>
          <a:xfrm flipV="1">
            <a:off x="1312333" y="4241800"/>
            <a:ext cx="177800" cy="1778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CE3888D1-E704-1290-2D47-2A9074E90123}"/>
              </a:ext>
            </a:extLst>
          </p:cNvPr>
          <p:cNvCxnSpPr/>
          <p:nvPr/>
        </p:nvCxnSpPr>
        <p:spPr>
          <a:xfrm>
            <a:off x="1312333" y="4419600"/>
            <a:ext cx="177800" cy="1778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8005F2D3-7E9D-A37F-5AAA-ED4B655F3F59}"/>
              </a:ext>
            </a:extLst>
          </p:cNvPr>
          <p:cNvCxnSpPr/>
          <p:nvPr/>
        </p:nvCxnSpPr>
        <p:spPr>
          <a:xfrm>
            <a:off x="1786467" y="4241800"/>
            <a:ext cx="177800" cy="1778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D7E32540-E513-A6B3-598C-95660DE9B40A}"/>
              </a:ext>
            </a:extLst>
          </p:cNvPr>
          <p:cNvCxnSpPr/>
          <p:nvPr/>
        </p:nvCxnSpPr>
        <p:spPr>
          <a:xfrm flipV="1">
            <a:off x="1786467" y="4419600"/>
            <a:ext cx="177800" cy="1778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直線コネクタ 47">
            <a:extLst>
              <a:ext uri="{FF2B5EF4-FFF2-40B4-BE49-F238E27FC236}">
                <a16:creationId xmlns:a16="http://schemas.microsoft.com/office/drawing/2014/main" id="{C0932051-0640-F669-28A4-F1FADD9FCADE}"/>
              </a:ext>
            </a:extLst>
          </p:cNvPr>
          <p:cNvCxnSpPr/>
          <p:nvPr/>
        </p:nvCxnSpPr>
        <p:spPr>
          <a:xfrm flipV="1">
            <a:off x="1579033" y="4152900"/>
            <a:ext cx="118534" cy="5334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74D2B66F-42DD-5998-F1D3-CCFADED50D38}"/>
              </a:ext>
            </a:extLst>
          </p:cNvPr>
          <p:cNvSpPr txBox="1"/>
          <p:nvPr/>
        </p:nvSpPr>
        <p:spPr>
          <a:xfrm>
            <a:off x="850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プログラ
ム・開発</a:t>
            </a:r>
          </a:p>
        </p:txBody>
      </p:sp>
      <p:sp>
        <p:nvSpPr>
          <p:cNvPr id="50" name="四角形: 角を丸くする 49">
            <a:extLst>
              <a:ext uri="{FF2B5EF4-FFF2-40B4-BE49-F238E27FC236}">
                <a16:creationId xmlns:a16="http://schemas.microsoft.com/office/drawing/2014/main" id="{1FBE0EF7-D57B-5E11-6D73-3C1D68D073B0}"/>
              </a:ext>
            </a:extLst>
          </p:cNvPr>
          <p:cNvSpPr/>
          <p:nvPr/>
        </p:nvSpPr>
        <p:spPr>
          <a:xfrm>
            <a:off x="3272367" y="4212167"/>
            <a:ext cx="414866" cy="414866"/>
          </a:xfrm>
          <a:prstGeom prst="roundRect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967DE755-2023-A2CF-1003-1D6A48A2DCDD}"/>
              </a:ext>
            </a:extLst>
          </p:cNvPr>
          <p:cNvSpPr/>
          <p:nvPr/>
        </p:nvSpPr>
        <p:spPr>
          <a:xfrm>
            <a:off x="3390900" y="4330700"/>
            <a:ext cx="177800" cy="177800"/>
          </a:xfrm>
          <a:prstGeom prst="rect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E1E2CBA3-C438-C4B6-77FC-FC427E572F91}"/>
              </a:ext>
            </a:extLst>
          </p:cNvPr>
          <p:cNvCxnSpPr/>
          <p:nvPr/>
        </p:nvCxnSpPr>
        <p:spPr>
          <a:xfrm>
            <a:off x="3361267" y="4093633"/>
            <a:ext cx="0" cy="118534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21B42BF6-B6E0-CDFD-2995-1FB125F90C65}"/>
              </a:ext>
            </a:extLst>
          </p:cNvPr>
          <p:cNvCxnSpPr/>
          <p:nvPr/>
        </p:nvCxnSpPr>
        <p:spPr>
          <a:xfrm>
            <a:off x="3361267" y="4627033"/>
            <a:ext cx="0" cy="118534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id="{351C41DE-AAAA-1F92-8B36-942B4F005CE3}"/>
              </a:ext>
            </a:extLst>
          </p:cNvPr>
          <p:cNvCxnSpPr/>
          <p:nvPr/>
        </p:nvCxnSpPr>
        <p:spPr>
          <a:xfrm>
            <a:off x="3153833" y="4301067"/>
            <a:ext cx="118534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線コネクタ 54">
            <a:extLst>
              <a:ext uri="{FF2B5EF4-FFF2-40B4-BE49-F238E27FC236}">
                <a16:creationId xmlns:a16="http://schemas.microsoft.com/office/drawing/2014/main" id="{C68C5AFB-7B66-F555-F009-F527938A1646}"/>
              </a:ext>
            </a:extLst>
          </p:cNvPr>
          <p:cNvCxnSpPr/>
          <p:nvPr/>
        </p:nvCxnSpPr>
        <p:spPr>
          <a:xfrm>
            <a:off x="3687233" y="4301067"/>
            <a:ext cx="118534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981F7CCC-6851-3478-BFAD-95D61D3FE2E8}"/>
              </a:ext>
            </a:extLst>
          </p:cNvPr>
          <p:cNvCxnSpPr/>
          <p:nvPr/>
        </p:nvCxnSpPr>
        <p:spPr>
          <a:xfrm>
            <a:off x="3479800" y="4093633"/>
            <a:ext cx="0" cy="118534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線コネクタ 56">
            <a:extLst>
              <a:ext uri="{FF2B5EF4-FFF2-40B4-BE49-F238E27FC236}">
                <a16:creationId xmlns:a16="http://schemas.microsoft.com/office/drawing/2014/main" id="{50F5CE53-A257-30FC-54DD-C502F5CAC11B}"/>
              </a:ext>
            </a:extLst>
          </p:cNvPr>
          <p:cNvCxnSpPr/>
          <p:nvPr/>
        </p:nvCxnSpPr>
        <p:spPr>
          <a:xfrm>
            <a:off x="3479800" y="4627033"/>
            <a:ext cx="0" cy="118534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直線コネクタ 57">
            <a:extLst>
              <a:ext uri="{FF2B5EF4-FFF2-40B4-BE49-F238E27FC236}">
                <a16:creationId xmlns:a16="http://schemas.microsoft.com/office/drawing/2014/main" id="{3B3B44A8-2F33-EF0F-274C-EB673181D15F}"/>
              </a:ext>
            </a:extLst>
          </p:cNvPr>
          <p:cNvCxnSpPr/>
          <p:nvPr/>
        </p:nvCxnSpPr>
        <p:spPr>
          <a:xfrm>
            <a:off x="3153833" y="4419600"/>
            <a:ext cx="118534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直線コネクタ 58">
            <a:extLst>
              <a:ext uri="{FF2B5EF4-FFF2-40B4-BE49-F238E27FC236}">
                <a16:creationId xmlns:a16="http://schemas.microsoft.com/office/drawing/2014/main" id="{8ADA60AC-FE01-0C01-4266-A77A2CEC5670}"/>
              </a:ext>
            </a:extLst>
          </p:cNvPr>
          <p:cNvCxnSpPr/>
          <p:nvPr/>
        </p:nvCxnSpPr>
        <p:spPr>
          <a:xfrm>
            <a:off x="3687233" y="4419600"/>
            <a:ext cx="118534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直線コネクタ 59">
            <a:extLst>
              <a:ext uri="{FF2B5EF4-FFF2-40B4-BE49-F238E27FC236}">
                <a16:creationId xmlns:a16="http://schemas.microsoft.com/office/drawing/2014/main" id="{7ADBE757-5EB2-259B-7BA1-E4B0ABBF2080}"/>
              </a:ext>
            </a:extLst>
          </p:cNvPr>
          <p:cNvCxnSpPr/>
          <p:nvPr/>
        </p:nvCxnSpPr>
        <p:spPr>
          <a:xfrm>
            <a:off x="3598333" y="4093633"/>
            <a:ext cx="0" cy="118534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直線コネクタ 60">
            <a:extLst>
              <a:ext uri="{FF2B5EF4-FFF2-40B4-BE49-F238E27FC236}">
                <a16:creationId xmlns:a16="http://schemas.microsoft.com/office/drawing/2014/main" id="{1B3DC37A-EAB7-731F-E762-5512A666D7B2}"/>
              </a:ext>
            </a:extLst>
          </p:cNvPr>
          <p:cNvCxnSpPr/>
          <p:nvPr/>
        </p:nvCxnSpPr>
        <p:spPr>
          <a:xfrm>
            <a:off x="3598333" y="4627033"/>
            <a:ext cx="0" cy="118534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直線コネクタ 61">
            <a:extLst>
              <a:ext uri="{FF2B5EF4-FFF2-40B4-BE49-F238E27FC236}">
                <a16:creationId xmlns:a16="http://schemas.microsoft.com/office/drawing/2014/main" id="{44CDBAFF-F147-F499-08E6-687878707691}"/>
              </a:ext>
            </a:extLst>
          </p:cNvPr>
          <p:cNvCxnSpPr/>
          <p:nvPr/>
        </p:nvCxnSpPr>
        <p:spPr>
          <a:xfrm>
            <a:off x="3153833" y="4538133"/>
            <a:ext cx="118534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直線コネクタ 62">
            <a:extLst>
              <a:ext uri="{FF2B5EF4-FFF2-40B4-BE49-F238E27FC236}">
                <a16:creationId xmlns:a16="http://schemas.microsoft.com/office/drawing/2014/main" id="{46ADC4D9-4CB5-4C9A-6EFB-326530B0CE2F}"/>
              </a:ext>
            </a:extLst>
          </p:cNvPr>
          <p:cNvCxnSpPr/>
          <p:nvPr/>
        </p:nvCxnSpPr>
        <p:spPr>
          <a:xfrm>
            <a:off x="3687233" y="4538133"/>
            <a:ext cx="118534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BC0DE79E-08F2-19AA-3E5B-72ACD2341A86}"/>
              </a:ext>
            </a:extLst>
          </p:cNvPr>
          <p:cNvSpPr txBox="1"/>
          <p:nvPr/>
        </p:nvSpPr>
        <p:spPr>
          <a:xfrm>
            <a:off x="2692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AI</a:t>
            </a:r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・半導体</a:t>
            </a:r>
          </a:p>
        </p:txBody>
      </p:sp>
      <p:sp>
        <p:nvSpPr>
          <p:cNvPr id="65" name="四角形: 角を丸くする 64">
            <a:extLst>
              <a:ext uri="{FF2B5EF4-FFF2-40B4-BE49-F238E27FC236}">
                <a16:creationId xmlns:a16="http://schemas.microsoft.com/office/drawing/2014/main" id="{7998B470-9F79-A506-52E5-97BBCF6C1241}"/>
              </a:ext>
            </a:extLst>
          </p:cNvPr>
          <p:cNvSpPr/>
          <p:nvPr/>
        </p:nvSpPr>
        <p:spPr>
          <a:xfrm>
            <a:off x="5024967" y="4152900"/>
            <a:ext cx="592666" cy="533400"/>
          </a:xfrm>
          <a:prstGeom prst="roundRect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237B0E01-74D5-1FBC-5303-51145BC8ADDC}"/>
              </a:ext>
            </a:extLst>
          </p:cNvPr>
          <p:cNvCxnSpPr/>
          <p:nvPr/>
        </p:nvCxnSpPr>
        <p:spPr>
          <a:xfrm>
            <a:off x="5321300" y="4152900"/>
            <a:ext cx="0" cy="53340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直線コネクタ 66">
            <a:extLst>
              <a:ext uri="{FF2B5EF4-FFF2-40B4-BE49-F238E27FC236}">
                <a16:creationId xmlns:a16="http://schemas.microsoft.com/office/drawing/2014/main" id="{20F2AD76-52AC-DCE7-2BA5-7D189B8830D8}"/>
              </a:ext>
            </a:extLst>
          </p:cNvPr>
          <p:cNvCxnSpPr/>
          <p:nvPr/>
        </p:nvCxnSpPr>
        <p:spPr>
          <a:xfrm>
            <a:off x="5113867" y="4301067"/>
            <a:ext cx="118533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直線コネクタ 67">
            <a:extLst>
              <a:ext uri="{FF2B5EF4-FFF2-40B4-BE49-F238E27FC236}">
                <a16:creationId xmlns:a16="http://schemas.microsoft.com/office/drawing/2014/main" id="{953247D4-E113-DE1F-DAF5-BE75B8B3D588}"/>
              </a:ext>
            </a:extLst>
          </p:cNvPr>
          <p:cNvCxnSpPr/>
          <p:nvPr/>
        </p:nvCxnSpPr>
        <p:spPr>
          <a:xfrm>
            <a:off x="5410200" y="4301067"/>
            <a:ext cx="118533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直線コネクタ 68">
            <a:extLst>
              <a:ext uri="{FF2B5EF4-FFF2-40B4-BE49-F238E27FC236}">
                <a16:creationId xmlns:a16="http://schemas.microsoft.com/office/drawing/2014/main" id="{FD3DA89B-0083-150A-2A23-A69F129C159D}"/>
              </a:ext>
            </a:extLst>
          </p:cNvPr>
          <p:cNvCxnSpPr/>
          <p:nvPr/>
        </p:nvCxnSpPr>
        <p:spPr>
          <a:xfrm>
            <a:off x="5113867" y="4419600"/>
            <a:ext cx="118533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直線コネクタ 69">
            <a:extLst>
              <a:ext uri="{FF2B5EF4-FFF2-40B4-BE49-F238E27FC236}">
                <a16:creationId xmlns:a16="http://schemas.microsoft.com/office/drawing/2014/main" id="{B40E0912-F47F-C880-DFE4-7FA061CB69F2}"/>
              </a:ext>
            </a:extLst>
          </p:cNvPr>
          <p:cNvCxnSpPr/>
          <p:nvPr/>
        </p:nvCxnSpPr>
        <p:spPr>
          <a:xfrm>
            <a:off x="5410200" y="4419600"/>
            <a:ext cx="118533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直線コネクタ 70">
            <a:extLst>
              <a:ext uri="{FF2B5EF4-FFF2-40B4-BE49-F238E27FC236}">
                <a16:creationId xmlns:a16="http://schemas.microsoft.com/office/drawing/2014/main" id="{B115D628-ED55-8375-8D3B-9DD23F8B772E}"/>
              </a:ext>
            </a:extLst>
          </p:cNvPr>
          <p:cNvCxnSpPr/>
          <p:nvPr/>
        </p:nvCxnSpPr>
        <p:spPr>
          <a:xfrm>
            <a:off x="5113867" y="4538133"/>
            <a:ext cx="118533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直線コネクタ 71">
            <a:extLst>
              <a:ext uri="{FF2B5EF4-FFF2-40B4-BE49-F238E27FC236}">
                <a16:creationId xmlns:a16="http://schemas.microsoft.com/office/drawing/2014/main" id="{4283450A-45FD-6411-7071-C18D965C18F8}"/>
              </a:ext>
            </a:extLst>
          </p:cNvPr>
          <p:cNvCxnSpPr/>
          <p:nvPr/>
        </p:nvCxnSpPr>
        <p:spPr>
          <a:xfrm>
            <a:off x="5410200" y="4538133"/>
            <a:ext cx="118533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752BAAA9-ED2D-E77C-BD74-99479FD8F50B}"/>
              </a:ext>
            </a:extLst>
          </p:cNvPr>
          <p:cNvSpPr txBox="1"/>
          <p:nvPr/>
        </p:nvSpPr>
        <p:spPr>
          <a:xfrm>
            <a:off x="4533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本・学習</a:t>
            </a:r>
          </a:p>
        </p:txBody>
      </p:sp>
      <p:cxnSp>
        <p:nvCxnSpPr>
          <p:cNvPr id="74" name="直線コネクタ 73">
            <a:extLst>
              <a:ext uri="{FF2B5EF4-FFF2-40B4-BE49-F238E27FC236}">
                <a16:creationId xmlns:a16="http://schemas.microsoft.com/office/drawing/2014/main" id="{C74182CA-03E0-15C8-650E-528A8D4BBCF8}"/>
              </a:ext>
            </a:extLst>
          </p:cNvPr>
          <p:cNvCxnSpPr/>
          <p:nvPr/>
        </p:nvCxnSpPr>
        <p:spPr>
          <a:xfrm>
            <a:off x="7162800" y="4123267"/>
            <a:ext cx="325967" cy="148166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直線コネクタ 74">
            <a:extLst>
              <a:ext uri="{FF2B5EF4-FFF2-40B4-BE49-F238E27FC236}">
                <a16:creationId xmlns:a16="http://schemas.microsoft.com/office/drawing/2014/main" id="{0D54DB0B-F54D-BFFD-F855-A1C7001A5526}"/>
              </a:ext>
            </a:extLst>
          </p:cNvPr>
          <p:cNvCxnSpPr/>
          <p:nvPr/>
        </p:nvCxnSpPr>
        <p:spPr>
          <a:xfrm flipV="1">
            <a:off x="7162800" y="4271433"/>
            <a:ext cx="325967" cy="148167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直線コネクタ 75">
            <a:extLst>
              <a:ext uri="{FF2B5EF4-FFF2-40B4-BE49-F238E27FC236}">
                <a16:creationId xmlns:a16="http://schemas.microsoft.com/office/drawing/2014/main" id="{C1B6DA29-D3F0-22C8-6034-5F8032916A16}"/>
              </a:ext>
            </a:extLst>
          </p:cNvPr>
          <p:cNvCxnSpPr/>
          <p:nvPr/>
        </p:nvCxnSpPr>
        <p:spPr>
          <a:xfrm>
            <a:off x="6836833" y="4271433"/>
            <a:ext cx="325967" cy="148167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直線コネクタ 76">
            <a:extLst>
              <a:ext uri="{FF2B5EF4-FFF2-40B4-BE49-F238E27FC236}">
                <a16:creationId xmlns:a16="http://schemas.microsoft.com/office/drawing/2014/main" id="{E3441F56-FDCF-9BD0-EF9A-E79ED28E0328}"/>
              </a:ext>
            </a:extLst>
          </p:cNvPr>
          <p:cNvCxnSpPr/>
          <p:nvPr/>
        </p:nvCxnSpPr>
        <p:spPr>
          <a:xfrm flipV="1">
            <a:off x="6836833" y="4123267"/>
            <a:ext cx="325967" cy="148166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直線コネクタ 77">
            <a:extLst>
              <a:ext uri="{FF2B5EF4-FFF2-40B4-BE49-F238E27FC236}">
                <a16:creationId xmlns:a16="http://schemas.microsoft.com/office/drawing/2014/main" id="{60DE9A90-3755-9BD1-8F07-5577F07DE7BB}"/>
              </a:ext>
            </a:extLst>
          </p:cNvPr>
          <p:cNvCxnSpPr/>
          <p:nvPr/>
        </p:nvCxnSpPr>
        <p:spPr>
          <a:xfrm>
            <a:off x="6955367" y="4360333"/>
            <a:ext cx="0" cy="207434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直線コネクタ 78">
            <a:extLst>
              <a:ext uri="{FF2B5EF4-FFF2-40B4-BE49-F238E27FC236}">
                <a16:creationId xmlns:a16="http://schemas.microsoft.com/office/drawing/2014/main" id="{0451E37D-BA9A-79A1-13C6-E21633430CA0}"/>
              </a:ext>
            </a:extLst>
          </p:cNvPr>
          <p:cNvCxnSpPr/>
          <p:nvPr/>
        </p:nvCxnSpPr>
        <p:spPr>
          <a:xfrm>
            <a:off x="6955367" y="4567767"/>
            <a:ext cx="207433" cy="118533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直線コネクタ 79">
            <a:extLst>
              <a:ext uri="{FF2B5EF4-FFF2-40B4-BE49-F238E27FC236}">
                <a16:creationId xmlns:a16="http://schemas.microsoft.com/office/drawing/2014/main" id="{4C6B2F0D-EA64-954A-FEEB-947BB942F9D6}"/>
              </a:ext>
            </a:extLst>
          </p:cNvPr>
          <p:cNvCxnSpPr/>
          <p:nvPr/>
        </p:nvCxnSpPr>
        <p:spPr>
          <a:xfrm flipV="1">
            <a:off x="7162800" y="4567767"/>
            <a:ext cx="207433" cy="118533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直線コネクタ 80">
            <a:extLst>
              <a:ext uri="{FF2B5EF4-FFF2-40B4-BE49-F238E27FC236}">
                <a16:creationId xmlns:a16="http://schemas.microsoft.com/office/drawing/2014/main" id="{D23EE839-0E9A-45C1-000D-CF50A836F5A2}"/>
              </a:ext>
            </a:extLst>
          </p:cNvPr>
          <p:cNvCxnSpPr/>
          <p:nvPr/>
        </p:nvCxnSpPr>
        <p:spPr>
          <a:xfrm>
            <a:off x="7370233" y="4360333"/>
            <a:ext cx="0" cy="207434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直線コネクタ 81">
            <a:extLst>
              <a:ext uri="{FF2B5EF4-FFF2-40B4-BE49-F238E27FC236}">
                <a16:creationId xmlns:a16="http://schemas.microsoft.com/office/drawing/2014/main" id="{69CE6057-AFAA-7663-CA9F-368576638649}"/>
              </a:ext>
            </a:extLst>
          </p:cNvPr>
          <p:cNvCxnSpPr/>
          <p:nvPr/>
        </p:nvCxnSpPr>
        <p:spPr>
          <a:xfrm>
            <a:off x="7488767" y="4271433"/>
            <a:ext cx="0" cy="26670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C6EE498B-B144-DE90-B9C9-2D499635158B}"/>
              </a:ext>
            </a:extLst>
          </p:cNvPr>
          <p:cNvSpPr txBox="1"/>
          <p:nvPr/>
        </p:nvSpPr>
        <p:spPr>
          <a:xfrm>
            <a:off x="6375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学校・進学</a:t>
            </a:r>
          </a:p>
        </p:txBody>
      </p:sp>
      <p:cxnSp>
        <p:nvCxnSpPr>
          <p:cNvPr id="84" name="直線コネクタ 83">
            <a:extLst>
              <a:ext uri="{FF2B5EF4-FFF2-40B4-BE49-F238E27FC236}">
                <a16:creationId xmlns:a16="http://schemas.microsoft.com/office/drawing/2014/main" id="{318BA02C-569A-D6D2-BB02-26A98BC723D3}"/>
              </a:ext>
            </a:extLst>
          </p:cNvPr>
          <p:cNvCxnSpPr/>
          <p:nvPr/>
        </p:nvCxnSpPr>
        <p:spPr>
          <a:xfrm>
            <a:off x="8885767" y="4123267"/>
            <a:ext cx="237067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直線コネクタ 84">
            <a:extLst>
              <a:ext uri="{FF2B5EF4-FFF2-40B4-BE49-F238E27FC236}">
                <a16:creationId xmlns:a16="http://schemas.microsoft.com/office/drawing/2014/main" id="{A89B55B4-C0C7-E65D-6A3F-41AB7F4875F8}"/>
              </a:ext>
            </a:extLst>
          </p:cNvPr>
          <p:cNvCxnSpPr/>
          <p:nvPr/>
        </p:nvCxnSpPr>
        <p:spPr>
          <a:xfrm>
            <a:off x="8915400" y="4123267"/>
            <a:ext cx="0" cy="237066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直線コネクタ 85">
            <a:extLst>
              <a:ext uri="{FF2B5EF4-FFF2-40B4-BE49-F238E27FC236}">
                <a16:creationId xmlns:a16="http://schemas.microsoft.com/office/drawing/2014/main" id="{1EA31028-3D95-71C7-4983-CD198ED505C5}"/>
              </a:ext>
            </a:extLst>
          </p:cNvPr>
          <p:cNvCxnSpPr/>
          <p:nvPr/>
        </p:nvCxnSpPr>
        <p:spPr>
          <a:xfrm>
            <a:off x="9093200" y="4123267"/>
            <a:ext cx="0" cy="237066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直線コネクタ 86">
            <a:extLst>
              <a:ext uri="{FF2B5EF4-FFF2-40B4-BE49-F238E27FC236}">
                <a16:creationId xmlns:a16="http://schemas.microsoft.com/office/drawing/2014/main" id="{E75ACA1F-F542-5B70-0823-AFAEA340792F}"/>
              </a:ext>
            </a:extLst>
          </p:cNvPr>
          <p:cNvCxnSpPr/>
          <p:nvPr/>
        </p:nvCxnSpPr>
        <p:spPr>
          <a:xfrm flipV="1">
            <a:off x="8737600" y="4360333"/>
            <a:ext cx="177800" cy="325967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直線コネクタ 87">
            <a:extLst>
              <a:ext uri="{FF2B5EF4-FFF2-40B4-BE49-F238E27FC236}">
                <a16:creationId xmlns:a16="http://schemas.microsoft.com/office/drawing/2014/main" id="{F75B9AAD-BB1F-7F86-21D3-CA7C0DAAE9AF}"/>
              </a:ext>
            </a:extLst>
          </p:cNvPr>
          <p:cNvCxnSpPr/>
          <p:nvPr/>
        </p:nvCxnSpPr>
        <p:spPr>
          <a:xfrm>
            <a:off x="8737600" y="4686300"/>
            <a:ext cx="533400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直線コネクタ 88">
            <a:extLst>
              <a:ext uri="{FF2B5EF4-FFF2-40B4-BE49-F238E27FC236}">
                <a16:creationId xmlns:a16="http://schemas.microsoft.com/office/drawing/2014/main" id="{3F4D7E40-01ED-B247-B040-B73911831FF3}"/>
              </a:ext>
            </a:extLst>
          </p:cNvPr>
          <p:cNvCxnSpPr/>
          <p:nvPr/>
        </p:nvCxnSpPr>
        <p:spPr>
          <a:xfrm>
            <a:off x="9093200" y="4360333"/>
            <a:ext cx="177800" cy="325967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直線コネクタ 89">
            <a:extLst>
              <a:ext uri="{FF2B5EF4-FFF2-40B4-BE49-F238E27FC236}">
                <a16:creationId xmlns:a16="http://schemas.microsoft.com/office/drawing/2014/main" id="{EB0AC999-878D-B11E-DD79-F9D00CC191F2}"/>
              </a:ext>
            </a:extLst>
          </p:cNvPr>
          <p:cNvCxnSpPr/>
          <p:nvPr/>
        </p:nvCxnSpPr>
        <p:spPr>
          <a:xfrm>
            <a:off x="8826500" y="4538133"/>
            <a:ext cx="355600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楕円 90">
            <a:extLst>
              <a:ext uri="{FF2B5EF4-FFF2-40B4-BE49-F238E27FC236}">
                <a16:creationId xmlns:a16="http://schemas.microsoft.com/office/drawing/2014/main" id="{7E046D4B-8A63-7C9F-AF4E-2298886CBF5B}"/>
              </a:ext>
            </a:extLst>
          </p:cNvPr>
          <p:cNvSpPr/>
          <p:nvPr/>
        </p:nvSpPr>
        <p:spPr>
          <a:xfrm>
            <a:off x="8974667" y="4567767"/>
            <a:ext cx="59267" cy="59266"/>
          </a:xfrm>
          <a:prstGeom prst="ellipse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2" name="テキスト ボックス 91">
            <a:extLst>
              <a:ext uri="{FF2B5EF4-FFF2-40B4-BE49-F238E27FC236}">
                <a16:creationId xmlns:a16="http://schemas.microsoft.com/office/drawing/2014/main" id="{6A4F8D98-0C13-8164-490D-66B68BEA55C0}"/>
              </a:ext>
            </a:extLst>
          </p:cNvPr>
          <p:cNvSpPr txBox="1"/>
          <p:nvPr/>
        </p:nvSpPr>
        <p:spPr>
          <a:xfrm>
            <a:off x="8216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化学・実験</a:t>
            </a:r>
          </a:p>
        </p:txBody>
      </p:sp>
      <p:sp>
        <p:nvSpPr>
          <p:cNvPr id="93" name="楕円 92">
            <a:extLst>
              <a:ext uri="{FF2B5EF4-FFF2-40B4-BE49-F238E27FC236}">
                <a16:creationId xmlns:a16="http://schemas.microsoft.com/office/drawing/2014/main" id="{29020CA0-C983-ECA1-ED48-4501C38D513A}"/>
              </a:ext>
            </a:extLst>
          </p:cNvPr>
          <p:cNvSpPr/>
          <p:nvPr/>
        </p:nvSpPr>
        <p:spPr>
          <a:xfrm>
            <a:off x="10549467" y="4301067"/>
            <a:ext cx="592667" cy="237066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4" name="楕円 93">
            <a:extLst>
              <a:ext uri="{FF2B5EF4-FFF2-40B4-BE49-F238E27FC236}">
                <a16:creationId xmlns:a16="http://schemas.microsoft.com/office/drawing/2014/main" id="{41859F9F-276E-AD0B-A40D-E12ACAFF8E81}"/>
              </a:ext>
            </a:extLst>
          </p:cNvPr>
          <p:cNvSpPr/>
          <p:nvPr/>
        </p:nvSpPr>
        <p:spPr>
          <a:xfrm>
            <a:off x="10727267" y="4123267"/>
            <a:ext cx="237067" cy="592666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5" name="楕円 94">
            <a:extLst>
              <a:ext uri="{FF2B5EF4-FFF2-40B4-BE49-F238E27FC236}">
                <a16:creationId xmlns:a16="http://schemas.microsoft.com/office/drawing/2014/main" id="{3033444A-E6E4-735B-21C4-22A62FC200E2}"/>
              </a:ext>
            </a:extLst>
          </p:cNvPr>
          <p:cNvSpPr/>
          <p:nvPr/>
        </p:nvSpPr>
        <p:spPr>
          <a:xfrm>
            <a:off x="10786533" y="4360333"/>
            <a:ext cx="118533" cy="118534"/>
          </a:xfrm>
          <a:prstGeom prst="ellipse">
            <a:avLst/>
          </a:prstGeom>
          <a:solidFill>
            <a:srgbClr val="86518C"/>
          </a:solidFill>
          <a:ln w="41487">
            <a:solidFill>
              <a:srgbClr val="8651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6" name="楕円 95">
            <a:extLst>
              <a:ext uri="{FF2B5EF4-FFF2-40B4-BE49-F238E27FC236}">
                <a16:creationId xmlns:a16="http://schemas.microsoft.com/office/drawing/2014/main" id="{3756F24D-9086-AD49-7737-99F209D736D7}"/>
              </a:ext>
            </a:extLst>
          </p:cNvPr>
          <p:cNvSpPr/>
          <p:nvPr/>
        </p:nvSpPr>
        <p:spPr>
          <a:xfrm>
            <a:off x="10579100" y="4360333"/>
            <a:ext cx="88900" cy="88900"/>
          </a:xfrm>
          <a:prstGeom prst="ellipse">
            <a:avLst/>
          </a:prstGeom>
          <a:solidFill>
            <a:srgbClr val="86518C"/>
          </a:solidFill>
          <a:ln w="41487">
            <a:solidFill>
              <a:srgbClr val="8651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7" name="楕円 96">
            <a:extLst>
              <a:ext uri="{FF2B5EF4-FFF2-40B4-BE49-F238E27FC236}">
                <a16:creationId xmlns:a16="http://schemas.microsoft.com/office/drawing/2014/main" id="{A95D6ADE-BA3D-E727-B838-FE273E5877BC}"/>
              </a:ext>
            </a:extLst>
          </p:cNvPr>
          <p:cNvSpPr/>
          <p:nvPr/>
        </p:nvSpPr>
        <p:spPr>
          <a:xfrm>
            <a:off x="10816167" y="4152900"/>
            <a:ext cx="88900" cy="88900"/>
          </a:xfrm>
          <a:prstGeom prst="ellipse">
            <a:avLst/>
          </a:prstGeom>
          <a:solidFill>
            <a:srgbClr val="86518C"/>
          </a:solidFill>
          <a:ln w="41487">
            <a:solidFill>
              <a:srgbClr val="8651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8" name="テキスト ボックス 97">
            <a:extLst>
              <a:ext uri="{FF2B5EF4-FFF2-40B4-BE49-F238E27FC236}">
                <a16:creationId xmlns:a16="http://schemas.microsoft.com/office/drawing/2014/main" id="{497A9AF2-A1AD-4F3E-64AB-F4A9D44AEDD6}"/>
              </a:ext>
            </a:extLst>
          </p:cNvPr>
          <p:cNvSpPr txBox="1"/>
          <p:nvPr/>
        </p:nvSpPr>
        <p:spPr>
          <a:xfrm>
            <a:off x="10058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物理・原子</a:t>
            </a:r>
          </a:p>
        </p:txBody>
      </p:sp>
      <p:cxnSp>
        <p:nvCxnSpPr>
          <p:cNvPr id="99" name="直線コネクタ 98">
            <a:extLst>
              <a:ext uri="{FF2B5EF4-FFF2-40B4-BE49-F238E27FC236}">
                <a16:creationId xmlns:a16="http://schemas.microsoft.com/office/drawing/2014/main" id="{0EA79EE0-D2F8-3474-D951-210E74E53288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テキスト ボックス 99">
            <a:extLst>
              <a:ext uri="{FF2B5EF4-FFF2-40B4-BE49-F238E27FC236}">
                <a16:creationId xmlns:a16="http://schemas.microsoft.com/office/drawing/2014/main" id="{E972C40E-AA70-7D12-8C26-1373C9C36F23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11 / 13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468966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19FA549-E369-B645-0958-447D33B476F1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8ECAAAB-87CF-86D1-088D-8035A020DCEC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用途で選べるアイコン </a:t>
            </a:r>
            <a:r>
              <a:rPr kumimoji="1" lang="en-US" altLang="ja-JP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25〜36</a:t>
            </a:r>
            <a:endParaRPr kumimoji="1" lang="ja-JP" altLang="en-US" sz="3400" b="1">
              <a:solidFill>
                <a:srgbClr val="172D4A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41C321B3-D30C-DB05-4FF6-11B3AB0BEAFB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4B0277B7-DC70-5B75-165C-50075690A238}"/>
              </a:ext>
            </a:extLst>
          </p:cNvPr>
          <p:cNvCxnSpPr/>
          <p:nvPr/>
        </p:nvCxnSpPr>
        <p:spPr>
          <a:xfrm flipV="1">
            <a:off x="1371600" y="2133600"/>
            <a:ext cx="266700" cy="53340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6AB37D50-8832-672C-CDC9-2C3576C70B2A}"/>
              </a:ext>
            </a:extLst>
          </p:cNvPr>
          <p:cNvCxnSpPr/>
          <p:nvPr/>
        </p:nvCxnSpPr>
        <p:spPr>
          <a:xfrm>
            <a:off x="1638300" y="2133600"/>
            <a:ext cx="266700" cy="53340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C60A23BF-FF0C-9D58-3586-90A4004A3A7E}"/>
              </a:ext>
            </a:extLst>
          </p:cNvPr>
          <p:cNvCxnSpPr/>
          <p:nvPr/>
        </p:nvCxnSpPr>
        <p:spPr>
          <a:xfrm>
            <a:off x="1371600" y="2667000"/>
            <a:ext cx="533400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9CDB9A7-1BE7-116E-4594-E703EA7E50C5}"/>
              </a:ext>
            </a:extLst>
          </p:cNvPr>
          <p:cNvSpPr/>
          <p:nvPr/>
        </p:nvSpPr>
        <p:spPr>
          <a:xfrm>
            <a:off x="1401233" y="2518833"/>
            <a:ext cx="118534" cy="118534"/>
          </a:xfrm>
          <a:prstGeom prst="rect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712C13BA-F6A4-7167-5566-23E63D5067FC}"/>
              </a:ext>
            </a:extLst>
          </p:cNvPr>
          <p:cNvCxnSpPr/>
          <p:nvPr/>
        </p:nvCxnSpPr>
        <p:spPr>
          <a:xfrm>
            <a:off x="1638300" y="2133600"/>
            <a:ext cx="0" cy="53340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D49176E-BE58-1959-17F9-4DB48E1AF890}"/>
              </a:ext>
            </a:extLst>
          </p:cNvPr>
          <p:cNvSpPr txBox="1"/>
          <p:nvPr/>
        </p:nvSpPr>
        <p:spPr>
          <a:xfrm>
            <a:off x="850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図形・幾何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16A8DD8C-3C15-6229-94FC-B23FCBE1FF0A}"/>
              </a:ext>
            </a:extLst>
          </p:cNvPr>
          <p:cNvSpPr/>
          <p:nvPr/>
        </p:nvSpPr>
        <p:spPr>
          <a:xfrm>
            <a:off x="3183467" y="2103967"/>
            <a:ext cx="592666" cy="592666"/>
          </a:xfrm>
          <a:prstGeom prst="round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D933EF26-61E9-B245-B161-BBF10F4C9AE8}"/>
              </a:ext>
            </a:extLst>
          </p:cNvPr>
          <p:cNvCxnSpPr/>
          <p:nvPr/>
        </p:nvCxnSpPr>
        <p:spPr>
          <a:xfrm>
            <a:off x="3479800" y="2103967"/>
            <a:ext cx="0" cy="17780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楕円 12">
            <a:extLst>
              <a:ext uri="{FF2B5EF4-FFF2-40B4-BE49-F238E27FC236}">
                <a16:creationId xmlns:a16="http://schemas.microsoft.com/office/drawing/2014/main" id="{62ED575C-E9AB-AAE3-253B-462476985148}"/>
              </a:ext>
            </a:extLst>
          </p:cNvPr>
          <p:cNvSpPr/>
          <p:nvPr/>
        </p:nvSpPr>
        <p:spPr>
          <a:xfrm>
            <a:off x="3390900" y="2281767"/>
            <a:ext cx="177800" cy="177800"/>
          </a:xfrm>
          <a:prstGeom prst="ellipse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17B070A1-4A26-E08B-75A8-1EDEA033846C}"/>
              </a:ext>
            </a:extLst>
          </p:cNvPr>
          <p:cNvCxnSpPr/>
          <p:nvPr/>
        </p:nvCxnSpPr>
        <p:spPr>
          <a:xfrm>
            <a:off x="3479800" y="2459567"/>
            <a:ext cx="0" cy="237066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B7C38D8A-9721-4CD2-955B-28C63BA57449}"/>
              </a:ext>
            </a:extLst>
          </p:cNvPr>
          <p:cNvCxnSpPr/>
          <p:nvPr/>
        </p:nvCxnSpPr>
        <p:spPr>
          <a:xfrm>
            <a:off x="3183467" y="2400300"/>
            <a:ext cx="177800" cy="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AD6A359A-293D-5544-6922-58E5195644C6}"/>
              </a:ext>
            </a:extLst>
          </p:cNvPr>
          <p:cNvCxnSpPr/>
          <p:nvPr/>
        </p:nvCxnSpPr>
        <p:spPr>
          <a:xfrm>
            <a:off x="3598333" y="2400300"/>
            <a:ext cx="177800" cy="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899B71CB-ACCA-5B7D-AAC3-99DB5AF3B9F4}"/>
              </a:ext>
            </a:extLst>
          </p:cNvPr>
          <p:cNvSpPr txBox="1"/>
          <p:nvPr/>
        </p:nvSpPr>
        <p:spPr>
          <a:xfrm>
            <a:off x="2692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組み合わ
せ・パズル</a:t>
            </a: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EF47DCE4-EEF5-EB0F-D5F0-189D43A414E7}"/>
              </a:ext>
            </a:extLst>
          </p:cNvPr>
          <p:cNvSpPr/>
          <p:nvPr/>
        </p:nvSpPr>
        <p:spPr>
          <a:xfrm>
            <a:off x="5113867" y="2103967"/>
            <a:ext cx="474133" cy="563033"/>
          </a:xfrm>
          <a:prstGeom prst="ellipse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9B60EB33-6BD8-0C98-DECC-7DCCC5910C2C}"/>
              </a:ext>
            </a:extLst>
          </p:cNvPr>
          <p:cNvCxnSpPr/>
          <p:nvPr/>
        </p:nvCxnSpPr>
        <p:spPr>
          <a:xfrm flipV="1">
            <a:off x="5054600" y="2222500"/>
            <a:ext cx="444500" cy="503767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48466179-4391-BBE8-DFD5-2E3CF9BF2B6A}"/>
              </a:ext>
            </a:extLst>
          </p:cNvPr>
          <p:cNvCxnSpPr/>
          <p:nvPr/>
        </p:nvCxnSpPr>
        <p:spPr>
          <a:xfrm>
            <a:off x="5262033" y="2311400"/>
            <a:ext cx="0" cy="1778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B008650A-38C2-A082-7E91-6036459910AA}"/>
              </a:ext>
            </a:extLst>
          </p:cNvPr>
          <p:cNvCxnSpPr/>
          <p:nvPr/>
        </p:nvCxnSpPr>
        <p:spPr>
          <a:xfrm>
            <a:off x="5262033" y="2489200"/>
            <a:ext cx="207434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00E99947-2960-43CE-2C1A-5E00DE2F5685}"/>
              </a:ext>
            </a:extLst>
          </p:cNvPr>
          <p:cNvSpPr txBox="1"/>
          <p:nvPr/>
        </p:nvSpPr>
        <p:spPr>
          <a:xfrm>
            <a:off x="4533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自然・環境</a:t>
            </a:r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41711135-4476-9856-7FDD-C52303A8E00C}"/>
              </a:ext>
            </a:extLst>
          </p:cNvPr>
          <p:cNvCxnSpPr/>
          <p:nvPr/>
        </p:nvCxnSpPr>
        <p:spPr>
          <a:xfrm flipV="1">
            <a:off x="6985000" y="2103967"/>
            <a:ext cx="177800" cy="148166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D2AC97D9-FA18-986D-3498-7045E8A77362}"/>
              </a:ext>
            </a:extLst>
          </p:cNvPr>
          <p:cNvCxnSpPr/>
          <p:nvPr/>
        </p:nvCxnSpPr>
        <p:spPr>
          <a:xfrm>
            <a:off x="7162800" y="2103967"/>
            <a:ext cx="177800" cy="148166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6C6E6CDF-FAAE-B3E9-C9D2-2165AA0FFDA1}"/>
              </a:ext>
            </a:extLst>
          </p:cNvPr>
          <p:cNvCxnSpPr/>
          <p:nvPr/>
        </p:nvCxnSpPr>
        <p:spPr>
          <a:xfrm>
            <a:off x="7222067" y="2252133"/>
            <a:ext cx="118533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2AC9C9AC-CA88-70D2-CB1A-8C38A0DDDD8A}"/>
              </a:ext>
            </a:extLst>
          </p:cNvPr>
          <p:cNvCxnSpPr/>
          <p:nvPr/>
        </p:nvCxnSpPr>
        <p:spPr>
          <a:xfrm>
            <a:off x="7340600" y="2133600"/>
            <a:ext cx="0" cy="118533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BC1F498D-2BA2-1AE6-386E-C53935334DF8}"/>
              </a:ext>
            </a:extLst>
          </p:cNvPr>
          <p:cNvCxnSpPr/>
          <p:nvPr/>
        </p:nvCxnSpPr>
        <p:spPr>
          <a:xfrm>
            <a:off x="7429500" y="2370667"/>
            <a:ext cx="29633" cy="207433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0662BD82-9B18-B4D1-EBB9-F4D52026A6FE}"/>
              </a:ext>
            </a:extLst>
          </p:cNvPr>
          <p:cNvCxnSpPr/>
          <p:nvPr/>
        </p:nvCxnSpPr>
        <p:spPr>
          <a:xfrm flipV="1">
            <a:off x="7222067" y="2578100"/>
            <a:ext cx="237067" cy="8890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CA232FA2-3D33-69D0-52B3-029F0057FD50}"/>
              </a:ext>
            </a:extLst>
          </p:cNvPr>
          <p:cNvCxnSpPr/>
          <p:nvPr/>
        </p:nvCxnSpPr>
        <p:spPr>
          <a:xfrm flipV="1">
            <a:off x="7222067" y="2548467"/>
            <a:ext cx="59267" cy="118533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707F8FF5-C903-4EAC-FB4A-D5F8386C0ADA}"/>
              </a:ext>
            </a:extLst>
          </p:cNvPr>
          <p:cNvCxnSpPr/>
          <p:nvPr/>
        </p:nvCxnSpPr>
        <p:spPr>
          <a:xfrm>
            <a:off x="7222067" y="2667000"/>
            <a:ext cx="118533" cy="59267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74EE3673-ECD5-CFF2-E0BA-23F64217F2BB}"/>
              </a:ext>
            </a:extLst>
          </p:cNvPr>
          <p:cNvCxnSpPr/>
          <p:nvPr/>
        </p:nvCxnSpPr>
        <p:spPr>
          <a:xfrm>
            <a:off x="6866467" y="2578100"/>
            <a:ext cx="237067" cy="8890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953FE0F9-4486-546E-4B8D-B7B6A8BAAEB4}"/>
              </a:ext>
            </a:extLst>
          </p:cNvPr>
          <p:cNvCxnSpPr/>
          <p:nvPr/>
        </p:nvCxnSpPr>
        <p:spPr>
          <a:xfrm flipV="1">
            <a:off x="6866467" y="2341033"/>
            <a:ext cx="59267" cy="237067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2C6D8CFE-45E4-1CBE-0A81-DBE4CCCAD425}"/>
              </a:ext>
            </a:extLst>
          </p:cNvPr>
          <p:cNvCxnSpPr/>
          <p:nvPr/>
        </p:nvCxnSpPr>
        <p:spPr>
          <a:xfrm>
            <a:off x="6925733" y="2341033"/>
            <a:ext cx="88900" cy="8890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907CFF58-CECF-F97E-6CA9-04CEB6868179}"/>
              </a:ext>
            </a:extLst>
          </p:cNvPr>
          <p:cNvCxnSpPr/>
          <p:nvPr/>
        </p:nvCxnSpPr>
        <p:spPr>
          <a:xfrm flipV="1">
            <a:off x="6836833" y="2341033"/>
            <a:ext cx="88900" cy="8890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6638E706-1322-531C-5562-8E9013DE8527}"/>
              </a:ext>
            </a:extLst>
          </p:cNvPr>
          <p:cNvSpPr txBox="1"/>
          <p:nvPr/>
        </p:nvSpPr>
        <p:spPr>
          <a:xfrm>
            <a:off x="6375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再利用・
資源循環</a:t>
            </a:r>
          </a:p>
        </p:txBody>
      </p: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A4871A78-1F2B-EA33-CDD7-B63D386A57A0}"/>
              </a:ext>
            </a:extLst>
          </p:cNvPr>
          <p:cNvCxnSpPr/>
          <p:nvPr/>
        </p:nvCxnSpPr>
        <p:spPr>
          <a:xfrm flipV="1">
            <a:off x="8767233" y="2074333"/>
            <a:ext cx="266700" cy="35560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ABF26986-916D-2F33-BEB6-64DF608810A9}"/>
              </a:ext>
            </a:extLst>
          </p:cNvPr>
          <p:cNvCxnSpPr/>
          <p:nvPr/>
        </p:nvCxnSpPr>
        <p:spPr>
          <a:xfrm>
            <a:off x="8767233" y="2429933"/>
            <a:ext cx="207433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E6799257-F243-0CB6-0385-81114C8039F3}"/>
              </a:ext>
            </a:extLst>
          </p:cNvPr>
          <p:cNvCxnSpPr/>
          <p:nvPr/>
        </p:nvCxnSpPr>
        <p:spPr>
          <a:xfrm flipV="1">
            <a:off x="8945033" y="2429933"/>
            <a:ext cx="29633" cy="296334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BE8521AD-8123-CA6D-7D8C-4BB3EA1BA54F}"/>
              </a:ext>
            </a:extLst>
          </p:cNvPr>
          <p:cNvCxnSpPr/>
          <p:nvPr/>
        </p:nvCxnSpPr>
        <p:spPr>
          <a:xfrm flipV="1">
            <a:off x="8945033" y="2311400"/>
            <a:ext cx="325967" cy="4148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08C93B2C-ADF2-CA00-9085-6132507DEF89}"/>
              </a:ext>
            </a:extLst>
          </p:cNvPr>
          <p:cNvCxnSpPr/>
          <p:nvPr/>
        </p:nvCxnSpPr>
        <p:spPr>
          <a:xfrm>
            <a:off x="9063567" y="2311400"/>
            <a:ext cx="207433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43BC5D5F-805B-B21D-7B9D-471B6875F5CE}"/>
              </a:ext>
            </a:extLst>
          </p:cNvPr>
          <p:cNvCxnSpPr/>
          <p:nvPr/>
        </p:nvCxnSpPr>
        <p:spPr>
          <a:xfrm>
            <a:off x="9033933" y="2074333"/>
            <a:ext cx="29633" cy="2370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294875DE-4946-FB85-5E05-FD7A594700C0}"/>
              </a:ext>
            </a:extLst>
          </p:cNvPr>
          <p:cNvSpPr txBox="1"/>
          <p:nvPr/>
        </p:nvSpPr>
        <p:spPr>
          <a:xfrm>
            <a:off x="8216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電力・エ
ネルギー</a:t>
            </a:r>
          </a:p>
        </p:txBody>
      </p: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8CAAA095-DAD2-415C-6DBE-3B046C043FB7}"/>
              </a:ext>
            </a:extLst>
          </p:cNvPr>
          <p:cNvCxnSpPr/>
          <p:nvPr/>
        </p:nvCxnSpPr>
        <p:spPr>
          <a:xfrm flipV="1">
            <a:off x="10608733" y="2074333"/>
            <a:ext cx="237067" cy="35560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F22375C6-65FE-615C-F473-46CA13818B52}"/>
              </a:ext>
            </a:extLst>
          </p:cNvPr>
          <p:cNvCxnSpPr/>
          <p:nvPr/>
        </p:nvCxnSpPr>
        <p:spPr>
          <a:xfrm>
            <a:off x="10845800" y="2074333"/>
            <a:ext cx="237067" cy="35560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楕円 44">
            <a:extLst>
              <a:ext uri="{FF2B5EF4-FFF2-40B4-BE49-F238E27FC236}">
                <a16:creationId xmlns:a16="http://schemas.microsoft.com/office/drawing/2014/main" id="{EAE0D4AF-0687-2B76-DB1F-75879537A127}"/>
              </a:ext>
            </a:extLst>
          </p:cNvPr>
          <p:cNvSpPr/>
          <p:nvPr/>
        </p:nvSpPr>
        <p:spPr>
          <a:xfrm>
            <a:off x="10608733" y="2341033"/>
            <a:ext cx="474133" cy="385234"/>
          </a:xfrm>
          <a:prstGeom prst="ellipse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48E046D3-969E-C884-081D-CC70A0730BB5}"/>
              </a:ext>
            </a:extLst>
          </p:cNvPr>
          <p:cNvCxnSpPr/>
          <p:nvPr/>
        </p:nvCxnSpPr>
        <p:spPr>
          <a:xfrm>
            <a:off x="10756900" y="2518833"/>
            <a:ext cx="0" cy="8890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0615E30B-A197-9A99-A870-EEE523D2D18F}"/>
              </a:ext>
            </a:extLst>
          </p:cNvPr>
          <p:cNvSpPr txBox="1"/>
          <p:nvPr/>
        </p:nvSpPr>
        <p:spPr>
          <a:xfrm>
            <a:off x="10058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水・水資源</a:t>
            </a:r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7DAAE9B9-AFC7-33C3-C791-3C48232D4087}"/>
              </a:ext>
            </a:extLst>
          </p:cNvPr>
          <p:cNvSpPr/>
          <p:nvPr/>
        </p:nvSpPr>
        <p:spPr>
          <a:xfrm>
            <a:off x="1490133" y="4271433"/>
            <a:ext cx="296334" cy="296334"/>
          </a:xfrm>
          <a:prstGeom prst="ellipse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id="{9A3BC2F9-AD0E-D98F-2CDC-BB8AC9B26EB9}"/>
              </a:ext>
            </a:extLst>
          </p:cNvPr>
          <p:cNvCxnSpPr/>
          <p:nvPr/>
        </p:nvCxnSpPr>
        <p:spPr>
          <a:xfrm>
            <a:off x="1638300" y="4093633"/>
            <a:ext cx="0" cy="889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799B07BA-5549-FDC4-D50F-1D606E9093CB}"/>
              </a:ext>
            </a:extLst>
          </p:cNvPr>
          <p:cNvCxnSpPr/>
          <p:nvPr/>
        </p:nvCxnSpPr>
        <p:spPr>
          <a:xfrm>
            <a:off x="1638300" y="4656667"/>
            <a:ext cx="0" cy="889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A19D3E94-1197-E87F-7D13-B650BF97055A}"/>
              </a:ext>
            </a:extLst>
          </p:cNvPr>
          <p:cNvCxnSpPr/>
          <p:nvPr/>
        </p:nvCxnSpPr>
        <p:spPr>
          <a:xfrm>
            <a:off x="1312333" y="4419600"/>
            <a:ext cx="88900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BC627C23-0984-6269-3AEE-14E046235A09}"/>
              </a:ext>
            </a:extLst>
          </p:cNvPr>
          <p:cNvCxnSpPr/>
          <p:nvPr/>
        </p:nvCxnSpPr>
        <p:spPr>
          <a:xfrm>
            <a:off x="1875367" y="4419600"/>
            <a:ext cx="88900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D4334902-5ED3-A5D8-A986-E0F4361BB553}"/>
              </a:ext>
            </a:extLst>
          </p:cNvPr>
          <p:cNvCxnSpPr/>
          <p:nvPr/>
        </p:nvCxnSpPr>
        <p:spPr>
          <a:xfrm>
            <a:off x="1371600" y="4152900"/>
            <a:ext cx="88900" cy="889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id="{79166A56-74B8-4E2E-F55F-EE7990946074}"/>
              </a:ext>
            </a:extLst>
          </p:cNvPr>
          <p:cNvCxnSpPr/>
          <p:nvPr/>
        </p:nvCxnSpPr>
        <p:spPr>
          <a:xfrm>
            <a:off x="1816100" y="4597400"/>
            <a:ext cx="88900" cy="889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線コネクタ 54">
            <a:extLst>
              <a:ext uri="{FF2B5EF4-FFF2-40B4-BE49-F238E27FC236}">
                <a16:creationId xmlns:a16="http://schemas.microsoft.com/office/drawing/2014/main" id="{569354E0-D292-D3E3-E4AC-19327F2B5347}"/>
              </a:ext>
            </a:extLst>
          </p:cNvPr>
          <p:cNvCxnSpPr/>
          <p:nvPr/>
        </p:nvCxnSpPr>
        <p:spPr>
          <a:xfrm flipV="1">
            <a:off x="1371600" y="4597400"/>
            <a:ext cx="88900" cy="889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D9F42165-694A-2248-77A2-972B92A7377A}"/>
              </a:ext>
            </a:extLst>
          </p:cNvPr>
          <p:cNvCxnSpPr/>
          <p:nvPr/>
        </p:nvCxnSpPr>
        <p:spPr>
          <a:xfrm flipV="1">
            <a:off x="1816100" y="4152900"/>
            <a:ext cx="88900" cy="889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EAC76EC3-97C1-32B8-6287-D90FA6A5BB32}"/>
              </a:ext>
            </a:extLst>
          </p:cNvPr>
          <p:cNvSpPr txBox="1"/>
          <p:nvPr/>
        </p:nvSpPr>
        <p:spPr>
          <a:xfrm>
            <a:off x="850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太陽・太陽光</a:t>
            </a:r>
          </a:p>
        </p:txBody>
      </p:sp>
      <p:sp>
        <p:nvSpPr>
          <p:cNvPr id="58" name="楕円 57">
            <a:extLst>
              <a:ext uri="{FF2B5EF4-FFF2-40B4-BE49-F238E27FC236}">
                <a16:creationId xmlns:a16="http://schemas.microsoft.com/office/drawing/2014/main" id="{7F64660D-E4A7-B6F2-ADD9-F18FA62946C7}"/>
              </a:ext>
            </a:extLst>
          </p:cNvPr>
          <p:cNvSpPr/>
          <p:nvPr/>
        </p:nvSpPr>
        <p:spPr>
          <a:xfrm>
            <a:off x="3183467" y="4152900"/>
            <a:ext cx="325966" cy="325967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楕円 58">
            <a:extLst>
              <a:ext uri="{FF2B5EF4-FFF2-40B4-BE49-F238E27FC236}">
                <a16:creationId xmlns:a16="http://schemas.microsoft.com/office/drawing/2014/main" id="{1AD58ABA-3A01-4555-A040-7F9D4578C3E9}"/>
              </a:ext>
            </a:extLst>
          </p:cNvPr>
          <p:cNvSpPr/>
          <p:nvPr/>
        </p:nvSpPr>
        <p:spPr>
          <a:xfrm>
            <a:off x="3450167" y="4152900"/>
            <a:ext cx="325966" cy="325967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0" name="直線コネクタ 59">
            <a:extLst>
              <a:ext uri="{FF2B5EF4-FFF2-40B4-BE49-F238E27FC236}">
                <a16:creationId xmlns:a16="http://schemas.microsoft.com/office/drawing/2014/main" id="{4D1AA928-21D8-F341-ED56-07D9CD562BDE}"/>
              </a:ext>
            </a:extLst>
          </p:cNvPr>
          <p:cNvCxnSpPr/>
          <p:nvPr/>
        </p:nvCxnSpPr>
        <p:spPr>
          <a:xfrm>
            <a:off x="3213100" y="4389967"/>
            <a:ext cx="266700" cy="325966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直線コネクタ 60">
            <a:extLst>
              <a:ext uri="{FF2B5EF4-FFF2-40B4-BE49-F238E27FC236}">
                <a16:creationId xmlns:a16="http://schemas.microsoft.com/office/drawing/2014/main" id="{087FF11B-3866-503D-F9C4-022AC9FD0C85}"/>
              </a:ext>
            </a:extLst>
          </p:cNvPr>
          <p:cNvCxnSpPr/>
          <p:nvPr/>
        </p:nvCxnSpPr>
        <p:spPr>
          <a:xfrm flipV="1">
            <a:off x="3479800" y="4389967"/>
            <a:ext cx="266700" cy="325966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9CC14EC8-09B5-120F-77BB-E19AE73A564B}"/>
              </a:ext>
            </a:extLst>
          </p:cNvPr>
          <p:cNvSpPr txBox="1"/>
          <p:nvPr/>
        </p:nvSpPr>
        <p:spPr>
          <a:xfrm>
            <a:off x="2692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健康・ケア</a:t>
            </a:r>
          </a:p>
        </p:txBody>
      </p:sp>
      <p:sp>
        <p:nvSpPr>
          <p:cNvPr id="63" name="四角形: 角を丸くする 62">
            <a:extLst>
              <a:ext uri="{FF2B5EF4-FFF2-40B4-BE49-F238E27FC236}">
                <a16:creationId xmlns:a16="http://schemas.microsoft.com/office/drawing/2014/main" id="{4C7C9E72-71F1-6E00-69CB-FA41594D3EF3}"/>
              </a:ext>
            </a:extLst>
          </p:cNvPr>
          <p:cNvSpPr/>
          <p:nvPr/>
        </p:nvSpPr>
        <p:spPr>
          <a:xfrm>
            <a:off x="5054600" y="4152900"/>
            <a:ext cx="533400" cy="533400"/>
          </a:xfrm>
          <a:prstGeom prst="roundRect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4" name="直線コネクタ 63">
            <a:extLst>
              <a:ext uri="{FF2B5EF4-FFF2-40B4-BE49-F238E27FC236}">
                <a16:creationId xmlns:a16="http://schemas.microsoft.com/office/drawing/2014/main" id="{651463C7-BF9A-7B07-22B4-852F165517AA}"/>
              </a:ext>
            </a:extLst>
          </p:cNvPr>
          <p:cNvCxnSpPr/>
          <p:nvPr/>
        </p:nvCxnSpPr>
        <p:spPr>
          <a:xfrm>
            <a:off x="5321300" y="4271433"/>
            <a:ext cx="0" cy="296334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線コネクタ 64">
            <a:extLst>
              <a:ext uri="{FF2B5EF4-FFF2-40B4-BE49-F238E27FC236}">
                <a16:creationId xmlns:a16="http://schemas.microsoft.com/office/drawing/2014/main" id="{103294C3-7F71-E83E-C118-8E8D70871EE2}"/>
              </a:ext>
            </a:extLst>
          </p:cNvPr>
          <p:cNvCxnSpPr/>
          <p:nvPr/>
        </p:nvCxnSpPr>
        <p:spPr>
          <a:xfrm>
            <a:off x="5173133" y="4419600"/>
            <a:ext cx="296334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FB8D3241-8D98-96E8-958F-6C433B3AA498}"/>
              </a:ext>
            </a:extLst>
          </p:cNvPr>
          <p:cNvSpPr txBox="1"/>
          <p:nvPr/>
        </p:nvSpPr>
        <p:spPr>
          <a:xfrm>
            <a:off x="4533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医療・病院</a:t>
            </a:r>
          </a:p>
        </p:txBody>
      </p:sp>
      <p:sp>
        <p:nvSpPr>
          <p:cNvPr id="67" name="楕円 66">
            <a:extLst>
              <a:ext uri="{FF2B5EF4-FFF2-40B4-BE49-F238E27FC236}">
                <a16:creationId xmlns:a16="http://schemas.microsoft.com/office/drawing/2014/main" id="{CEC56A82-37FB-22CF-E6E0-99E51C726EF7}"/>
              </a:ext>
            </a:extLst>
          </p:cNvPr>
          <p:cNvSpPr/>
          <p:nvPr/>
        </p:nvSpPr>
        <p:spPr>
          <a:xfrm>
            <a:off x="7133167" y="4093633"/>
            <a:ext cx="148167" cy="148167"/>
          </a:xfrm>
          <a:prstGeom prst="ellipse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8" name="直線コネクタ 67">
            <a:extLst>
              <a:ext uri="{FF2B5EF4-FFF2-40B4-BE49-F238E27FC236}">
                <a16:creationId xmlns:a16="http://schemas.microsoft.com/office/drawing/2014/main" id="{66CD4AB5-06E3-CFB5-D64C-13BF2BB67500}"/>
              </a:ext>
            </a:extLst>
          </p:cNvPr>
          <p:cNvCxnSpPr/>
          <p:nvPr/>
        </p:nvCxnSpPr>
        <p:spPr>
          <a:xfrm>
            <a:off x="7192433" y="4271433"/>
            <a:ext cx="0" cy="237067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直線コネクタ 68">
            <a:extLst>
              <a:ext uri="{FF2B5EF4-FFF2-40B4-BE49-F238E27FC236}">
                <a16:creationId xmlns:a16="http://schemas.microsoft.com/office/drawing/2014/main" id="{1D046507-4FD6-6EF2-EE15-D0A7E7DD5358}"/>
              </a:ext>
            </a:extLst>
          </p:cNvPr>
          <p:cNvCxnSpPr/>
          <p:nvPr/>
        </p:nvCxnSpPr>
        <p:spPr>
          <a:xfrm>
            <a:off x="7192433" y="4360333"/>
            <a:ext cx="207433" cy="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直線コネクタ 69">
            <a:extLst>
              <a:ext uri="{FF2B5EF4-FFF2-40B4-BE49-F238E27FC236}">
                <a16:creationId xmlns:a16="http://schemas.microsoft.com/office/drawing/2014/main" id="{5CABEB0A-221C-3EEA-CA56-8C7DA126C358}"/>
              </a:ext>
            </a:extLst>
          </p:cNvPr>
          <p:cNvCxnSpPr/>
          <p:nvPr/>
        </p:nvCxnSpPr>
        <p:spPr>
          <a:xfrm>
            <a:off x="7192433" y="4508500"/>
            <a:ext cx="177800" cy="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直線コネクタ 70">
            <a:extLst>
              <a:ext uri="{FF2B5EF4-FFF2-40B4-BE49-F238E27FC236}">
                <a16:creationId xmlns:a16="http://schemas.microsoft.com/office/drawing/2014/main" id="{FB2A0E03-C3FB-1850-B1B3-9A7839149972}"/>
              </a:ext>
            </a:extLst>
          </p:cNvPr>
          <p:cNvCxnSpPr/>
          <p:nvPr/>
        </p:nvCxnSpPr>
        <p:spPr>
          <a:xfrm>
            <a:off x="7370233" y="4508500"/>
            <a:ext cx="88900" cy="17780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楕円 71">
            <a:extLst>
              <a:ext uri="{FF2B5EF4-FFF2-40B4-BE49-F238E27FC236}">
                <a16:creationId xmlns:a16="http://schemas.microsoft.com/office/drawing/2014/main" id="{8741A06E-2B35-07DD-0ECF-C611A37E0428}"/>
              </a:ext>
            </a:extLst>
          </p:cNvPr>
          <p:cNvSpPr/>
          <p:nvPr/>
        </p:nvSpPr>
        <p:spPr>
          <a:xfrm>
            <a:off x="6866467" y="4389967"/>
            <a:ext cx="355600" cy="355600"/>
          </a:xfrm>
          <a:prstGeom prst="ellipse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7D0FE2E9-D25E-41C4-FD42-56BE979D9635}"/>
              </a:ext>
            </a:extLst>
          </p:cNvPr>
          <p:cNvSpPr txBox="1"/>
          <p:nvPr/>
        </p:nvSpPr>
        <p:spPr>
          <a:xfrm>
            <a:off x="6375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利用しやすさ・
バリアフリー</a:t>
            </a:r>
          </a:p>
        </p:txBody>
      </p:sp>
      <p:cxnSp>
        <p:nvCxnSpPr>
          <p:cNvPr id="74" name="直線コネクタ 73">
            <a:extLst>
              <a:ext uri="{FF2B5EF4-FFF2-40B4-BE49-F238E27FC236}">
                <a16:creationId xmlns:a16="http://schemas.microsoft.com/office/drawing/2014/main" id="{B2BA1918-B173-5191-1B33-9EDDC012D5CD}"/>
              </a:ext>
            </a:extLst>
          </p:cNvPr>
          <p:cNvCxnSpPr/>
          <p:nvPr/>
        </p:nvCxnSpPr>
        <p:spPr>
          <a:xfrm>
            <a:off x="8707967" y="4360333"/>
            <a:ext cx="0" cy="3556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直線コネクタ 74">
            <a:extLst>
              <a:ext uri="{FF2B5EF4-FFF2-40B4-BE49-F238E27FC236}">
                <a16:creationId xmlns:a16="http://schemas.microsoft.com/office/drawing/2014/main" id="{5EED5259-93B7-57DA-C68E-FF5B64930CC5}"/>
              </a:ext>
            </a:extLst>
          </p:cNvPr>
          <p:cNvCxnSpPr/>
          <p:nvPr/>
        </p:nvCxnSpPr>
        <p:spPr>
          <a:xfrm flipV="1">
            <a:off x="8707967" y="4241800"/>
            <a:ext cx="207433" cy="118533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直線コネクタ 75">
            <a:extLst>
              <a:ext uri="{FF2B5EF4-FFF2-40B4-BE49-F238E27FC236}">
                <a16:creationId xmlns:a16="http://schemas.microsoft.com/office/drawing/2014/main" id="{0ECFB0E2-F3A5-3DF4-2F85-1560136DA2AD}"/>
              </a:ext>
            </a:extLst>
          </p:cNvPr>
          <p:cNvCxnSpPr/>
          <p:nvPr/>
        </p:nvCxnSpPr>
        <p:spPr>
          <a:xfrm>
            <a:off x="8915400" y="4241800"/>
            <a:ext cx="0" cy="118533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直線コネクタ 76">
            <a:extLst>
              <a:ext uri="{FF2B5EF4-FFF2-40B4-BE49-F238E27FC236}">
                <a16:creationId xmlns:a16="http://schemas.microsoft.com/office/drawing/2014/main" id="{6CB9F6CE-8B7E-D777-1F57-8BD97E960307}"/>
              </a:ext>
            </a:extLst>
          </p:cNvPr>
          <p:cNvCxnSpPr/>
          <p:nvPr/>
        </p:nvCxnSpPr>
        <p:spPr>
          <a:xfrm flipV="1">
            <a:off x="8915400" y="4241800"/>
            <a:ext cx="207433" cy="118533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直線コネクタ 77">
            <a:extLst>
              <a:ext uri="{FF2B5EF4-FFF2-40B4-BE49-F238E27FC236}">
                <a16:creationId xmlns:a16="http://schemas.microsoft.com/office/drawing/2014/main" id="{56CA2770-DEFB-BFDB-AA47-537E636D9D1A}"/>
              </a:ext>
            </a:extLst>
          </p:cNvPr>
          <p:cNvCxnSpPr/>
          <p:nvPr/>
        </p:nvCxnSpPr>
        <p:spPr>
          <a:xfrm>
            <a:off x="9122833" y="4241800"/>
            <a:ext cx="0" cy="474133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直線コネクタ 78">
            <a:extLst>
              <a:ext uri="{FF2B5EF4-FFF2-40B4-BE49-F238E27FC236}">
                <a16:creationId xmlns:a16="http://schemas.microsoft.com/office/drawing/2014/main" id="{369A20B0-FDD0-6119-6A87-BC53EF145416}"/>
              </a:ext>
            </a:extLst>
          </p:cNvPr>
          <p:cNvCxnSpPr/>
          <p:nvPr/>
        </p:nvCxnSpPr>
        <p:spPr>
          <a:xfrm>
            <a:off x="8707967" y="4715933"/>
            <a:ext cx="592667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正方形/長方形 79">
            <a:extLst>
              <a:ext uri="{FF2B5EF4-FFF2-40B4-BE49-F238E27FC236}">
                <a16:creationId xmlns:a16="http://schemas.microsoft.com/office/drawing/2014/main" id="{5CC0F2DF-4B25-9872-B2B8-B8F8E0E54C6E}"/>
              </a:ext>
            </a:extLst>
          </p:cNvPr>
          <p:cNvSpPr/>
          <p:nvPr/>
        </p:nvSpPr>
        <p:spPr>
          <a:xfrm>
            <a:off x="9152467" y="4123267"/>
            <a:ext cx="148167" cy="592666"/>
          </a:xfrm>
          <a:prstGeom prst="rect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69224691-3E4B-1FF6-7891-B9BDCD22BD5E}"/>
              </a:ext>
            </a:extLst>
          </p:cNvPr>
          <p:cNvSpPr/>
          <p:nvPr/>
        </p:nvSpPr>
        <p:spPr>
          <a:xfrm>
            <a:off x="8796867" y="4508500"/>
            <a:ext cx="88900" cy="118533"/>
          </a:xfrm>
          <a:prstGeom prst="rect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2" name="正方形/長方形 81">
            <a:extLst>
              <a:ext uri="{FF2B5EF4-FFF2-40B4-BE49-F238E27FC236}">
                <a16:creationId xmlns:a16="http://schemas.microsoft.com/office/drawing/2014/main" id="{41F1BB64-5CEF-B938-3A49-A2602E5A8266}"/>
              </a:ext>
            </a:extLst>
          </p:cNvPr>
          <p:cNvSpPr/>
          <p:nvPr/>
        </p:nvSpPr>
        <p:spPr>
          <a:xfrm>
            <a:off x="8974667" y="4508500"/>
            <a:ext cx="88900" cy="118533"/>
          </a:xfrm>
          <a:prstGeom prst="rect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585F757C-E5F6-6F1C-451F-7F084AFCF3DB}"/>
              </a:ext>
            </a:extLst>
          </p:cNvPr>
          <p:cNvSpPr txBox="1"/>
          <p:nvPr/>
        </p:nvSpPr>
        <p:spPr>
          <a:xfrm>
            <a:off x="8216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製造・工場</a:t>
            </a:r>
          </a:p>
        </p:txBody>
      </p:sp>
      <p:cxnSp>
        <p:nvCxnSpPr>
          <p:cNvPr id="84" name="直線コネクタ 83">
            <a:extLst>
              <a:ext uri="{FF2B5EF4-FFF2-40B4-BE49-F238E27FC236}">
                <a16:creationId xmlns:a16="http://schemas.microsoft.com/office/drawing/2014/main" id="{B5E7786C-88F9-5E4E-9309-313FB7013192}"/>
              </a:ext>
            </a:extLst>
          </p:cNvPr>
          <p:cNvCxnSpPr/>
          <p:nvPr/>
        </p:nvCxnSpPr>
        <p:spPr>
          <a:xfrm>
            <a:off x="10905067" y="4123267"/>
            <a:ext cx="0" cy="148166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直線コネクタ 84">
            <a:extLst>
              <a:ext uri="{FF2B5EF4-FFF2-40B4-BE49-F238E27FC236}">
                <a16:creationId xmlns:a16="http://schemas.microsoft.com/office/drawing/2014/main" id="{2AE8DD64-5938-E3C9-EDEF-D5ADD4A2A33C}"/>
              </a:ext>
            </a:extLst>
          </p:cNvPr>
          <p:cNvCxnSpPr/>
          <p:nvPr/>
        </p:nvCxnSpPr>
        <p:spPr>
          <a:xfrm>
            <a:off x="10905067" y="4271433"/>
            <a:ext cx="148167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直線コネクタ 85">
            <a:extLst>
              <a:ext uri="{FF2B5EF4-FFF2-40B4-BE49-F238E27FC236}">
                <a16:creationId xmlns:a16="http://schemas.microsoft.com/office/drawing/2014/main" id="{0927D750-0733-8902-C854-DF3C8D5CDF4F}"/>
              </a:ext>
            </a:extLst>
          </p:cNvPr>
          <p:cNvCxnSpPr/>
          <p:nvPr/>
        </p:nvCxnSpPr>
        <p:spPr>
          <a:xfrm>
            <a:off x="11053233" y="4123267"/>
            <a:ext cx="0" cy="148166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直線コネクタ 86">
            <a:extLst>
              <a:ext uri="{FF2B5EF4-FFF2-40B4-BE49-F238E27FC236}">
                <a16:creationId xmlns:a16="http://schemas.microsoft.com/office/drawing/2014/main" id="{6DFA7295-088D-64B2-7867-D5EF9A67072D}"/>
              </a:ext>
            </a:extLst>
          </p:cNvPr>
          <p:cNvCxnSpPr/>
          <p:nvPr/>
        </p:nvCxnSpPr>
        <p:spPr>
          <a:xfrm>
            <a:off x="11053233" y="4123267"/>
            <a:ext cx="118533" cy="148166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直線コネクタ 87">
            <a:extLst>
              <a:ext uri="{FF2B5EF4-FFF2-40B4-BE49-F238E27FC236}">
                <a16:creationId xmlns:a16="http://schemas.microsoft.com/office/drawing/2014/main" id="{1906A50A-5D36-5F93-7DBF-20F44A602387}"/>
              </a:ext>
            </a:extLst>
          </p:cNvPr>
          <p:cNvCxnSpPr/>
          <p:nvPr/>
        </p:nvCxnSpPr>
        <p:spPr>
          <a:xfrm flipV="1">
            <a:off x="11053233" y="4271433"/>
            <a:ext cx="118533" cy="148167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直線コネクタ 88">
            <a:extLst>
              <a:ext uri="{FF2B5EF4-FFF2-40B4-BE49-F238E27FC236}">
                <a16:creationId xmlns:a16="http://schemas.microsoft.com/office/drawing/2014/main" id="{6D9F5547-6363-840E-368C-EA1B2A1AC4AA}"/>
              </a:ext>
            </a:extLst>
          </p:cNvPr>
          <p:cNvCxnSpPr/>
          <p:nvPr/>
        </p:nvCxnSpPr>
        <p:spPr>
          <a:xfrm flipV="1">
            <a:off x="10638367" y="4419600"/>
            <a:ext cx="414867" cy="325967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直線コネクタ 89">
            <a:extLst>
              <a:ext uri="{FF2B5EF4-FFF2-40B4-BE49-F238E27FC236}">
                <a16:creationId xmlns:a16="http://schemas.microsoft.com/office/drawing/2014/main" id="{9262E7BB-8C5A-C5CA-C73E-31FA63FC8BF3}"/>
              </a:ext>
            </a:extLst>
          </p:cNvPr>
          <p:cNvCxnSpPr/>
          <p:nvPr/>
        </p:nvCxnSpPr>
        <p:spPr>
          <a:xfrm>
            <a:off x="10519833" y="4627033"/>
            <a:ext cx="118533" cy="118534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直線コネクタ 90">
            <a:extLst>
              <a:ext uri="{FF2B5EF4-FFF2-40B4-BE49-F238E27FC236}">
                <a16:creationId xmlns:a16="http://schemas.microsoft.com/office/drawing/2014/main" id="{BA50E659-9C8D-FB72-D489-A568C23331D7}"/>
              </a:ext>
            </a:extLst>
          </p:cNvPr>
          <p:cNvCxnSpPr/>
          <p:nvPr/>
        </p:nvCxnSpPr>
        <p:spPr>
          <a:xfrm flipV="1">
            <a:off x="10519833" y="4301067"/>
            <a:ext cx="325967" cy="325966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直線コネクタ 91">
            <a:extLst>
              <a:ext uri="{FF2B5EF4-FFF2-40B4-BE49-F238E27FC236}">
                <a16:creationId xmlns:a16="http://schemas.microsoft.com/office/drawing/2014/main" id="{43ED4DC7-2A57-89D4-EB07-1F0925CA5637}"/>
              </a:ext>
            </a:extLst>
          </p:cNvPr>
          <p:cNvCxnSpPr/>
          <p:nvPr/>
        </p:nvCxnSpPr>
        <p:spPr>
          <a:xfrm>
            <a:off x="10786533" y="4182533"/>
            <a:ext cx="59267" cy="118534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直線コネクタ 92">
            <a:extLst>
              <a:ext uri="{FF2B5EF4-FFF2-40B4-BE49-F238E27FC236}">
                <a16:creationId xmlns:a16="http://schemas.microsoft.com/office/drawing/2014/main" id="{D5D8737F-83DA-5076-8B73-A10E05A34A3B}"/>
              </a:ext>
            </a:extLst>
          </p:cNvPr>
          <p:cNvCxnSpPr/>
          <p:nvPr/>
        </p:nvCxnSpPr>
        <p:spPr>
          <a:xfrm flipV="1">
            <a:off x="10786533" y="4123267"/>
            <a:ext cx="118533" cy="59266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楕円 93">
            <a:extLst>
              <a:ext uri="{FF2B5EF4-FFF2-40B4-BE49-F238E27FC236}">
                <a16:creationId xmlns:a16="http://schemas.microsoft.com/office/drawing/2014/main" id="{C88F30B0-5B3A-A895-D01B-B334659A29AF}"/>
              </a:ext>
            </a:extLst>
          </p:cNvPr>
          <p:cNvSpPr/>
          <p:nvPr/>
        </p:nvSpPr>
        <p:spPr>
          <a:xfrm>
            <a:off x="10579100" y="4597400"/>
            <a:ext cx="59267" cy="59267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5" name="テキスト ボックス 94">
            <a:extLst>
              <a:ext uri="{FF2B5EF4-FFF2-40B4-BE49-F238E27FC236}">
                <a16:creationId xmlns:a16="http://schemas.microsoft.com/office/drawing/2014/main" id="{7C80C16D-28CA-9E19-7F7B-8DE4B51E4C08}"/>
              </a:ext>
            </a:extLst>
          </p:cNvPr>
          <p:cNvSpPr txBox="1"/>
          <p:nvPr/>
        </p:nvSpPr>
        <p:spPr>
          <a:xfrm>
            <a:off x="10058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修理・保守</a:t>
            </a:r>
          </a:p>
        </p:txBody>
      </p:sp>
      <p:cxnSp>
        <p:nvCxnSpPr>
          <p:cNvPr id="96" name="直線コネクタ 95">
            <a:extLst>
              <a:ext uri="{FF2B5EF4-FFF2-40B4-BE49-F238E27FC236}">
                <a16:creationId xmlns:a16="http://schemas.microsoft.com/office/drawing/2014/main" id="{29A705DD-1B2F-760A-C495-D0B8435913EE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テキスト ボックス 96">
            <a:extLst>
              <a:ext uri="{FF2B5EF4-FFF2-40B4-BE49-F238E27FC236}">
                <a16:creationId xmlns:a16="http://schemas.microsoft.com/office/drawing/2014/main" id="{65650750-C16D-B7D2-70A4-C5D87AACFA3B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12 / 13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61341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5210790-954B-CA7E-58D8-419EE148126A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590E515-2E0A-72B0-DFDE-2046BC8CFE25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用途で選べるアイコン </a:t>
            </a:r>
            <a:r>
              <a:rPr kumimoji="1" lang="en-US" altLang="ja-JP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37〜48</a:t>
            </a:r>
            <a:endParaRPr kumimoji="1" lang="ja-JP" altLang="en-US" sz="3400" b="1">
              <a:solidFill>
                <a:srgbClr val="172D4A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FC5EC1A7-9398-7210-DD38-054C61C6286C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0393B94-B4FA-A2A7-6000-E9162D0452BD}"/>
              </a:ext>
            </a:extLst>
          </p:cNvPr>
          <p:cNvSpPr/>
          <p:nvPr/>
        </p:nvSpPr>
        <p:spPr>
          <a:xfrm>
            <a:off x="1312333" y="2192867"/>
            <a:ext cx="414867" cy="385233"/>
          </a:xfrm>
          <a:prstGeom prst="rect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C893F6F-804F-0D42-1676-B35AB365C0D9}"/>
              </a:ext>
            </a:extLst>
          </p:cNvPr>
          <p:cNvSpPr/>
          <p:nvPr/>
        </p:nvSpPr>
        <p:spPr>
          <a:xfrm>
            <a:off x="1727200" y="2341033"/>
            <a:ext cx="237067" cy="237067"/>
          </a:xfrm>
          <a:prstGeom prst="rect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8B4FEB8D-6E66-D422-942B-EA21472FF7C2}"/>
              </a:ext>
            </a:extLst>
          </p:cNvPr>
          <p:cNvSpPr/>
          <p:nvPr/>
        </p:nvSpPr>
        <p:spPr>
          <a:xfrm>
            <a:off x="1401233" y="2518833"/>
            <a:ext cx="148167" cy="148167"/>
          </a:xfrm>
          <a:prstGeom prst="ellipse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0D124F37-C7DE-8113-366D-749C08D7AA22}"/>
              </a:ext>
            </a:extLst>
          </p:cNvPr>
          <p:cNvSpPr/>
          <p:nvPr/>
        </p:nvSpPr>
        <p:spPr>
          <a:xfrm>
            <a:off x="1786467" y="2518833"/>
            <a:ext cx="148166" cy="148167"/>
          </a:xfrm>
          <a:prstGeom prst="ellipse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AE10A27A-6F19-345D-DA79-5E4AA7B4BC83}"/>
              </a:ext>
            </a:extLst>
          </p:cNvPr>
          <p:cNvCxnSpPr/>
          <p:nvPr/>
        </p:nvCxnSpPr>
        <p:spPr>
          <a:xfrm>
            <a:off x="1786467" y="2341033"/>
            <a:ext cx="0" cy="118534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6D038476-E6E6-CCA8-3145-615636A6C8C5}"/>
              </a:ext>
            </a:extLst>
          </p:cNvPr>
          <p:cNvCxnSpPr/>
          <p:nvPr/>
        </p:nvCxnSpPr>
        <p:spPr>
          <a:xfrm>
            <a:off x="1786467" y="2459567"/>
            <a:ext cx="148166" cy="0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6B8AC5C-3BC5-297D-F5D1-507AA6D9F4A6}"/>
              </a:ext>
            </a:extLst>
          </p:cNvPr>
          <p:cNvSpPr txBox="1"/>
          <p:nvPr/>
        </p:nvSpPr>
        <p:spPr>
          <a:xfrm>
            <a:off x="850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物流・配送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EB5611CB-7593-B45C-6D88-6A0450CD28A7}"/>
              </a:ext>
            </a:extLst>
          </p:cNvPr>
          <p:cNvSpPr/>
          <p:nvPr/>
        </p:nvSpPr>
        <p:spPr>
          <a:xfrm>
            <a:off x="3272367" y="2074333"/>
            <a:ext cx="414866" cy="563034"/>
          </a:xfrm>
          <a:prstGeom prst="round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5784577-190B-32AD-B1FC-DA4A616CE898}"/>
              </a:ext>
            </a:extLst>
          </p:cNvPr>
          <p:cNvSpPr/>
          <p:nvPr/>
        </p:nvSpPr>
        <p:spPr>
          <a:xfrm>
            <a:off x="3361267" y="2163233"/>
            <a:ext cx="237066" cy="177800"/>
          </a:xfrm>
          <a:prstGeom prst="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C2390805-4F61-674B-DDC7-C46583DE3465}"/>
              </a:ext>
            </a:extLst>
          </p:cNvPr>
          <p:cNvSpPr/>
          <p:nvPr/>
        </p:nvSpPr>
        <p:spPr>
          <a:xfrm>
            <a:off x="3331633" y="2459567"/>
            <a:ext cx="59267" cy="59266"/>
          </a:xfrm>
          <a:prstGeom prst="ellipse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0B60736C-388A-35EB-5EE6-67CDE4F2AB3A}"/>
              </a:ext>
            </a:extLst>
          </p:cNvPr>
          <p:cNvSpPr/>
          <p:nvPr/>
        </p:nvSpPr>
        <p:spPr>
          <a:xfrm>
            <a:off x="3568700" y="2459567"/>
            <a:ext cx="59267" cy="59266"/>
          </a:xfrm>
          <a:prstGeom prst="ellipse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E2536FFE-0EDF-D5F9-EE66-123DC5B4A1A9}"/>
              </a:ext>
            </a:extLst>
          </p:cNvPr>
          <p:cNvCxnSpPr/>
          <p:nvPr/>
        </p:nvCxnSpPr>
        <p:spPr>
          <a:xfrm flipV="1">
            <a:off x="3272367" y="2637367"/>
            <a:ext cx="88900" cy="8890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32FB81B4-BF3A-C7BE-240A-D602982629D9}"/>
              </a:ext>
            </a:extLst>
          </p:cNvPr>
          <p:cNvCxnSpPr/>
          <p:nvPr/>
        </p:nvCxnSpPr>
        <p:spPr>
          <a:xfrm>
            <a:off x="3598333" y="2637367"/>
            <a:ext cx="88900" cy="8890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768598A8-4243-735C-BBFF-905B41D4A751}"/>
              </a:ext>
            </a:extLst>
          </p:cNvPr>
          <p:cNvCxnSpPr/>
          <p:nvPr/>
        </p:nvCxnSpPr>
        <p:spPr>
          <a:xfrm>
            <a:off x="3331633" y="2696633"/>
            <a:ext cx="296334" cy="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9F9816E-1294-B6D8-CD6D-B97CD59FB733}"/>
              </a:ext>
            </a:extLst>
          </p:cNvPr>
          <p:cNvSpPr txBox="1"/>
          <p:nvPr/>
        </p:nvSpPr>
        <p:spPr>
          <a:xfrm>
            <a:off x="2692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鉄道・交通</a:t>
            </a: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951AB19D-FEA3-2A1F-9D1F-5904380CA39E}"/>
              </a:ext>
            </a:extLst>
          </p:cNvPr>
          <p:cNvCxnSpPr/>
          <p:nvPr/>
        </p:nvCxnSpPr>
        <p:spPr>
          <a:xfrm>
            <a:off x="5291667" y="2103967"/>
            <a:ext cx="59266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CA9FF12C-8D8C-4BC2-717D-D46771C4E231}"/>
              </a:ext>
            </a:extLst>
          </p:cNvPr>
          <p:cNvCxnSpPr/>
          <p:nvPr/>
        </p:nvCxnSpPr>
        <p:spPr>
          <a:xfrm flipV="1">
            <a:off x="5262033" y="2103967"/>
            <a:ext cx="29634" cy="237066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897396B9-38A0-1E29-3291-10ECD690EE8F}"/>
              </a:ext>
            </a:extLst>
          </p:cNvPr>
          <p:cNvCxnSpPr/>
          <p:nvPr/>
        </p:nvCxnSpPr>
        <p:spPr>
          <a:xfrm>
            <a:off x="5350933" y="2103967"/>
            <a:ext cx="29634" cy="237066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21CA3A00-E1DB-32C8-D742-DB3858E04DB5}"/>
              </a:ext>
            </a:extLst>
          </p:cNvPr>
          <p:cNvCxnSpPr/>
          <p:nvPr/>
        </p:nvCxnSpPr>
        <p:spPr>
          <a:xfrm flipV="1">
            <a:off x="4995333" y="2341033"/>
            <a:ext cx="266700" cy="118534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79F2DDB1-0F8E-6AD7-6337-591D37CEE600}"/>
              </a:ext>
            </a:extLst>
          </p:cNvPr>
          <p:cNvCxnSpPr/>
          <p:nvPr/>
        </p:nvCxnSpPr>
        <p:spPr>
          <a:xfrm>
            <a:off x="4995333" y="2459567"/>
            <a:ext cx="0" cy="889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FEDFA5E8-C2F1-2A25-53D6-005AE0BDA692}"/>
              </a:ext>
            </a:extLst>
          </p:cNvPr>
          <p:cNvCxnSpPr/>
          <p:nvPr/>
        </p:nvCxnSpPr>
        <p:spPr>
          <a:xfrm flipV="1">
            <a:off x="4995333" y="2489200"/>
            <a:ext cx="266700" cy="59267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C7AA0BBB-38AC-3F18-34FD-A2CA30E7744A}"/>
              </a:ext>
            </a:extLst>
          </p:cNvPr>
          <p:cNvCxnSpPr/>
          <p:nvPr/>
        </p:nvCxnSpPr>
        <p:spPr>
          <a:xfrm>
            <a:off x="5380567" y="2341033"/>
            <a:ext cx="266700" cy="118534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A655589B-16F6-676D-814E-DA84808CB042}"/>
              </a:ext>
            </a:extLst>
          </p:cNvPr>
          <p:cNvCxnSpPr/>
          <p:nvPr/>
        </p:nvCxnSpPr>
        <p:spPr>
          <a:xfrm>
            <a:off x="5647267" y="2459567"/>
            <a:ext cx="0" cy="889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58728CC9-54F6-C76A-B5B0-25FD90BF189C}"/>
              </a:ext>
            </a:extLst>
          </p:cNvPr>
          <p:cNvCxnSpPr/>
          <p:nvPr/>
        </p:nvCxnSpPr>
        <p:spPr>
          <a:xfrm>
            <a:off x="5380567" y="2489200"/>
            <a:ext cx="266700" cy="59267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C54D1D23-1F87-57CD-47CB-71A4D60BA98C}"/>
              </a:ext>
            </a:extLst>
          </p:cNvPr>
          <p:cNvCxnSpPr/>
          <p:nvPr/>
        </p:nvCxnSpPr>
        <p:spPr>
          <a:xfrm>
            <a:off x="5262033" y="2489200"/>
            <a:ext cx="0" cy="148167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3A26C1B0-0FB0-892E-77EE-526A8BDF7227}"/>
              </a:ext>
            </a:extLst>
          </p:cNvPr>
          <p:cNvCxnSpPr/>
          <p:nvPr/>
        </p:nvCxnSpPr>
        <p:spPr>
          <a:xfrm>
            <a:off x="5380567" y="2489200"/>
            <a:ext cx="0" cy="148167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82100EF2-FE72-4621-53B0-F88ED89A81D2}"/>
              </a:ext>
            </a:extLst>
          </p:cNvPr>
          <p:cNvCxnSpPr/>
          <p:nvPr/>
        </p:nvCxnSpPr>
        <p:spPr>
          <a:xfrm flipV="1">
            <a:off x="5173133" y="2637367"/>
            <a:ext cx="88900" cy="889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FD08BD84-F00D-F32D-B7E0-0768D581F403}"/>
              </a:ext>
            </a:extLst>
          </p:cNvPr>
          <p:cNvCxnSpPr/>
          <p:nvPr/>
        </p:nvCxnSpPr>
        <p:spPr>
          <a:xfrm>
            <a:off x="5173133" y="2726267"/>
            <a:ext cx="296334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E77C71CE-6BF7-0F31-9107-95CEED37B041}"/>
              </a:ext>
            </a:extLst>
          </p:cNvPr>
          <p:cNvCxnSpPr/>
          <p:nvPr/>
        </p:nvCxnSpPr>
        <p:spPr>
          <a:xfrm>
            <a:off x="5380567" y="2637367"/>
            <a:ext cx="88900" cy="889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FB9A5959-8796-4D8B-0C31-4E35CBD7685B}"/>
              </a:ext>
            </a:extLst>
          </p:cNvPr>
          <p:cNvSpPr txBox="1"/>
          <p:nvPr/>
        </p:nvSpPr>
        <p:spPr>
          <a:xfrm>
            <a:off x="4533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航空・旅行</a:t>
            </a:r>
          </a:p>
        </p:txBody>
      </p: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20B49D0B-E5E4-333A-C5DC-3253BF1DA2A2}"/>
              </a:ext>
            </a:extLst>
          </p:cNvPr>
          <p:cNvCxnSpPr/>
          <p:nvPr/>
        </p:nvCxnSpPr>
        <p:spPr>
          <a:xfrm>
            <a:off x="6836833" y="2133600"/>
            <a:ext cx="88900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E2C2C153-A17E-9FDB-2A5F-1D3AD66E5F9B}"/>
              </a:ext>
            </a:extLst>
          </p:cNvPr>
          <p:cNvCxnSpPr/>
          <p:nvPr/>
        </p:nvCxnSpPr>
        <p:spPr>
          <a:xfrm>
            <a:off x="6925733" y="2133600"/>
            <a:ext cx="88900" cy="414867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3A133218-E6B9-E9B4-F061-53436EF4D51B}"/>
              </a:ext>
            </a:extLst>
          </p:cNvPr>
          <p:cNvCxnSpPr/>
          <p:nvPr/>
        </p:nvCxnSpPr>
        <p:spPr>
          <a:xfrm>
            <a:off x="7014633" y="2548467"/>
            <a:ext cx="385233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DF2BA479-9B61-6F69-6DC2-A85C663A10CA}"/>
              </a:ext>
            </a:extLst>
          </p:cNvPr>
          <p:cNvCxnSpPr/>
          <p:nvPr/>
        </p:nvCxnSpPr>
        <p:spPr>
          <a:xfrm>
            <a:off x="6985000" y="2222500"/>
            <a:ext cx="503767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931A2FE2-2C1C-7347-0948-F6694DC441EB}"/>
              </a:ext>
            </a:extLst>
          </p:cNvPr>
          <p:cNvCxnSpPr/>
          <p:nvPr/>
        </p:nvCxnSpPr>
        <p:spPr>
          <a:xfrm flipV="1">
            <a:off x="7399867" y="2222500"/>
            <a:ext cx="88900" cy="237067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6749B829-645B-203B-F562-69DDE4F17B67}"/>
              </a:ext>
            </a:extLst>
          </p:cNvPr>
          <p:cNvCxnSpPr/>
          <p:nvPr/>
        </p:nvCxnSpPr>
        <p:spPr>
          <a:xfrm>
            <a:off x="7014633" y="2459567"/>
            <a:ext cx="385233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楕円 40">
            <a:extLst>
              <a:ext uri="{FF2B5EF4-FFF2-40B4-BE49-F238E27FC236}">
                <a16:creationId xmlns:a16="http://schemas.microsoft.com/office/drawing/2014/main" id="{F5BA03DB-001F-7DEE-4C59-2B94170806D6}"/>
              </a:ext>
            </a:extLst>
          </p:cNvPr>
          <p:cNvSpPr/>
          <p:nvPr/>
        </p:nvSpPr>
        <p:spPr>
          <a:xfrm>
            <a:off x="7014633" y="2607733"/>
            <a:ext cx="88900" cy="88900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楕円 41">
            <a:extLst>
              <a:ext uri="{FF2B5EF4-FFF2-40B4-BE49-F238E27FC236}">
                <a16:creationId xmlns:a16="http://schemas.microsoft.com/office/drawing/2014/main" id="{02E10EBD-C430-1EBF-C33E-BEECF4514BAF}"/>
              </a:ext>
            </a:extLst>
          </p:cNvPr>
          <p:cNvSpPr/>
          <p:nvPr/>
        </p:nvSpPr>
        <p:spPr>
          <a:xfrm>
            <a:off x="7310967" y="2607733"/>
            <a:ext cx="88900" cy="88900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0CE8E951-A8D5-175A-DE42-B280B2AFE6C0}"/>
              </a:ext>
            </a:extLst>
          </p:cNvPr>
          <p:cNvSpPr txBox="1"/>
          <p:nvPr/>
        </p:nvSpPr>
        <p:spPr>
          <a:xfrm>
            <a:off x="6375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買い物・小売</a:t>
            </a:r>
          </a:p>
        </p:txBody>
      </p: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DC5A1A17-1294-3302-E5AC-F9976667270C}"/>
              </a:ext>
            </a:extLst>
          </p:cNvPr>
          <p:cNvCxnSpPr/>
          <p:nvPr/>
        </p:nvCxnSpPr>
        <p:spPr>
          <a:xfrm>
            <a:off x="9004300" y="2103967"/>
            <a:ext cx="296333" cy="148166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3B75B975-4E02-61AC-10DB-61637142ECDA}"/>
              </a:ext>
            </a:extLst>
          </p:cNvPr>
          <p:cNvCxnSpPr/>
          <p:nvPr/>
        </p:nvCxnSpPr>
        <p:spPr>
          <a:xfrm>
            <a:off x="9300633" y="2252133"/>
            <a:ext cx="0" cy="3259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CCBE625B-A892-3E49-71B7-E82505D63EA5}"/>
              </a:ext>
            </a:extLst>
          </p:cNvPr>
          <p:cNvCxnSpPr/>
          <p:nvPr/>
        </p:nvCxnSpPr>
        <p:spPr>
          <a:xfrm flipV="1">
            <a:off x="9004300" y="2578100"/>
            <a:ext cx="296333" cy="1481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ECD90D5B-B73D-925F-417E-102B09615AA4}"/>
              </a:ext>
            </a:extLst>
          </p:cNvPr>
          <p:cNvCxnSpPr/>
          <p:nvPr/>
        </p:nvCxnSpPr>
        <p:spPr>
          <a:xfrm>
            <a:off x="8707967" y="2578100"/>
            <a:ext cx="296333" cy="1481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直線コネクタ 47">
            <a:extLst>
              <a:ext uri="{FF2B5EF4-FFF2-40B4-BE49-F238E27FC236}">
                <a16:creationId xmlns:a16="http://schemas.microsoft.com/office/drawing/2014/main" id="{5EA90067-4A5B-1933-56FF-4C84C9CD9B8F}"/>
              </a:ext>
            </a:extLst>
          </p:cNvPr>
          <p:cNvCxnSpPr/>
          <p:nvPr/>
        </p:nvCxnSpPr>
        <p:spPr>
          <a:xfrm>
            <a:off x="8707967" y="2252133"/>
            <a:ext cx="0" cy="3259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id="{AC124666-D0D6-5C20-0905-D29C474C36E3}"/>
              </a:ext>
            </a:extLst>
          </p:cNvPr>
          <p:cNvCxnSpPr/>
          <p:nvPr/>
        </p:nvCxnSpPr>
        <p:spPr>
          <a:xfrm flipV="1">
            <a:off x="8707967" y="2103967"/>
            <a:ext cx="296333" cy="148166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D2DF3DF5-7E24-D109-ABE6-8D47F792925B}"/>
              </a:ext>
            </a:extLst>
          </p:cNvPr>
          <p:cNvCxnSpPr/>
          <p:nvPr/>
        </p:nvCxnSpPr>
        <p:spPr>
          <a:xfrm>
            <a:off x="8707967" y="2252133"/>
            <a:ext cx="296333" cy="1481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9B218E49-22D4-719B-A86B-C9270B220CD1}"/>
              </a:ext>
            </a:extLst>
          </p:cNvPr>
          <p:cNvCxnSpPr/>
          <p:nvPr/>
        </p:nvCxnSpPr>
        <p:spPr>
          <a:xfrm flipV="1">
            <a:off x="9004300" y="2252133"/>
            <a:ext cx="296333" cy="1481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F87DB838-06EE-A353-7C14-7C62DEA0BD4A}"/>
              </a:ext>
            </a:extLst>
          </p:cNvPr>
          <p:cNvCxnSpPr/>
          <p:nvPr/>
        </p:nvCxnSpPr>
        <p:spPr>
          <a:xfrm>
            <a:off x="9004300" y="2400300"/>
            <a:ext cx="0" cy="3259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E9B77A78-3635-9863-07BF-ACC4C9B27DFC}"/>
              </a:ext>
            </a:extLst>
          </p:cNvPr>
          <p:cNvCxnSpPr/>
          <p:nvPr/>
        </p:nvCxnSpPr>
        <p:spPr>
          <a:xfrm>
            <a:off x="8856133" y="2163233"/>
            <a:ext cx="296333" cy="1481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F9C3E460-2B71-E5AD-A5C3-CF31D5136443}"/>
              </a:ext>
            </a:extLst>
          </p:cNvPr>
          <p:cNvSpPr txBox="1"/>
          <p:nvPr/>
        </p:nvSpPr>
        <p:spPr>
          <a:xfrm>
            <a:off x="8216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製品・荷物</a:t>
            </a:r>
          </a:p>
        </p:txBody>
      </p:sp>
      <p:sp>
        <p:nvSpPr>
          <p:cNvPr id="55" name="四角形: 角を丸くする 54">
            <a:extLst>
              <a:ext uri="{FF2B5EF4-FFF2-40B4-BE49-F238E27FC236}">
                <a16:creationId xmlns:a16="http://schemas.microsoft.com/office/drawing/2014/main" id="{6E719959-1F08-0EB7-239F-64591A15340C}"/>
              </a:ext>
            </a:extLst>
          </p:cNvPr>
          <p:cNvSpPr/>
          <p:nvPr/>
        </p:nvSpPr>
        <p:spPr>
          <a:xfrm>
            <a:off x="10549467" y="2103967"/>
            <a:ext cx="592667" cy="444500"/>
          </a:xfrm>
          <a:prstGeom prst="round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EC165571-0D4B-9A97-AD66-43BA24B5016A}"/>
              </a:ext>
            </a:extLst>
          </p:cNvPr>
          <p:cNvCxnSpPr/>
          <p:nvPr/>
        </p:nvCxnSpPr>
        <p:spPr>
          <a:xfrm>
            <a:off x="10668000" y="2548467"/>
            <a:ext cx="0" cy="148166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線コネクタ 56">
            <a:extLst>
              <a:ext uri="{FF2B5EF4-FFF2-40B4-BE49-F238E27FC236}">
                <a16:creationId xmlns:a16="http://schemas.microsoft.com/office/drawing/2014/main" id="{7091C70E-D73F-A9C3-4446-805EC7C4DD00}"/>
              </a:ext>
            </a:extLst>
          </p:cNvPr>
          <p:cNvCxnSpPr/>
          <p:nvPr/>
        </p:nvCxnSpPr>
        <p:spPr>
          <a:xfrm flipV="1">
            <a:off x="10668000" y="2548467"/>
            <a:ext cx="177800" cy="148166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楕円 57">
            <a:extLst>
              <a:ext uri="{FF2B5EF4-FFF2-40B4-BE49-F238E27FC236}">
                <a16:creationId xmlns:a16="http://schemas.microsoft.com/office/drawing/2014/main" id="{AAC362B2-6A55-C713-5A73-04774E9F4DD2}"/>
              </a:ext>
            </a:extLst>
          </p:cNvPr>
          <p:cNvSpPr/>
          <p:nvPr/>
        </p:nvSpPr>
        <p:spPr>
          <a:xfrm>
            <a:off x="10697633" y="2311400"/>
            <a:ext cx="29633" cy="29633"/>
          </a:xfrm>
          <a:prstGeom prst="ellipse">
            <a:avLst/>
          </a:prstGeom>
          <a:solidFill>
            <a:srgbClr val="087A72"/>
          </a:solidFill>
          <a:ln w="41487">
            <a:solidFill>
              <a:srgbClr val="087A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楕円 58">
            <a:extLst>
              <a:ext uri="{FF2B5EF4-FFF2-40B4-BE49-F238E27FC236}">
                <a16:creationId xmlns:a16="http://schemas.microsoft.com/office/drawing/2014/main" id="{BB6ECF0C-0470-62AB-7262-5E3E19BF06A0}"/>
              </a:ext>
            </a:extLst>
          </p:cNvPr>
          <p:cNvSpPr/>
          <p:nvPr/>
        </p:nvSpPr>
        <p:spPr>
          <a:xfrm>
            <a:off x="10845800" y="2311400"/>
            <a:ext cx="29633" cy="29633"/>
          </a:xfrm>
          <a:prstGeom prst="ellipse">
            <a:avLst/>
          </a:prstGeom>
          <a:solidFill>
            <a:srgbClr val="087A72"/>
          </a:solidFill>
          <a:ln w="41487">
            <a:solidFill>
              <a:srgbClr val="087A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楕円 59">
            <a:extLst>
              <a:ext uri="{FF2B5EF4-FFF2-40B4-BE49-F238E27FC236}">
                <a16:creationId xmlns:a16="http://schemas.microsoft.com/office/drawing/2014/main" id="{88209EEB-5C25-B981-816B-A5DBF11D6351}"/>
              </a:ext>
            </a:extLst>
          </p:cNvPr>
          <p:cNvSpPr/>
          <p:nvPr/>
        </p:nvSpPr>
        <p:spPr>
          <a:xfrm>
            <a:off x="10993967" y="2311400"/>
            <a:ext cx="29633" cy="29633"/>
          </a:xfrm>
          <a:prstGeom prst="ellipse">
            <a:avLst/>
          </a:prstGeom>
          <a:solidFill>
            <a:srgbClr val="087A72"/>
          </a:solidFill>
          <a:ln w="41487">
            <a:solidFill>
              <a:srgbClr val="087A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2683CD1C-CECC-6016-6C45-84C673241316}"/>
              </a:ext>
            </a:extLst>
          </p:cNvPr>
          <p:cNvSpPr txBox="1"/>
          <p:nvPr/>
        </p:nvSpPr>
        <p:spPr>
          <a:xfrm>
            <a:off x="10058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対話・発信</a:t>
            </a:r>
          </a:p>
        </p:txBody>
      </p:sp>
      <p:sp>
        <p:nvSpPr>
          <p:cNvPr id="62" name="四角形: 角を丸くする 61">
            <a:extLst>
              <a:ext uri="{FF2B5EF4-FFF2-40B4-BE49-F238E27FC236}">
                <a16:creationId xmlns:a16="http://schemas.microsoft.com/office/drawing/2014/main" id="{39A90CB7-8A54-4AF8-C055-2CD6CE2CC572}"/>
              </a:ext>
            </a:extLst>
          </p:cNvPr>
          <p:cNvSpPr/>
          <p:nvPr/>
        </p:nvSpPr>
        <p:spPr>
          <a:xfrm>
            <a:off x="1341967" y="4182533"/>
            <a:ext cx="592666" cy="474134"/>
          </a:xfrm>
          <a:prstGeom prst="roundRect">
            <a:avLst/>
          </a:prstGeom>
          <a:noFill/>
          <a:ln w="41487" cap="flat" cmpd="sng" algn="ctr">
            <a:solidFill>
              <a:srgbClr val="945F1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3" name="直線コネクタ 62">
            <a:extLst>
              <a:ext uri="{FF2B5EF4-FFF2-40B4-BE49-F238E27FC236}">
                <a16:creationId xmlns:a16="http://schemas.microsoft.com/office/drawing/2014/main" id="{C9C228B6-84B0-2087-34D7-B7B0D8D6C950}"/>
              </a:ext>
            </a:extLst>
          </p:cNvPr>
          <p:cNvCxnSpPr/>
          <p:nvPr/>
        </p:nvCxnSpPr>
        <p:spPr>
          <a:xfrm>
            <a:off x="1341967" y="4212167"/>
            <a:ext cx="296333" cy="237066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直線コネクタ 63">
            <a:extLst>
              <a:ext uri="{FF2B5EF4-FFF2-40B4-BE49-F238E27FC236}">
                <a16:creationId xmlns:a16="http://schemas.microsoft.com/office/drawing/2014/main" id="{BEF965C1-13B4-9F4F-3BB8-3153C04BAC02}"/>
              </a:ext>
            </a:extLst>
          </p:cNvPr>
          <p:cNvCxnSpPr/>
          <p:nvPr/>
        </p:nvCxnSpPr>
        <p:spPr>
          <a:xfrm flipV="1">
            <a:off x="1638300" y="4212167"/>
            <a:ext cx="296333" cy="237066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線コネクタ 64">
            <a:extLst>
              <a:ext uri="{FF2B5EF4-FFF2-40B4-BE49-F238E27FC236}">
                <a16:creationId xmlns:a16="http://schemas.microsoft.com/office/drawing/2014/main" id="{001F887C-6D01-9300-690B-D4D56333802C}"/>
              </a:ext>
            </a:extLst>
          </p:cNvPr>
          <p:cNvCxnSpPr/>
          <p:nvPr/>
        </p:nvCxnSpPr>
        <p:spPr>
          <a:xfrm flipV="1">
            <a:off x="1341967" y="4449233"/>
            <a:ext cx="177800" cy="207434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0D0C3E01-0DC5-83C7-68FE-E72E3EBF323D}"/>
              </a:ext>
            </a:extLst>
          </p:cNvPr>
          <p:cNvCxnSpPr/>
          <p:nvPr/>
        </p:nvCxnSpPr>
        <p:spPr>
          <a:xfrm>
            <a:off x="1756833" y="4449233"/>
            <a:ext cx="177800" cy="207434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2A0B2FD5-3288-B353-B9F9-BC5E355A596E}"/>
              </a:ext>
            </a:extLst>
          </p:cNvPr>
          <p:cNvSpPr txBox="1"/>
          <p:nvPr/>
        </p:nvSpPr>
        <p:spPr>
          <a:xfrm>
            <a:off x="850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メール・連絡</a:t>
            </a:r>
          </a:p>
        </p:txBody>
      </p:sp>
      <p:sp>
        <p:nvSpPr>
          <p:cNvPr id="68" name="四角形: 角を丸くする 67">
            <a:extLst>
              <a:ext uri="{FF2B5EF4-FFF2-40B4-BE49-F238E27FC236}">
                <a16:creationId xmlns:a16="http://schemas.microsoft.com/office/drawing/2014/main" id="{50F1930C-45FF-B6C9-F5A7-2C80B2D587FA}"/>
              </a:ext>
            </a:extLst>
          </p:cNvPr>
          <p:cNvSpPr/>
          <p:nvPr/>
        </p:nvSpPr>
        <p:spPr>
          <a:xfrm>
            <a:off x="3183467" y="4241800"/>
            <a:ext cx="592666" cy="474133"/>
          </a:xfrm>
          <a:prstGeom prst="roundRect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9" name="楕円 68">
            <a:extLst>
              <a:ext uri="{FF2B5EF4-FFF2-40B4-BE49-F238E27FC236}">
                <a16:creationId xmlns:a16="http://schemas.microsoft.com/office/drawing/2014/main" id="{29CDFB76-01CC-EC59-6317-283C3B17EC29}"/>
              </a:ext>
            </a:extLst>
          </p:cNvPr>
          <p:cNvSpPr/>
          <p:nvPr/>
        </p:nvSpPr>
        <p:spPr>
          <a:xfrm>
            <a:off x="3361267" y="4330700"/>
            <a:ext cx="266700" cy="266700"/>
          </a:xfrm>
          <a:prstGeom prst="ellipse">
            <a:avLst/>
          </a:prstGeom>
          <a:noFill/>
          <a:ln w="41487" cap="flat" cmpd="sng" algn="ctr">
            <a:solidFill>
              <a:srgbClr val="86518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0" name="直線コネクタ 69">
            <a:extLst>
              <a:ext uri="{FF2B5EF4-FFF2-40B4-BE49-F238E27FC236}">
                <a16:creationId xmlns:a16="http://schemas.microsoft.com/office/drawing/2014/main" id="{09B889BB-78AC-35D6-BD74-004C845E65A3}"/>
              </a:ext>
            </a:extLst>
          </p:cNvPr>
          <p:cNvCxnSpPr/>
          <p:nvPr/>
        </p:nvCxnSpPr>
        <p:spPr>
          <a:xfrm flipV="1">
            <a:off x="3302000" y="4123267"/>
            <a:ext cx="59267" cy="118533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直線コネクタ 70">
            <a:extLst>
              <a:ext uri="{FF2B5EF4-FFF2-40B4-BE49-F238E27FC236}">
                <a16:creationId xmlns:a16="http://schemas.microsoft.com/office/drawing/2014/main" id="{71572F62-DE88-17C5-9911-CAC423B3A982}"/>
              </a:ext>
            </a:extLst>
          </p:cNvPr>
          <p:cNvCxnSpPr/>
          <p:nvPr/>
        </p:nvCxnSpPr>
        <p:spPr>
          <a:xfrm>
            <a:off x="3361267" y="4123267"/>
            <a:ext cx="237066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直線コネクタ 71">
            <a:extLst>
              <a:ext uri="{FF2B5EF4-FFF2-40B4-BE49-F238E27FC236}">
                <a16:creationId xmlns:a16="http://schemas.microsoft.com/office/drawing/2014/main" id="{74699ABA-46F1-46EB-D0A6-C8E3EC2BE844}"/>
              </a:ext>
            </a:extLst>
          </p:cNvPr>
          <p:cNvCxnSpPr/>
          <p:nvPr/>
        </p:nvCxnSpPr>
        <p:spPr>
          <a:xfrm>
            <a:off x="3598333" y="4123267"/>
            <a:ext cx="59267" cy="118533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楕円 72">
            <a:extLst>
              <a:ext uri="{FF2B5EF4-FFF2-40B4-BE49-F238E27FC236}">
                <a16:creationId xmlns:a16="http://schemas.microsoft.com/office/drawing/2014/main" id="{CD9846BA-678E-7FD7-3133-476EEF68878C}"/>
              </a:ext>
            </a:extLst>
          </p:cNvPr>
          <p:cNvSpPr/>
          <p:nvPr/>
        </p:nvSpPr>
        <p:spPr>
          <a:xfrm>
            <a:off x="3657600" y="4330700"/>
            <a:ext cx="29633" cy="29633"/>
          </a:xfrm>
          <a:prstGeom prst="ellipse">
            <a:avLst/>
          </a:prstGeom>
          <a:solidFill>
            <a:srgbClr val="86518C"/>
          </a:solidFill>
          <a:ln w="41487">
            <a:solidFill>
              <a:srgbClr val="8651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3E0165CB-DBED-006C-BB9B-3A9F47B50A60}"/>
              </a:ext>
            </a:extLst>
          </p:cNvPr>
          <p:cNvSpPr txBox="1"/>
          <p:nvPr/>
        </p:nvSpPr>
        <p:spPr>
          <a:xfrm>
            <a:off x="2692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写真・撮影</a:t>
            </a:r>
          </a:p>
        </p:txBody>
      </p:sp>
      <p:sp>
        <p:nvSpPr>
          <p:cNvPr id="75" name="楕円 74">
            <a:extLst>
              <a:ext uri="{FF2B5EF4-FFF2-40B4-BE49-F238E27FC236}">
                <a16:creationId xmlns:a16="http://schemas.microsoft.com/office/drawing/2014/main" id="{2E9DB6A5-2B63-93E9-DE61-501E05A98618}"/>
              </a:ext>
            </a:extLst>
          </p:cNvPr>
          <p:cNvSpPr/>
          <p:nvPr/>
        </p:nvSpPr>
        <p:spPr>
          <a:xfrm>
            <a:off x="5113867" y="4093633"/>
            <a:ext cx="414866" cy="474134"/>
          </a:xfrm>
          <a:prstGeom prst="ellipse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6" name="楕円 75">
            <a:extLst>
              <a:ext uri="{FF2B5EF4-FFF2-40B4-BE49-F238E27FC236}">
                <a16:creationId xmlns:a16="http://schemas.microsoft.com/office/drawing/2014/main" id="{7C7C46EB-59EE-CC46-EA28-2CA4B369CD57}"/>
              </a:ext>
            </a:extLst>
          </p:cNvPr>
          <p:cNvSpPr/>
          <p:nvPr/>
        </p:nvSpPr>
        <p:spPr>
          <a:xfrm>
            <a:off x="5262033" y="4241800"/>
            <a:ext cx="118534" cy="118533"/>
          </a:xfrm>
          <a:prstGeom prst="ellipse">
            <a:avLst/>
          </a:prstGeom>
          <a:noFill/>
          <a:ln w="41487" cap="flat" cmpd="sng" algn="ctr">
            <a:solidFill>
              <a:srgbClr val="245DA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7" name="直線コネクタ 76">
            <a:extLst>
              <a:ext uri="{FF2B5EF4-FFF2-40B4-BE49-F238E27FC236}">
                <a16:creationId xmlns:a16="http://schemas.microsoft.com/office/drawing/2014/main" id="{CFF07888-6057-7F79-FFE3-28A07B4D2860}"/>
              </a:ext>
            </a:extLst>
          </p:cNvPr>
          <p:cNvCxnSpPr/>
          <p:nvPr/>
        </p:nvCxnSpPr>
        <p:spPr>
          <a:xfrm>
            <a:off x="5143500" y="4419600"/>
            <a:ext cx="177800" cy="3259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直線コネクタ 77">
            <a:extLst>
              <a:ext uri="{FF2B5EF4-FFF2-40B4-BE49-F238E27FC236}">
                <a16:creationId xmlns:a16="http://schemas.microsoft.com/office/drawing/2014/main" id="{4DD30B70-B753-94C6-1A79-8071DAF05F79}"/>
              </a:ext>
            </a:extLst>
          </p:cNvPr>
          <p:cNvCxnSpPr/>
          <p:nvPr/>
        </p:nvCxnSpPr>
        <p:spPr>
          <a:xfrm flipV="1">
            <a:off x="5321300" y="4419600"/>
            <a:ext cx="177800" cy="325967"/>
          </a:xfrm>
          <a:prstGeom prst="line">
            <a:avLst/>
          </a:prstGeom>
          <a:ln w="41487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39010735-CB83-C1C0-E09C-7F0130CEC576}"/>
              </a:ext>
            </a:extLst>
          </p:cNvPr>
          <p:cNvSpPr txBox="1"/>
          <p:nvPr/>
        </p:nvSpPr>
        <p:spPr>
          <a:xfrm>
            <a:off x="4533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場所・拠点</a:t>
            </a:r>
          </a:p>
        </p:txBody>
      </p:sp>
      <p:sp>
        <p:nvSpPr>
          <p:cNvPr id="80" name="四角形: 角を丸くする 79">
            <a:extLst>
              <a:ext uri="{FF2B5EF4-FFF2-40B4-BE49-F238E27FC236}">
                <a16:creationId xmlns:a16="http://schemas.microsoft.com/office/drawing/2014/main" id="{AE1A15FB-56D4-C337-A007-1978A98D1588}"/>
              </a:ext>
            </a:extLst>
          </p:cNvPr>
          <p:cNvSpPr/>
          <p:nvPr/>
        </p:nvSpPr>
        <p:spPr>
          <a:xfrm>
            <a:off x="6866467" y="4182533"/>
            <a:ext cx="592667" cy="533400"/>
          </a:xfrm>
          <a:prstGeom prst="round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1" name="直線コネクタ 80">
            <a:extLst>
              <a:ext uri="{FF2B5EF4-FFF2-40B4-BE49-F238E27FC236}">
                <a16:creationId xmlns:a16="http://schemas.microsoft.com/office/drawing/2014/main" id="{3D4D36C2-1A91-3FF2-29D9-FF2F485A1300}"/>
              </a:ext>
            </a:extLst>
          </p:cNvPr>
          <p:cNvCxnSpPr/>
          <p:nvPr/>
        </p:nvCxnSpPr>
        <p:spPr>
          <a:xfrm>
            <a:off x="6866467" y="4330700"/>
            <a:ext cx="592667" cy="0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直線コネクタ 81">
            <a:extLst>
              <a:ext uri="{FF2B5EF4-FFF2-40B4-BE49-F238E27FC236}">
                <a16:creationId xmlns:a16="http://schemas.microsoft.com/office/drawing/2014/main" id="{1CB4E806-F9F0-42BF-DC19-32C4F193F07B}"/>
              </a:ext>
            </a:extLst>
          </p:cNvPr>
          <p:cNvCxnSpPr/>
          <p:nvPr/>
        </p:nvCxnSpPr>
        <p:spPr>
          <a:xfrm>
            <a:off x="7014633" y="4093633"/>
            <a:ext cx="0" cy="148167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直線コネクタ 82">
            <a:extLst>
              <a:ext uri="{FF2B5EF4-FFF2-40B4-BE49-F238E27FC236}">
                <a16:creationId xmlns:a16="http://schemas.microsoft.com/office/drawing/2014/main" id="{40D64A5B-F60F-9610-2AF4-59A0205B79CD}"/>
              </a:ext>
            </a:extLst>
          </p:cNvPr>
          <p:cNvCxnSpPr/>
          <p:nvPr/>
        </p:nvCxnSpPr>
        <p:spPr>
          <a:xfrm>
            <a:off x="7310967" y="4093633"/>
            <a:ext cx="0" cy="148167"/>
          </a:xfrm>
          <a:prstGeom prst="line">
            <a:avLst/>
          </a:prstGeom>
          <a:ln w="41487">
            <a:solidFill>
              <a:srgbClr val="087A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6897DCEF-57F2-27A2-7D21-76A164A94D74}"/>
              </a:ext>
            </a:extLst>
          </p:cNvPr>
          <p:cNvSpPr/>
          <p:nvPr/>
        </p:nvSpPr>
        <p:spPr>
          <a:xfrm>
            <a:off x="6985000" y="4449233"/>
            <a:ext cx="59267" cy="59267"/>
          </a:xfrm>
          <a:prstGeom prst="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6931606A-7FCA-D9CC-2DA4-4CDD80100152}"/>
              </a:ext>
            </a:extLst>
          </p:cNvPr>
          <p:cNvSpPr/>
          <p:nvPr/>
        </p:nvSpPr>
        <p:spPr>
          <a:xfrm>
            <a:off x="7133167" y="4449233"/>
            <a:ext cx="59267" cy="59267"/>
          </a:xfrm>
          <a:prstGeom prst="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6" name="正方形/長方形 85">
            <a:extLst>
              <a:ext uri="{FF2B5EF4-FFF2-40B4-BE49-F238E27FC236}">
                <a16:creationId xmlns:a16="http://schemas.microsoft.com/office/drawing/2014/main" id="{9FD5EA9A-B7E9-240F-AAC3-A1815739D277}"/>
              </a:ext>
            </a:extLst>
          </p:cNvPr>
          <p:cNvSpPr/>
          <p:nvPr/>
        </p:nvSpPr>
        <p:spPr>
          <a:xfrm>
            <a:off x="7281333" y="4449233"/>
            <a:ext cx="59267" cy="59267"/>
          </a:xfrm>
          <a:prstGeom prst="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7" name="正方形/長方形 86">
            <a:extLst>
              <a:ext uri="{FF2B5EF4-FFF2-40B4-BE49-F238E27FC236}">
                <a16:creationId xmlns:a16="http://schemas.microsoft.com/office/drawing/2014/main" id="{B906B3E9-8A85-B7AC-C74D-C4CB70F00AB7}"/>
              </a:ext>
            </a:extLst>
          </p:cNvPr>
          <p:cNvSpPr/>
          <p:nvPr/>
        </p:nvSpPr>
        <p:spPr>
          <a:xfrm>
            <a:off x="6985000" y="4567767"/>
            <a:ext cx="59267" cy="59266"/>
          </a:xfrm>
          <a:prstGeom prst="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8" name="正方形/長方形 87">
            <a:extLst>
              <a:ext uri="{FF2B5EF4-FFF2-40B4-BE49-F238E27FC236}">
                <a16:creationId xmlns:a16="http://schemas.microsoft.com/office/drawing/2014/main" id="{3E69A3C1-5F97-E3DB-4B70-AD540BA20E7A}"/>
              </a:ext>
            </a:extLst>
          </p:cNvPr>
          <p:cNvSpPr/>
          <p:nvPr/>
        </p:nvSpPr>
        <p:spPr>
          <a:xfrm>
            <a:off x="7133167" y="4567767"/>
            <a:ext cx="59267" cy="59266"/>
          </a:xfrm>
          <a:prstGeom prst="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9" name="正方形/長方形 88">
            <a:extLst>
              <a:ext uri="{FF2B5EF4-FFF2-40B4-BE49-F238E27FC236}">
                <a16:creationId xmlns:a16="http://schemas.microsoft.com/office/drawing/2014/main" id="{DACA55CC-F83D-86CC-A768-90C27932DE54}"/>
              </a:ext>
            </a:extLst>
          </p:cNvPr>
          <p:cNvSpPr/>
          <p:nvPr/>
        </p:nvSpPr>
        <p:spPr>
          <a:xfrm>
            <a:off x="7281333" y="4567767"/>
            <a:ext cx="59267" cy="59266"/>
          </a:xfrm>
          <a:prstGeom prst="rect">
            <a:avLst/>
          </a:prstGeom>
          <a:noFill/>
          <a:ln w="41487" cap="flat" cmpd="sng" algn="ctr">
            <a:solidFill>
              <a:srgbClr val="087A7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1E1564E5-C93B-7942-651C-CBAF308C36A3}"/>
              </a:ext>
            </a:extLst>
          </p:cNvPr>
          <p:cNvSpPr txBox="1"/>
          <p:nvPr/>
        </p:nvSpPr>
        <p:spPr>
          <a:xfrm>
            <a:off x="6375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暦・日付</a:t>
            </a:r>
          </a:p>
        </p:txBody>
      </p:sp>
      <p:cxnSp>
        <p:nvCxnSpPr>
          <p:cNvPr id="91" name="直線コネクタ 90">
            <a:extLst>
              <a:ext uri="{FF2B5EF4-FFF2-40B4-BE49-F238E27FC236}">
                <a16:creationId xmlns:a16="http://schemas.microsoft.com/office/drawing/2014/main" id="{187144F3-ACFD-6B35-38C6-04F0AB180A37}"/>
              </a:ext>
            </a:extLst>
          </p:cNvPr>
          <p:cNvCxnSpPr/>
          <p:nvPr/>
        </p:nvCxnSpPr>
        <p:spPr>
          <a:xfrm>
            <a:off x="8767233" y="4123267"/>
            <a:ext cx="0" cy="62230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直線コネクタ 91">
            <a:extLst>
              <a:ext uri="{FF2B5EF4-FFF2-40B4-BE49-F238E27FC236}">
                <a16:creationId xmlns:a16="http://schemas.microsoft.com/office/drawing/2014/main" id="{7EABEC91-7ECE-1E93-603B-2F57CC7A1938}"/>
              </a:ext>
            </a:extLst>
          </p:cNvPr>
          <p:cNvCxnSpPr/>
          <p:nvPr/>
        </p:nvCxnSpPr>
        <p:spPr>
          <a:xfrm>
            <a:off x="8767233" y="4152900"/>
            <a:ext cx="474133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直線コネクタ 92">
            <a:extLst>
              <a:ext uri="{FF2B5EF4-FFF2-40B4-BE49-F238E27FC236}">
                <a16:creationId xmlns:a16="http://schemas.microsoft.com/office/drawing/2014/main" id="{B6D008B9-A4B6-3D8A-489B-50798319CA3C}"/>
              </a:ext>
            </a:extLst>
          </p:cNvPr>
          <p:cNvCxnSpPr/>
          <p:nvPr/>
        </p:nvCxnSpPr>
        <p:spPr>
          <a:xfrm flipV="1">
            <a:off x="9122833" y="4152900"/>
            <a:ext cx="118533" cy="148167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直線コネクタ 93">
            <a:extLst>
              <a:ext uri="{FF2B5EF4-FFF2-40B4-BE49-F238E27FC236}">
                <a16:creationId xmlns:a16="http://schemas.microsoft.com/office/drawing/2014/main" id="{DC27C92C-0927-9B8D-0732-D17022C0C33D}"/>
              </a:ext>
            </a:extLst>
          </p:cNvPr>
          <p:cNvCxnSpPr/>
          <p:nvPr/>
        </p:nvCxnSpPr>
        <p:spPr>
          <a:xfrm>
            <a:off x="9122833" y="4301067"/>
            <a:ext cx="118533" cy="148166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直線コネクタ 94">
            <a:extLst>
              <a:ext uri="{FF2B5EF4-FFF2-40B4-BE49-F238E27FC236}">
                <a16:creationId xmlns:a16="http://schemas.microsoft.com/office/drawing/2014/main" id="{2078C676-6661-A438-40FE-A17691848071}"/>
              </a:ext>
            </a:extLst>
          </p:cNvPr>
          <p:cNvCxnSpPr/>
          <p:nvPr/>
        </p:nvCxnSpPr>
        <p:spPr>
          <a:xfrm>
            <a:off x="8767233" y="4449233"/>
            <a:ext cx="474133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直線コネクタ 95">
            <a:extLst>
              <a:ext uri="{FF2B5EF4-FFF2-40B4-BE49-F238E27FC236}">
                <a16:creationId xmlns:a16="http://schemas.microsoft.com/office/drawing/2014/main" id="{F80735F9-B0D3-C14C-83B8-37B29CA70FC6}"/>
              </a:ext>
            </a:extLst>
          </p:cNvPr>
          <p:cNvCxnSpPr/>
          <p:nvPr/>
        </p:nvCxnSpPr>
        <p:spPr>
          <a:xfrm>
            <a:off x="8678333" y="4745567"/>
            <a:ext cx="207433" cy="0"/>
          </a:xfrm>
          <a:prstGeom prst="line">
            <a:avLst/>
          </a:prstGeom>
          <a:ln w="41487">
            <a:solidFill>
              <a:srgbClr val="945F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テキスト ボックス 96">
            <a:extLst>
              <a:ext uri="{FF2B5EF4-FFF2-40B4-BE49-F238E27FC236}">
                <a16:creationId xmlns:a16="http://schemas.microsoft.com/office/drawing/2014/main" id="{C3716D3D-C4C1-65DE-0823-7D9C346DBB06}"/>
              </a:ext>
            </a:extLst>
          </p:cNvPr>
          <p:cNvSpPr txBox="1"/>
          <p:nvPr/>
        </p:nvSpPr>
        <p:spPr>
          <a:xfrm>
            <a:off x="8216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節目・開始</a:t>
            </a:r>
          </a:p>
        </p:txBody>
      </p:sp>
      <p:cxnSp>
        <p:nvCxnSpPr>
          <p:cNvPr id="98" name="直線コネクタ 97">
            <a:extLst>
              <a:ext uri="{FF2B5EF4-FFF2-40B4-BE49-F238E27FC236}">
                <a16:creationId xmlns:a16="http://schemas.microsoft.com/office/drawing/2014/main" id="{3CD87B88-42F0-6FD6-DDAF-4C6426E4D9FC}"/>
              </a:ext>
            </a:extLst>
          </p:cNvPr>
          <p:cNvCxnSpPr/>
          <p:nvPr/>
        </p:nvCxnSpPr>
        <p:spPr>
          <a:xfrm>
            <a:off x="10845800" y="4123267"/>
            <a:ext cx="0" cy="592666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直線コネクタ 98">
            <a:extLst>
              <a:ext uri="{FF2B5EF4-FFF2-40B4-BE49-F238E27FC236}">
                <a16:creationId xmlns:a16="http://schemas.microsoft.com/office/drawing/2014/main" id="{9D175649-4370-3FF1-8896-F9D6C96D6639}"/>
              </a:ext>
            </a:extLst>
          </p:cNvPr>
          <p:cNvCxnSpPr/>
          <p:nvPr/>
        </p:nvCxnSpPr>
        <p:spPr>
          <a:xfrm>
            <a:off x="10638367" y="4715933"/>
            <a:ext cx="414867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直線コネクタ 99">
            <a:extLst>
              <a:ext uri="{FF2B5EF4-FFF2-40B4-BE49-F238E27FC236}">
                <a16:creationId xmlns:a16="http://schemas.microsoft.com/office/drawing/2014/main" id="{3D20FA0E-5D7A-A3F2-3B51-CC2BE72C3ABD}"/>
              </a:ext>
            </a:extLst>
          </p:cNvPr>
          <p:cNvCxnSpPr/>
          <p:nvPr/>
        </p:nvCxnSpPr>
        <p:spPr>
          <a:xfrm>
            <a:off x="10579100" y="4241800"/>
            <a:ext cx="533400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直線コネクタ 100">
            <a:extLst>
              <a:ext uri="{FF2B5EF4-FFF2-40B4-BE49-F238E27FC236}">
                <a16:creationId xmlns:a16="http://schemas.microsoft.com/office/drawing/2014/main" id="{0BB51FEE-7D9A-941C-5775-F8B565FDB990}"/>
              </a:ext>
            </a:extLst>
          </p:cNvPr>
          <p:cNvCxnSpPr/>
          <p:nvPr/>
        </p:nvCxnSpPr>
        <p:spPr>
          <a:xfrm flipV="1">
            <a:off x="10549467" y="4241800"/>
            <a:ext cx="118533" cy="26670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直線コネクタ 101">
            <a:extLst>
              <a:ext uri="{FF2B5EF4-FFF2-40B4-BE49-F238E27FC236}">
                <a16:creationId xmlns:a16="http://schemas.microsoft.com/office/drawing/2014/main" id="{0F7972AF-112D-5B48-D2C0-671A3349A2E0}"/>
              </a:ext>
            </a:extLst>
          </p:cNvPr>
          <p:cNvCxnSpPr/>
          <p:nvPr/>
        </p:nvCxnSpPr>
        <p:spPr>
          <a:xfrm>
            <a:off x="10668000" y="4241800"/>
            <a:ext cx="118533" cy="26670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直線コネクタ 102">
            <a:extLst>
              <a:ext uri="{FF2B5EF4-FFF2-40B4-BE49-F238E27FC236}">
                <a16:creationId xmlns:a16="http://schemas.microsoft.com/office/drawing/2014/main" id="{612FDAC7-FD0B-B778-3204-DED40BF0C60D}"/>
              </a:ext>
            </a:extLst>
          </p:cNvPr>
          <p:cNvCxnSpPr/>
          <p:nvPr/>
        </p:nvCxnSpPr>
        <p:spPr>
          <a:xfrm>
            <a:off x="10549467" y="4508500"/>
            <a:ext cx="237067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直線コネクタ 103">
            <a:extLst>
              <a:ext uri="{FF2B5EF4-FFF2-40B4-BE49-F238E27FC236}">
                <a16:creationId xmlns:a16="http://schemas.microsoft.com/office/drawing/2014/main" id="{9310F0B3-1783-3B91-1155-A91815084B90}"/>
              </a:ext>
            </a:extLst>
          </p:cNvPr>
          <p:cNvCxnSpPr/>
          <p:nvPr/>
        </p:nvCxnSpPr>
        <p:spPr>
          <a:xfrm flipV="1">
            <a:off x="10905067" y="4241800"/>
            <a:ext cx="118533" cy="26670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直線コネクタ 104">
            <a:extLst>
              <a:ext uri="{FF2B5EF4-FFF2-40B4-BE49-F238E27FC236}">
                <a16:creationId xmlns:a16="http://schemas.microsoft.com/office/drawing/2014/main" id="{167C2222-9027-8518-2A46-821C9B834C3E}"/>
              </a:ext>
            </a:extLst>
          </p:cNvPr>
          <p:cNvCxnSpPr/>
          <p:nvPr/>
        </p:nvCxnSpPr>
        <p:spPr>
          <a:xfrm>
            <a:off x="11023600" y="4241800"/>
            <a:ext cx="118533" cy="26670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直線コネクタ 105">
            <a:extLst>
              <a:ext uri="{FF2B5EF4-FFF2-40B4-BE49-F238E27FC236}">
                <a16:creationId xmlns:a16="http://schemas.microsoft.com/office/drawing/2014/main" id="{08FA51FF-AD7A-D341-727C-0E37500CC1A3}"/>
              </a:ext>
            </a:extLst>
          </p:cNvPr>
          <p:cNvCxnSpPr/>
          <p:nvPr/>
        </p:nvCxnSpPr>
        <p:spPr>
          <a:xfrm>
            <a:off x="10905067" y="4508500"/>
            <a:ext cx="237067" cy="0"/>
          </a:xfrm>
          <a:prstGeom prst="line">
            <a:avLst/>
          </a:prstGeom>
          <a:ln w="41487">
            <a:solidFill>
              <a:srgbClr val="865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テキスト ボックス 106">
            <a:extLst>
              <a:ext uri="{FF2B5EF4-FFF2-40B4-BE49-F238E27FC236}">
                <a16:creationId xmlns:a16="http://schemas.microsoft.com/office/drawing/2014/main" id="{2AED321A-7F93-8368-F072-6F9501E60F5F}"/>
              </a:ext>
            </a:extLst>
          </p:cNvPr>
          <p:cNvSpPr txBox="1"/>
          <p:nvPr/>
        </p:nvSpPr>
        <p:spPr>
          <a:xfrm>
            <a:off x="10058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法務・公平</a:t>
            </a:r>
          </a:p>
        </p:txBody>
      </p:sp>
      <p:cxnSp>
        <p:nvCxnSpPr>
          <p:cNvPr id="108" name="直線コネクタ 107">
            <a:extLst>
              <a:ext uri="{FF2B5EF4-FFF2-40B4-BE49-F238E27FC236}">
                <a16:creationId xmlns:a16="http://schemas.microsoft.com/office/drawing/2014/main" id="{07E52060-D068-3F96-7D47-C6D3E31BB7E3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テキスト ボックス 108">
            <a:extLst>
              <a:ext uri="{FF2B5EF4-FFF2-40B4-BE49-F238E27FC236}">
                <a16:creationId xmlns:a16="http://schemas.microsoft.com/office/drawing/2014/main" id="{41C7339D-93D5-1C01-B3D8-04AE4BB84C1E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13 / 13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7523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rgbClr val="172D4A"/>
      </a:dk1>
      <a:lt1>
        <a:sysClr val="window" lastClr="FFFFFF"/>
      </a:lt1>
      <a:dk2>
        <a:srgbClr val="0E2841"/>
      </a:dk2>
      <a:lt2>
        <a:srgbClr val="E8E8E8"/>
      </a:lt2>
      <a:accent1>
        <a:srgbClr val="245DA8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907</Words>
  <Application>Microsoft Office PowerPoint</Application>
  <PresentationFormat>ユーザー設定</PresentationFormat>
  <Paragraphs>121</Paragraphs>
  <Slides>13</Slides>
  <Notes>13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8" baseType="lpstr">
      <vt:lpstr>BIZ UDPGothic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Designer Extention</dc:creator>
  <cp:lastModifiedBy>Designer Extention</cp:lastModifiedBy>
  <cp:revision>1</cp:revision>
  <dcterms:created xsi:type="dcterms:W3CDTF">2026-10-02T15:09:48Z</dcterms:created>
  <dcterms:modified xsi:type="dcterms:W3CDTF">2026-10-02T15:09:48Z</dcterms:modified>
</cp:coreProperties>
</file>