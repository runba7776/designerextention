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14-403D-A7F1-F0AF6DF45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94372160"/>
        <c:axId val="740727760"/>
      </c:barChart>
      <c:catAx>
        <c:axId val="19943721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40727760"/>
        <c:crosses val="autoZero"/>
        <c:auto val="1"/>
        <c:lblAlgn val="ctr"/>
        <c:lblOffset val="100"/>
        <c:tickLblSkip val="1"/>
        <c:noMultiLvlLbl val="0"/>
      </c:catAx>
      <c:valAx>
        <c:axId val="740727760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94372160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79-4A92-A8A4-C964DA947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46019488"/>
        <c:axId val="1989256912"/>
      </c:barChart>
      <c:catAx>
        <c:axId val="2046019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56912"/>
        <c:crosses val="autoZero"/>
        <c:auto val="1"/>
        <c:lblAlgn val="ctr"/>
        <c:lblOffset val="100"/>
        <c:tickLblSkip val="1"/>
        <c:noMultiLvlLbl val="0"/>
      </c:catAx>
      <c:valAx>
        <c:axId val="1989256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4601948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26-4388-BE29-55DD8A935C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39397648"/>
        <c:axId val="1989274672"/>
      </c:lineChart>
      <c:catAx>
        <c:axId val="203939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74672"/>
        <c:crosses val="autoZero"/>
        <c:auto val="1"/>
        <c:lblAlgn val="ctr"/>
        <c:lblOffset val="100"/>
        <c:tickLblSkip val="1"/>
        <c:noMultiLvlLbl val="0"/>
      </c:catAx>
      <c:valAx>
        <c:axId val="198927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3939764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97-4314-91E3-9239ED83DCAC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797-4314-91E3-9239ED83DCAC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97-4314-91E3-9239ED83DCAC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797-4314-91E3-9239ED83DCAC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5797-4314-91E3-9239ED83DCAC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5797-4314-91E3-9239ED83DCA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97-4314-91E3-9239ED83DC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8E-4DE7-87BE-A577FD35457B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08E-4DE7-87BE-A577FD35457B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8E-4DE7-87BE-A577FD35457B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908E-4DE7-87BE-A577FD35457B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908E-4DE7-87BE-A577FD35457B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908E-4DE7-87BE-A577FD35457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8E-4DE7-87BE-A577FD354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73-48B4-B453-833A57C77CB3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73-48B4-B453-833A57C77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46031088"/>
        <c:axId val="1989209872"/>
      </c:barChart>
      <c:catAx>
        <c:axId val="20460310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09872"/>
        <c:crosses val="autoZero"/>
        <c:auto val="1"/>
        <c:lblAlgn val="ctr"/>
        <c:lblOffset val="100"/>
        <c:tickLblSkip val="1"/>
        <c:noMultiLvlLbl val="0"/>
      </c:catAx>
      <c:valAx>
        <c:axId val="198920987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46031088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EA-4E8F-9995-87793FA6B08A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EA-4E8F-9995-87793FA6B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39407856"/>
        <c:axId val="1989243472"/>
      </c:barChart>
      <c:catAx>
        <c:axId val="203940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43472"/>
        <c:crosses val="autoZero"/>
        <c:auto val="1"/>
        <c:lblAlgn val="ctr"/>
        <c:lblOffset val="100"/>
        <c:tickLblSkip val="1"/>
        <c:noMultiLvlLbl val="0"/>
      </c:catAx>
      <c:valAx>
        <c:axId val="198924347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3940785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9-4EF8-A58B-99B7F1AA56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39400432"/>
        <c:axId val="1989259792"/>
      </c:barChart>
      <c:catAx>
        <c:axId val="203940043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59792"/>
        <c:crosses val="autoZero"/>
        <c:auto val="1"/>
        <c:lblAlgn val="ctr"/>
        <c:lblOffset val="100"/>
        <c:tickLblSkip val="1"/>
        <c:noMultiLvlLbl val="0"/>
      </c:catAx>
      <c:valAx>
        <c:axId val="198925979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39400432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5A1B4-91EC-45FD-ADB1-D7331E46EA56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9DE98-F019-4002-BD9F-12C4DD2CC0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258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10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09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266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8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833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331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9685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143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347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002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144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20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DE98-F019-4002-BD9F-12C4DD2CC0A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88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3B3847-6035-ED2F-51D7-11D14AECC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92090A-9EDA-0269-38B7-D7EAED271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8FBDE8-574C-0846-B653-6A0221E1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077436-35F4-F63C-013F-FDD4E2A4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DB884C-806A-21FD-ABB3-A50E5DBD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772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A1EBB-CA7D-051B-A11F-5D7F7B72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E031D2-74F6-8451-0444-01574DD4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BF39B8-DF37-C4F0-9D58-2233D61A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3B25E9-FA36-53FD-5B69-42A80C95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C9AE90-69E8-DBC8-D794-28DD3FA53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41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5BD7B-C43A-0DE9-85CA-B468CA4E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8ED290-5BCA-1DA4-62E6-43F935631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54F01D-76F2-5A04-32D6-F86942D7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A772BB-433E-3535-97C6-947E48211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0B0E9E-3BF0-DDD0-187F-8249244A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04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2872BC-1879-9366-665E-DB8610A4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D4806-A8AF-E252-4E3B-8EECF4453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BF4BD4-3A71-5937-376F-4AE421AE0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9DE497-8B55-EDFD-3F21-AB46E389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506CA6-0C68-4DF5-D17B-BC5A017AF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90522B-4326-B39B-5755-6BF37DFC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73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38614-3F23-2CF2-A068-68F1C581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4BF51E-46D5-5DFF-239E-5D8569157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90E2F1-8211-BABE-EC69-4F4B0385A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BA890E-5975-2DF0-90B6-E74E89C96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099A1AE-1D1B-577C-3993-41D39C16A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AF2788-66DA-BAAF-C1D6-270C5D9A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F119F4B-6A77-34E3-D865-497BDDB71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B9DD03-9020-F4D8-1F81-F0386E9C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57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2B7952-5544-1BB8-CD4A-37084123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5BF2E9A-8A50-CC2F-07C7-E7A63496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F00F86-E3C3-C7CC-9704-752B32CF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E691FB-DF50-51B8-CD32-33313763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04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0E08D6-8601-002C-047D-399C0A3A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D2C631-4A3A-30E8-A4A8-31BC35E1D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92C7A5-01D0-98CB-8358-5A97D6A6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06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66175-3C52-CDE2-3D02-8E27B3F4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BB3C2C-86FB-F09B-267D-B91B92C7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E4C8B2-9540-4FFA-1A37-1BFE8E8A4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D29EFA-EECC-224D-8A3E-85C583A1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35562C-20DC-F79F-B86B-E58B9E2F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CAA574-0BAE-56B7-6181-9590928EA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B4D3BC-FD82-ED5D-3475-95913E2F8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6727CF3-696B-1DC0-C9C0-7B43C18C66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E62507-98AF-BBBC-C2D2-488DD358D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104027-52B5-9346-7AA5-0A65FFC1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7BD56E-EFC8-45C1-9A64-D6A90848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64342F-6BF1-05FC-927D-F026389E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40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F2D64B-2194-036D-B027-B57D5D9E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396D26-34BA-2E71-C6FF-0E48DE413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5330BC-D492-AAF5-3E83-F2F33776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9B7489-81E8-FD55-F554-27897B52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11AE9A-53F6-B342-D07E-61110B11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28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D7AFA8-F570-8D4F-0DE6-3F460C233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ABBA79-2065-E77E-7D75-FFF9B6632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EE2F7C-1451-04E6-04A3-82C5A55E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E46E18-D39D-3EBF-8C6D-0891498C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FFE413-CBE8-2E77-5FB6-7C2AA651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453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A06A1F-377A-1B75-2230-2DDD32DC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BDC8C1-8A44-B37D-7300-BF67F05A6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B2DB5A-44E5-C7E5-1BDC-894526FC0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5D16A-12E7-4E75-B992-8CEBBF960D1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BB015-498E-21E8-8482-6443AA61C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C63F9F-0080-5F92-E26A-2E38F022A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CA7BA-29C1-4A6E-B7F5-6425AC459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290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BC1734-7347-2A44-2A15-06E62A478143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4EBA728-49B9-972F-9EF1-FFFB8FAD105B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82EA8D-411D-5EBB-1384-4660A64566CE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3010C3-A7C3-E6C5-CA5A-0EA497E360BD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48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種類のアイコンと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CF92DFC-5242-4B7A-797D-6B9CADE5D96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867DF1-CE2E-8BBC-0F27-55C5A460CDC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701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821B75-C1A5-3164-DE36-B881C15356B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B0DD2C-7409-0C9A-70E2-EDEDADF5EFF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009A742-22DC-5FEB-4F81-D2E3344ED90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F4E1658-EB49-ECCF-3EE6-6F5CE9F875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0206123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DA42FC-175E-0A6E-9DA4-905405C0B537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1514AE7-CB9B-C81E-9D9A-7606C4062A8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F3D928-565B-1764-392E-F163A0B8949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433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68B2882-C9A3-3DC4-CC34-4073F820EEA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6C431C-EF83-309D-F7B1-91185FE5D2C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5FE209C-0AA3-56EB-C412-A9F5F91C6C5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81FE044-49B4-F097-E19D-767AFBBC68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318173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7F14839-8588-86C1-1327-E7E8AFCA9E93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DB5FE1-F192-7CEA-601E-7E0781F4B34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7D66B36-6D71-3248-DA33-A7F9AB205C3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5271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3F51491-6686-7272-23DD-A42DDFEAD12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C630E0-935C-9E36-424F-973DFD809B4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B6D2661-24E4-7BEB-0F45-C7C9031EFDC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FE2797C-BA16-A937-936E-186CBFD70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706364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BAC5A4-C737-14B6-BFB8-54EA3F7E35F9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6116EEA-46C2-12DE-8B12-DFE7B44AFEA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9DB281-0856-90D9-32E4-54395295098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97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08E3AF7-B405-EA55-864E-15481210D28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0ED138-3F3A-93B6-4B26-A4D52D42643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8ED2807-C1D6-39F7-D964-536665DF7AC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934F505-8EC3-4D5D-5892-27A9887B9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26390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FEAF2E-FC35-D879-0497-650849855463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71CB7D-5E6B-7E79-4553-8A8ED1A02567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397B52A-E9C8-76DF-20F5-ADCA14FFFEE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2CEE72-9B69-3B53-334F-493EECFA89E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920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B1B9F4-D5E1-F8FE-F208-0AB8EA051B5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29F9F5-651C-214A-CA11-3A0358DF823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2525915-C010-0EAD-7665-B6E56FD5F12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AA97B27-651F-A2F7-FAB8-E77E9BA6A6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69765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6EE6A64-7DF9-5674-F7C6-42593FDADD2F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671946-613C-9616-3C04-22BF35C05687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43546AF-A931-EB92-1086-631E83F74D7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5037AB-C837-3149-402D-49B4E7A59DA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9260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FF6E78A-52C7-7DD1-21A4-ED6D67EF6D3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4A50D3-1A62-36C2-0FAB-C8F0C1E750D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25C71A7-552E-A4A4-7AD8-DD4EA130F4F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81615D6-FBF8-0C80-DB64-902BF9F83E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0388307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B00AE0-E998-6DB1-70FE-EC3B27A537DC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1201091-CED3-7C86-64DC-C53BA9D53A6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04873A-2BC8-4D95-7B66-683BE0FA30C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539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6F4768-992F-847B-DC7A-DD72B9FA982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68E64B-305E-9A64-5559-89E5723E281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CC22698-8BD7-1EE9-E3E2-F536F0978B8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D9D7690-4727-D45F-8032-CA9F707D1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82418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4048C5-62DD-EB69-A5B6-463AD0EBA0FC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0C3805C-A88E-058C-5E17-2DA49A337AF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98346E-2DDB-B352-1180-EBF371D48F8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379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7F77446-CBD9-1F14-7F3C-FF5AB8F6C95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60BA75-D8A8-EC3B-CE93-4FEA38D49EF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90222AC-51FC-016D-60F2-D836DC1D746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9BF45AD-41BC-A1A9-FE17-1517AB0F1D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2083088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3C277DF-E887-235B-5BEC-D22432240F0B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D62BEE3-3221-7D6C-156E-A37D4CA66420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4449A32-C209-3CC4-B66D-E77EBA31C239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8954461-0D6F-E363-3C15-8FF7BFB5F52F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8D5B73E-0856-7340-28E6-7C327FF80664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D351659-0458-11E8-C18E-BB7628B1FCBF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4E8E6DF-755F-0EEE-AA7F-4C32CBD79A8A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CD5D0CC-67BC-F2BF-DB78-E39EDD1F4A47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637F3B5-59A3-0937-5BDA-BCD10A48D562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41A2582-8784-4A36-36F3-7E382D5375AF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ED58F2A-2DB1-608F-2B7B-0252E12DAF3A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A838348-60A3-28BA-D031-DC7771A9EABE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EA30431-BA93-4622-5EDF-3EE3E1A1C987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B8D240B-5EE5-E0AB-5EF4-56B1955140B6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6FE655F-6E53-51D8-244D-77E30CD29810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7CEC144-B975-05C2-007A-DC3B64C673E7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73A3CBB-8A03-CDB1-F4AD-E79C6DA2C20B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4B0C20C-1196-BC55-99A8-E00A49AEB70E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EA027CB-0041-BD26-76CB-5BCF75D54691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EEFDB72-307C-B36C-456E-5B155A690567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2573D0E-8A30-E1D4-9742-57D17EDAA8BA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CB5959B-DDA3-F36D-9187-9B90417A4934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4D1C4D6B-CA00-12EE-5818-06A788C30D96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7D0575E-9770-54A5-532B-AF56CE28E1E7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5160498-2C88-CF10-A485-F800A05EACFF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1482F6D8-21C8-3036-FCC0-55C0FC3106A8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EE573F0-A3DD-06A4-2D2D-F291B8CD0EB1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585F651-C483-272E-1F8B-F15225B2216E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5B326FB-DB42-CFC8-01E1-5DDBCA48A421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714EC95-BC07-8FFD-F031-09D88C1A7522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6178B41-F9A2-1F8B-7866-9A0BDB64BBD9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03B14D29-1481-A8DE-28BD-20BB3B72FCDC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B79B9C7-4D22-1378-C8EC-9ACFCA88DE1F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4B29B476-4BE0-52FC-DBBC-D7630DEA7493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825DB55-8328-45AB-4B2A-A04354604BED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6B30667-6A31-3C83-E30B-9E690F18EB2B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DE7A3689-41E8-E14F-25D9-8C63EB5D0CC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2BC010E-17B7-3727-6C99-0FB89AAD9D4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8613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5BEBA0-3582-5FBA-3BB8-AFE9413C5F5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71E8C1-A964-E3CD-13C0-7DC4A31D44A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1〜12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44F0419-F1C7-EF9B-537F-811FEE4CBA2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721E33AB-C08E-B222-18D7-0DBB84907888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8F6CEBF-5808-25D2-FDE2-BAF203E147E0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B694C1B-7AF6-95F3-03F7-36B4BF6CB3B9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95BC5EC-1AEA-5675-D269-1E9A5A8D0E27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95408E5-5191-26E9-D2FC-BE1F083196D3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1A0D4D9-E505-2847-9B23-3995574CA997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C7051C8-70F9-078B-3285-86B919DC4442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599F68B-F6D1-6A31-6CF3-197A5551CAF3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9054A6-EDB6-9E06-3D13-E617047FB8C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6977B50-82B7-235B-B446-EA2E6C32B202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3B3ED7A-C07B-20FA-E999-B77C3837AC47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243A331-6FC8-785A-331D-F598052EF72C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9D0F220-C838-E57C-AAD3-BE94EA9F6453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59C8DB9-6097-82BC-8636-336F73F64633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6253EBF-23E7-448C-121D-611848ADFF9D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A383385-149B-C93B-D0CC-E8FE853A90D2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A449B4C-07A3-FFB7-21DD-FBB8A3A7D516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D884892-B35C-9D2D-6062-773F70531714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C90179D-7A1D-C1B5-36E3-5D0FE27A9E59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44EF356-0DA2-D544-04F3-39DA300980B1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B5E98EDF-0CF7-A7FC-A7C6-EC05C3E0E752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F6B12A09-CD7C-2056-C7BA-AE6D36777258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2E1D451-0771-E7A7-8DAF-3F3B4BE0915F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584C21F-07D7-92BC-9BFE-FC040685767A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6CC36F4-07D5-4D8C-2B50-4B02DC11AF5D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1360509-AFE3-FBFE-A745-87850A50E58F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4F9B1AC-EE93-9854-A72B-7133E8C21EF9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32F7414-4AC0-8810-A822-643C745D3304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42C2A50B-8649-EE2F-C8BE-A6BF137E6D5E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A4EACAF5-6290-C486-5EB5-24E017355B48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B96DC7E-4A5D-A7A4-03A4-EFA77ABB110C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6918EB8-04F2-5E14-C55A-E0C5D5422A81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152A4C5-61D9-74A4-866A-BE638985D83C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468B211-7D45-B691-617C-2109E4F22BF2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8FE4CCD2-4B03-2BD2-1E3E-E85C77F92939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5DDF918-25C1-F28E-0FED-1A4C5B79AAC2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30B5B982-D112-F549-02FC-C8B6C501C438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5B290788-7343-02F1-F677-0C988ED56739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BDEF3DF-E7DC-CEC4-7BB4-373CFE0CA4E0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ECD7EFA-B4EA-19AD-2232-CC3E0288410B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081CF92D-00FD-C465-B43F-F7EE522B5863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40565F8-3E29-DEE4-1491-5EB10154544F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9D955B4-A7B4-2342-7E88-CEB8623B7F25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6282E054-D42C-C203-0F6D-7808A2C3151D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8441C1B3-D768-FBA8-F747-018BDFCB1B55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964E3B7-27EB-930F-7674-39B3FB9B76C6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FFDC442-0D20-2818-5929-B3876097A92F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A341CB0A-85A9-C0F2-7E4E-A325B4EE0EE1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0F3E9454-13C0-8E32-452F-A86E72CBB80C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1822648C-C6FD-A226-9130-7596C209D00A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E742E86-0E95-35AB-5CE3-3FF5A4ED6D00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513226E2-A29D-B429-1153-5FE38C268CEF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B63A25AC-93D4-4FB0-7669-B5FAF1BCEFAB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9BF5CC0C-A7C9-B09B-834B-6BEC3AE35B94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46A45A91-2459-F988-6193-7060AD865F67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8CCD586-30C1-4513-FFE7-BAD9D56AAADD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28C27EF-58B9-E867-3D5A-4A4238696D00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31D6D40-ACC9-5536-7805-2128930BEAC1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A812C70F-6C9F-9A6B-9154-2D43FB219F56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1A17029-DC08-551E-806F-280532A35BBC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40F5DA7-9159-07EB-26B6-780152B85E05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9CFC104C-6531-0988-AAB8-C9D0AAD8776E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6FF44CC9-BB80-A9FF-36C4-E4F4740D51FD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9101D412-7BD5-088D-0C09-EC9B1099CA5A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50BEF829-5F79-00E9-E58B-DB281F93BC61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8A123209-1239-CD4B-7335-265C91E23F0A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63EC0D9F-2A3D-7B72-7FBF-2C66AD6A1A05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03A5FE0C-EEE1-27B3-513D-FECD23985702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B5E38CE7-A310-C964-E13D-BFBE4F237604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A74685AF-FB13-66E4-A753-7ED889B02F90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9D2101D-FA8B-65F1-46A6-5BC1082485BF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2DC33383-81C5-6574-0899-863CB74627D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4F2DC6F5-641C-7B21-DCA1-A2C114EFF3E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898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897F941-58E6-3DB9-2D69-C35AB3C6D55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046F41-1506-BB25-219A-4EADC171B7B0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13〜24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D6A8792-E89E-0FD8-74A9-387501B27D5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3BE2CEF-6930-5F61-C803-48189D392CAC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CB33234-7896-DD86-10DF-3B91E54D6A61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AD4C93B-60D1-8FE7-7E7C-D01D7EE59EC2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3BA6142-0DBA-956C-350A-E6D41926BA17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7F97954-A2E4-7F0E-FF16-8B00BFCE4FE6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B5B8E64-AAB9-4550-33A4-52FD6BC3495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PC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A4FC456-FD82-B31A-E9E6-390B06DB82FF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F6CB0086-4DBF-8798-148C-1FDD64BD89D7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1A76480-66E2-1742-7A38-07A6D63861D3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3ECDB63-CDC1-7C86-8380-3C7BB2B93E46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0684808-1835-2BF9-9F22-EE66CDE229B2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F740E16-91AB-BDA8-9934-A93F31C7878A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F0FEAF7-E3C9-AA86-5E0D-32341EA07AAE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E75588EB-F3C3-8835-0BC9-BD5D36005965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AB1B95D-695E-8878-4958-FE20FD31B2D8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DFD458E-AD89-8F5D-7D9C-35C4EA84D364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2148A97-876B-D402-EBF4-16D6459C3C0A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AEA91B0C-D5AE-812D-1D09-DB4E08C790AD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32A732C-3A5E-749F-33D0-1715517ADFEA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375F7B0-648E-FFFF-3C37-39045DB95078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FB75DA2-AB4D-C94D-5F60-BD37C4D00378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E6C63F1D-4159-66BD-2248-685829D7349B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52AD410-E2E3-D4B2-F10C-870F58A2BDA0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AC182150-74A1-057C-BD5E-E8348834B68C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7C920D13-E0A6-FDD4-10DD-DD33169DFB60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F8D2B9B-AA21-D261-2126-2114EBF5653C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F12A42E-C55C-2F88-3174-B44D69852E35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649897B-B873-4D20-B657-750507758650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4BFCE57-3031-3B8B-62B3-064253A1A1E3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820D2EC-9CD0-E661-F831-736A1A891CDF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03EACE49-A0C3-4B62-A751-DAC6C4E13751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8FA163D-2D57-75E8-EFFB-EF169339A144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855C41DB-31E0-99EC-225C-82954CB2279D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4CE6AFF-A3A8-6429-5C63-0A592E812D71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6D33905-4AB5-DAA3-5B55-95519DD49C70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827D165-B0B8-6FB3-C6C7-BEAEFA8031D0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9133D47-A91C-616E-CEAA-D4DD35D79DFC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5C7B18D3-931E-A2CB-89FB-16007470804F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281CB58E-3557-A492-118A-7DECF05B6FA5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1F54FA3-F8E0-0FC5-FF32-E63BFB356A39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70703878-6BEC-0949-26C4-E48B21192AB8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18D2E6B-1B92-88CF-4D2F-A1ECC9F9FC39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B06706EB-0269-3953-5BE3-0DC6728173A4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30E871FF-79C2-DA9D-63B6-91E0E3D1544C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4A89069D-B6DA-D83D-414E-2848B5B8C052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6A944379-F34E-636B-2E61-39438192912A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D8EB01A-D7AC-4146-A2EE-E8F8F4A17B7C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5112C45-A40F-88FB-9E06-ABDA59C4356F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DD5A802F-799E-BFB1-6FA5-E3B3E01E7208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5BCA0F4-0609-139D-EACB-152EB57A44A7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B7F43C29-3D85-AA78-5405-E2610FA35271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17D5BE79-FE5F-3BF0-20ED-9C5D857AB3A9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2A00648D-6550-DDF6-FCF9-97A5CA2B61FB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D5AFE9A0-BD4E-FFDC-C6F1-DA65AFD1CFD9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6EE91C1A-1CFD-242C-769C-0B79F96B2AE5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926FA6A-DC45-A583-7A8A-A73EF9E8498E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B27CFF22-FBBB-DE74-30D9-FEF1AE793C0D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888F2B62-A5C9-A8DE-8152-573C16863989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3F81DCFC-216A-6122-A15D-B291EEA86FC1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BD75EF1-8626-29C1-080B-75D1B31FB9DF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03C74A9D-A97D-B9E1-EFC9-C474CA8076B8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8BA1A3D-D4A0-70F7-1E15-85997B00C0FC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811F53AC-F01E-8C75-9D62-110157820EC5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2A5CF955-2106-B7C6-0434-A6969283AEDC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E44DE0DD-FBD9-D041-F7D1-DDF86B9CC20C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A9F0C683-1D09-17FA-FD90-9E5DAB796244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43E08426-00B8-C6CA-BFAF-F848152F0B99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245F2542-5BEE-D593-9A72-58452E18868D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64EF11B4-B1B5-956E-50CA-56F0A2396E54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18667104-0816-AC59-8CB6-DA0955CB0DF9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AB701EF-31B6-2B56-7522-B16783EA65E0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AI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FD414A9F-37F3-BB47-E51E-18373674444D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31F7A8DC-656F-D281-0533-2D3EA86568AC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A5AB75CC-0529-D23F-8877-D4C037F0598B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F0135942-D887-C1D6-A0DD-3ABE5F8844EA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9853789F-47A5-2B93-8F28-BC1FA496F03F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6C01CBC4-C587-7317-8CE7-05A4BD515E10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2EFFFF8C-1B64-078A-C985-9A83577733F6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9BDE4B1B-5357-624F-09FA-CFC42DC87065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6AAB659D-C7C0-7DBE-022B-5A8C5D4DC313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D937B7CD-7305-AD49-3029-89189CB1E954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A1EA2576-807D-34FA-CE43-A1AAFAC57967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0C86C608-B236-A600-A0FF-CCD963DACAAF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299BD7F6-9354-AFCA-D677-56DFFBCDBB76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C20B1C2F-0114-4190-412A-1F6F7D211903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DC03BEF7-F93F-D136-2969-0772595244DC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FD94D8F0-FEDA-3B26-1741-9E8B42609510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CA463523-09A6-356E-6BDC-5284F66A4B70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EC1DCF52-CC74-D5ED-9728-08460EE95455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CE6F02EA-31A9-7393-3636-C2A467EC9FA6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6A0FD8E8-F691-9DB5-A11B-8F6948E7E475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EECDE1FA-8704-5B94-D2D7-C0D024CD58B7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90E7A1EC-7839-3330-6A78-F189DFCBF4F6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D75ABCCB-4CE6-12F1-07A5-31CB1F8B7686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B931B16F-F21B-4597-21E3-06FA0313DF67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9D4432C6-2541-E5EB-770C-A36A2EFD75F1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2051B0FA-AD09-53FB-6B61-2520EB475D30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30A4751E-A8C5-19CC-8E06-F4EA01110A05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78186D9B-8020-C961-340A-F5688287CFAC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C7BBE8D7-91FB-E8BB-9C39-A9421538709C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6B5EF875-6FFB-9D3D-EDAD-F0D706C47FE3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4E277202-02A0-31FC-B040-B84108ABC8D2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76B55B18-DE62-820D-47F7-2D62B26B771E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8491D4F0-3CB9-8F43-F3AD-C5671B217A70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3566B5D8-1DBB-309D-AC10-D9AB2CD4CFA3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FA0C37BE-2179-4AA9-FF89-D83523A0273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29D64682-1E0C-D977-D476-4DA70AC4BD5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9143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0A5892-AEE6-6CFB-6296-22C851DD0C5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C2C372-A45A-2973-0F69-25C101102D1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25〜36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8A83E79-2B3C-C731-C5FB-6E4E2E01FB7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8BD07AB1-6BBA-4FDF-72A5-B3521EB2C320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75EFAE6-8B1A-2366-1A5B-B551B7A63C0E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58F8000-38AC-5A5F-83EA-E385D420DCA6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9DAE23-C5EE-4838-5E46-B776B64076C7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66900FF-6849-BB60-1BBB-906DA288FA0C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B775BCD-2A2A-1CC4-FE64-D2778C1545BA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8A65317-C205-2EDA-BB49-4F6E6B490573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15D9458-C616-9C7F-AFFC-F3CFCE7044E4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A34E0E0A-48ED-7A3D-D08A-F652C1C9187A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606031F-790B-EE44-BDEA-2796594853DE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F98CC20-7580-770F-352F-7D89535666DC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DA0F340-7FC8-F5C5-5672-8EB0B2520D8E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E44011-0C1C-738B-271C-B14BABC6B56D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6FDEA47A-4D50-F061-8351-CC6CCBD5D737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9ACA9AB-5869-7620-C1E9-2098D1347F2C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8CED9D7-4F35-D5ED-1562-3F6EC3EDCB3F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44F40D3-869F-D70E-C745-6B19C89341F3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095B95-FFD9-516F-BCB0-8375E81E064E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69E1D8F-110F-4F37-6601-DE915F80B92A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7C217B6-B44D-BE7F-F555-A53B36C167BF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94FC8B8-4E67-3940-5A8A-DAF4A0DD2FCD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80F3E6B3-29B4-E64C-31F5-FC9E7845F73E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BF2DE3E-DFE1-1F6E-7BE5-41151C0F1377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3CB23C7-11A9-DBC5-7C64-B680632C16EA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86759000-059F-3E89-F9D2-57F074D2C0BF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1EC69B3-D68E-46E2-14BE-33F8AA5AE3F3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105A995-200A-AAB2-026C-6B9B01485B34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3584979-8666-E798-0BF7-69AF1D37E0E8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13C2B5B-4288-03E0-B224-91E7B700E4EA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3E31184-6CF0-0E41-D8F9-10130C098EA8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D9E4FA4-60A4-FE81-80E0-D2136B9EFD2D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1EE14BB-D22E-75EA-0F44-98A8D95A2DFE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F3E777FA-9F1D-22BA-509A-BBDA91ADDDE7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D8DC2FD-5BA5-8CDA-4811-27328807F1B3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081E645-DA02-2937-BF9A-2D8E4E19B7B3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E4C764A3-2A0B-08C3-05A6-8DA4E603E89F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4E33E14-5400-FEA6-9DAE-A02AE346E8A0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C1F7496-5B1F-FF57-E2A1-0DDF47D3A890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E5EC9A12-E870-0B15-B801-52ED52FFB651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865C78C-452A-1824-640A-49728A719979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BA5663FD-96A5-06A7-FB24-F1D51B3C8987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9FE96133-976E-8812-ADB0-2D5428B107CF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B4A2DC8-15A4-A1AF-1877-01EB00E2D12B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C1B4B1F-300A-9342-5DE9-CEE849479208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B9E1EF9-2674-3F1C-6A88-A36D347EF822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89B95B74-CC81-1831-CA22-2B3E6A93F468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D2F5DFF-7204-BDE5-2053-531C799C383E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85A71E1A-F1CA-2ADA-C8AD-A37450654B3D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6C1862C-1B91-960D-E219-99382A416A5E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FD89DEB3-B8B4-583F-6677-B1F0E3696360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680DFA21-9A1E-11CD-977A-A1160ABCBB26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0B8D56C-1383-4C87-7D1C-53E7483A3C98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F1ADF69-4E08-5777-759B-245B698F8E80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DC6CB3E0-5D82-D27A-850B-FF20DDB3ECFD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B64FEF7B-828B-01C1-9F1C-05205EC95E2A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24EF2FA1-B0E2-29EB-5424-150723F039D4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0AD8FDB9-8E16-B7CC-785C-F6CF157AB3A2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80D976D3-C792-5813-09A6-47FD6CEBAE0D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83EB0F92-E59E-E92A-BD9C-94C8AFEC2F3F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1430EF3B-0F65-2D1C-BA14-845F8CFE789D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C3DA48C7-6078-9DC4-69AF-3220F129A2E2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72FEF4D7-14FB-82EE-9FCB-6EC5EF60B5C5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576AD0EA-F90C-DD4D-5FBE-3F705F4DFE4E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F56BFABB-A76E-826B-8082-FF2788CB730B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930C2FC-8DB3-EA00-58CB-43BE39CF1FC1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01388476-0B5E-53CF-930A-7FECFDBEE960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50393574-AF99-D6AA-2AF8-F6EA6C6A57F0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EDDCA1D9-C25B-FB88-CDD4-B525B9B9DDE1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C2F359E9-6AF1-71DF-023B-54C02A42C50F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7E4D633-D9F3-EF6B-E800-4137B347C420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915B74D4-9114-0A9B-003E-8DCBB0E50929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F5216198-5D12-99A8-3335-33CAB21F2901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3106964-D9DB-BC2B-E25A-6FD383180FF9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FD0726E3-8515-D34B-375B-6380895F9871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CD58DFD2-19E8-394E-25B9-84AED8B22ABC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DA33BCB3-8CDF-278B-3735-3A289774373D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AC538DD-5F73-3547-4B32-CAC0C0AD4ACC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1287648D-E56B-85EA-C87E-2118B4725D33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A2FB36CD-9D01-B8BE-578C-D93971B919F6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0E854F36-5DCC-53D5-E91C-D120E96BF4E1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8B6A39FE-72D9-7ADA-F4B9-C0F66C3C1478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AD34FB6A-6793-F495-5ED3-A154B18AFA0C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A95A69F8-1023-75AC-51E2-3A2E380D2996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E0D7CC16-2009-21EF-513C-044E40D15DF2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357BE67F-B9CA-8F84-EEFE-CF705E0173F3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3AF8A717-4DBB-7F51-A994-4C736A797967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86D61B59-2A26-F7ED-3601-A5C2C8545D3A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C2E61FB3-4BD1-3744-3A30-B654500F427E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5487F407-E308-3A95-8CF9-EFC8CEA0A10E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9391ADB1-58B7-3B8F-4740-83D7EACA495A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7844B450-A435-245A-2E64-3D688B727E60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8E4EB44C-F9FC-08C8-B2C9-669F5ED2C086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09C4FBDE-FD44-26F8-A250-EDEDBBB9755A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D14E20D9-A83C-6884-1AA4-5AE19A55E415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063D1A12-F599-1F2A-5301-7962417B7586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91C6C5B5-7532-BC04-6C14-A9CA983AE0CE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9926FD62-CC81-BEA4-CCCB-C638B774EE45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318F4A29-6907-1513-72F4-2841CC73E3AC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B0527E1-80E8-D768-DECB-63603E9FBB2A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1A494D9D-CF15-B9BA-ED02-7F8D5E9A25B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14EFD34E-50F9-FAB9-615C-E764494A5CC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001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6C7E1A-D991-8F48-8AF6-535B3DFECBF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480159-71F2-536C-1B53-A2AAD47AFAF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37〜48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6C6791F-6B58-BA3C-AF94-E8629C3B488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8F1011-0405-2F22-3E84-350AF75AED43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909E43F-F96B-DDD7-5DCF-A4807A06CB2C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1ED8B82-D67D-926F-41DB-DCEF23E80EC9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EF4022A3-D698-DD91-4C57-90903FB76351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59356A4-BA44-8E7F-EF91-34514465248F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9805FED-F1AD-6FA4-BD36-99551AB3720F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5D58DC5-821B-38C2-52F1-B258AC3E3FF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BD13E6D-87E5-DD6B-72FB-A3322C49024E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8648E4F-47E9-835B-49EF-142DCE8F41CE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C60DFC22-BF3D-0CB8-2134-2B8383DB0E1F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5C6ACAA-932F-E53C-63B0-2190BD9C1357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CE8E905-E65C-47D1-AAF0-384A8CFB7096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9CD366C-7C80-2561-C464-EE84649129DE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D4CD551-EF2B-B3B1-2BAA-6838ED93664F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77CAD5D-935A-9433-D0F0-698CB31F0A04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4DEC99E-1A4E-994F-9779-42C5AE814653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5DEC522-3E89-52FA-2D33-3F152536E2CD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DA7E4AE-1F00-58C4-4243-574519F64C90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986D6C2-A54D-18E1-33F6-6403CF72B53F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1EC7A6E-6A18-B6C4-2356-066C3D1B32DF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3C7E025-4F09-FEFD-2262-39CBF06F94F3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8D26F5C-F2AB-AFEE-B07C-EAB5F96C3EA9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F8F93E6-0D7C-E597-FC15-6F9A6E04F69D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A86E380-94BE-A8F0-B0A2-51196BF2DD5A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8982B00-B6C1-60A5-FE7A-8098C6FDDBA9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2772A46-FB97-9346-4B0B-8457660F7438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559DC28C-7835-CF0E-1592-834A1C1358B8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D32B9897-8795-B427-AE32-8AA2C4BF4A7B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EC0C9F1-65D0-07B2-BB54-63D3FA606CCF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253AABB-F39F-FF72-AB73-290368B6985C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D9526AD8-8019-6904-B542-BFC488D36447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22D7D16B-C35E-E04C-B3A1-A955707F0674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BA4B0B32-E6C0-4815-AECF-7D5E41BAA16B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08B3BC2-762A-9FDD-D400-2A7D88FF02FB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797E6E1E-F212-1BD0-BB01-A1CD1DB6DF35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C7C6C15-AB59-4AB8-F1D1-050A9A9EC0A8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A0AF0C3B-7ED7-EA99-527A-C61B2C7104E0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9983ED9A-A7A0-877F-70AB-9273581E1B3D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FDE3504-D6F9-3C46-D12C-D2F716473EA3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197165E-DCC9-E74E-BFF4-4ABD4D2E05D9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6AC54678-27D8-1FFB-EC87-1E1B7644E4CA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33F66A3E-5B2C-3D7E-7394-3F43A608DA64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CAA486EA-5F16-D2C4-1F5C-13B76D7EE63A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99F70FB3-E4C1-6E06-12AC-413751E396D1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6920C6DB-170F-7827-2A51-79348852A440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285190B-7429-1759-7B42-E29858EF6B1B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959A0FAD-97F5-F2E4-EF31-42DEF200F40E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0195442-A327-241E-F3A7-3025D44343B1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A5DC64F1-AF51-7FD4-5E68-59DC5C40F8AC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26E75B3F-00B7-E7B9-DB04-91AC639E0D4C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ACD1E071-7B10-F86D-F34D-F2BC5322BB40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3B2FA0FA-4D98-6276-D575-CEA60B0ABFCC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F2991D08-9CC4-2F51-02BF-ABD89C8F1472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5432E6B6-EEB2-C2AB-EF84-536331DF08BB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08CF7DC6-738D-FCB7-CA90-934170EA4BAF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6FBCCF34-FB14-57B1-202B-0C034CD1CD39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9877104C-77AD-66D2-5176-89C0FBCC9689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A8E10288-DAA1-82CC-4623-69AB310001AE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41F77C10-18C2-52B0-5596-69F6FD6F6EB3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4C1661C9-B092-C7E6-E3FD-AA323BB83D3F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810266B5-E9E1-78AE-8078-651B84A21577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893273B-2D28-3F3A-47C2-897A6B1AA8DE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B16D0DB-EC3C-D419-3FC8-295B55D8F407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ED7C24B2-5C28-92BB-612D-7CBDCE75FDEB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5F53630D-A3C5-36D7-EE8F-5F411B386ECE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7910D905-F9E9-4632-3AFE-95A62D46B1E3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762F9BCE-55BB-B335-6CAB-C011FC7F1885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8D734C86-D97D-2C84-9798-A16DAD4C2523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E6AB8446-0B2A-FA9A-41D3-0DEDEB375EB5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2FE45DC-965C-EFC6-0F17-B0A40BCD0C52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7D0A9601-B807-E0DA-7486-4641CA8DF929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E5D74E7D-5457-8B3C-7A90-5F7592E88808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8C95FB75-3D9A-52BA-686E-9CBB54163BC1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59963823-B5AA-DC97-81EF-05B716EEC1C1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4B698191-9D4F-B92F-0B2A-DB9447AE2594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0BA6D601-F514-0AF2-7F55-E3E6389627B8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7322D821-7870-890E-BE6D-E7189EA6243F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D21E7B68-B70D-6F36-1BEA-D4C1E0D4BEFD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60388BAF-990F-80D2-D0A6-7A9CD121751E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35308F89-DAA3-1C51-B933-B79F86CC3BA4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772DF5F3-8A29-8508-B43E-1BDE56ED740D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BABE8BD-5A46-5D82-4BFB-75F8CFA235B0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39F2E706-DB3D-CA3C-4E5C-2B13A4D8DA87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786F8CE3-BE53-E685-C7D9-25FA66E51BBF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840E985F-8FAB-E5FB-0653-ABBA80F636D4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A8A5B9C-3603-4881-A198-99DCEFF4067A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36D21518-A955-FE0D-F862-0B9D13733266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1D4ADAE9-6F5D-F761-9E79-01CCBC9479E0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80B38892-1CC3-9E04-B2BE-8AE671C71DF6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E82820DA-ABCE-0196-6ABF-61294078A038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FFF9258E-6B0A-D1C2-1D99-4C6E10A7FD74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7614C6DC-09B4-45D6-7446-5948A322AFB2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693CB158-104D-1248-70B7-D38791226E01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04F39C0C-4CAD-B0F6-E671-46C6470865C5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00009516-4BDB-2A04-1EB8-1F1584B13EF6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7299B9CD-C3D0-7A4D-4556-DF08750B743A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1A8D2367-0A63-2650-E8B5-CAA1DEA12064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4748F7D1-4095-5AE6-6CA2-8FCD41B2CEEC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9B233455-8E54-A746-106F-68C43F54FFCF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4B173C9F-0651-F6E1-1A2F-02C27B8E9118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31F85A9D-AA71-A4CC-2677-5E4C45008B06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C7EC54A1-0B15-A4D1-B2CB-EFDD10941637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8F8CA63D-FA03-5736-2188-EE6C69E96E30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68C7EA06-EC7F-C7B0-A06D-95DD2560A9C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9105D0FB-F557-931B-AD1E-A2DA89E540E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5489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ユーザー設定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2026-10-02T15:55:54Z</dcterms:created>
  <dcterms:modified xsi:type="dcterms:W3CDTF">2026-10-02T15:55:54Z</dcterms:modified>
</cp:coreProperties>
</file>