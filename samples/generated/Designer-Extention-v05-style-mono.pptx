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73F1B-FF84-41FC-850E-31AE2D4E2D0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F72424-FEA5-4C3F-A11A-1A105CDECF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006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判別しやすい </a:t>
            </a:r>
            <a:r>
              <a:rPr kumimoji="1" lang="en-US" altLang="ja-JP"/>
              <a:t>UD</a:t>
            </a:r>
            <a:r>
              <a:rPr kumimoji="1" lang="ja-JP" altLang="en-US"/>
              <a:t>・編集できる図形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72424-FEA5-4C3F-A11A-1A105CDECF5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9337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各対象の名前を色帯に置き、その下の枠に同じ高さで説明をそろえる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対象名と説明の対応をはっきりさせたい比較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75</a:t>
            </a:r>
            <a:r>
              <a:rPr kumimoji="1" lang="ja-JP" altLang="en-US"/>
              <a:t>文字。値を示す場合は単位と条件を残す。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72424-FEA5-4C3F-A11A-1A105CDECF5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1602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横長の長方形ごとに、左へ項目名、右へ説明を配置
用途</a:t>
            </a:r>
            <a:r>
              <a:rPr kumimoji="1" lang="en-US" altLang="ja-JP"/>
              <a:t>: </a:t>
            </a:r>
            <a:r>
              <a:rPr kumimoji="1" lang="ja-JP" altLang="en-US"/>
              <a:t>各項目の説明が少し長い箇条書きを整理するとき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項目なら説明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72424-FEA5-4C3F-A11A-1A105CDECF5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4162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上部中央に広い数式・概念、下部に具体例を横並び
用途</a:t>
            </a:r>
            <a:r>
              <a:rPr kumimoji="1" lang="en-US" altLang="ja-JP"/>
              <a:t>: </a:t>
            </a:r>
            <a:r>
              <a:rPr kumimoji="1" lang="ja-JP" altLang="en-US"/>
              <a:t>横に長い式や短い概念を見せたいとき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72424-FEA5-4C3F-A11A-1A105CDECF5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0555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54ECD3-DB6D-2F44-B1B1-3AFA23A0D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0103870-24E4-0717-BEF8-AE73302D4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CDD551-94A6-668B-E494-4202B724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767E-FC93-42DE-9A33-DF2B5DADAC4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0C5D87-5CE9-499F-AB72-A582B3F2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9F2EA9-23C4-C0FE-B6A4-4B07F8FC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58C1-CC89-4067-B207-CDB8B5FBC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4020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0F857-B256-2F94-C2BF-ACF7DB4E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995CD4-2A6E-2399-8F95-F019E9603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E1C8CE-5F6B-726E-5735-3ED754287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767E-FC93-42DE-9A33-DF2B5DADAC4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BB1F71-1131-21F7-5E7B-2207F88B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75D890-F3AF-CCB6-7A2F-1F79726B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58C1-CC89-4067-B207-CDB8B5FBC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7529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2931DC-CF37-F4C2-6E51-5486C225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DB1B78-0CEC-4DF6-4845-F06DDF3AE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B089AA-7284-7FCE-2D2F-8AE44E7CF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767E-FC93-42DE-9A33-DF2B5DADAC4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946725-16E2-5B6D-0C44-19C45061A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7C6D7E-B35D-9A48-9CB8-21E1E2B2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58C1-CC89-4067-B207-CDB8B5FBC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761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A89BD1-1E19-3D2C-E537-6CFD02AA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795626-8716-2C88-2823-57DC9F4FE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CF7240-5242-2C03-E1A2-8F81C05DD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C61337-AC1E-4431-BD27-FE4D45D5F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767E-FC93-42DE-9A33-DF2B5DADAC4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1478FB-D932-C7D9-FA5A-4FFC7A6A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A9E686-4D24-2464-BD14-EDFC1AB39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58C1-CC89-4067-B207-CDB8B5FBC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221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9DCCE5-15CD-75C5-4E21-6E3E3473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B4C352-837D-F158-0F9B-6725E11B3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12F26C-FB99-C5B4-D32B-096CF2EF1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8BD9175-8C45-E48B-32E1-8D53CFB35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40EF5C6-2D6C-549D-72A8-B37502EB2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EAAEC7D-EAE1-E571-98A0-221A4B30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767E-FC93-42DE-9A33-DF2B5DADAC4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4503088-DEE3-765D-1987-7D3D4DEE9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4431550-4F68-7799-B069-95B9AFE6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58C1-CC89-4067-B207-CDB8B5FBC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487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32E78B-49D8-B401-6B86-A861EFD7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A67D10-CE7B-5D1B-D85F-8107F742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767E-FC93-42DE-9A33-DF2B5DADAC4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552DC1E-685A-38E1-0649-7734BBEA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59DDFA-38AD-5D1D-E973-79E219FF0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58C1-CC89-4067-B207-CDB8B5FBC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874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523C938-6542-D592-D427-9DC86790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767E-FC93-42DE-9A33-DF2B5DADAC4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781377-D9BC-9FCB-1BF3-D8E3DFEB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6AF465-48FC-5C1A-6225-E92CCBC4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58C1-CC89-4067-B207-CDB8B5FBC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049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6E61EE-F5B4-73AE-E8E4-B0A3B520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6742C7-A58E-ED58-94F1-E760F3E12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1B821E-D99A-B5AA-F737-428E6B93A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2BF3C0-EEEF-863C-0E36-24603D8E2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767E-FC93-42DE-9A33-DF2B5DADAC4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933EAC-7F13-5777-7BBE-1123B0E5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9BAD1A-0906-F5BA-909E-CF9995AC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58C1-CC89-4067-B207-CDB8B5FBC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560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4F20E5-3DEB-603C-63FF-E9EF65500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7C0943-7C6C-4EDD-C01D-3685B3ED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737A55-59DD-044A-14AD-5B894D5AF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62D39D-5D66-47F4-8E97-BAA0872F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767E-FC93-42DE-9A33-DF2B5DADAC4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9D0817-9AD8-23C1-86C2-DD7F87E21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C3342B-65FA-75D1-0F98-BBF490D2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58C1-CC89-4067-B207-CDB8B5FBC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512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9F349E-1C1C-E0FF-B6A5-32C5C811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CA104C8-0239-28CF-478C-59C8BCAD1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D61EA8-6CCF-198D-AC99-C3248A982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767E-FC93-42DE-9A33-DF2B5DADAC4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497B3A-F084-698D-4BBF-10433E81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93D37F-06D6-9335-1698-D5DD83D6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58C1-CC89-4067-B207-CDB8B5FBC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796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B0AD3AA-F09D-70B7-E858-93E56868F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1D29F9-A77E-EE87-F157-8C4A40681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0E31AF-E291-A61F-C000-5A264E2DC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767E-FC93-42DE-9A33-DF2B5DADAC4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1F906D-50AE-0DD1-6AD0-5F6C147F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1B898B-FA46-64A4-A8D6-09D495F4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58C1-CC89-4067-B207-CDB8B5FBC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133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B01357D-85EC-0E1E-E06B-266B723F1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D79A8E-781C-8294-D19F-83A074F25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A743CB-B5BE-63F0-D239-7CC1FF319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2767E-FC93-42DE-9A33-DF2B5DADAC4B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A730D5-1DAA-6FAC-4AEA-B5EB9AE5A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5CB5A5-1DCE-5C4C-6129-98E85FF77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458C1-CC89-4067-B207-CDB8B5FBC8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592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7356152-B3E0-2725-7F09-638406597921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075741F-CFDA-B0F8-7F1C-7C1430CB0C93}"/>
              </a:ext>
            </a:extLst>
          </p:cNvPr>
          <p:cNvSpPr txBox="1"/>
          <p:nvPr/>
        </p:nvSpPr>
        <p:spPr>
          <a:xfrm>
            <a:off x="838200" y="1676400"/>
            <a:ext cx="10033000" cy="226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22222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モノクロ </a:t>
            </a:r>
            <a:r>
              <a:rPr kumimoji="1" lang="en-US" altLang="ja-JP" sz="4200" b="1">
                <a:solidFill>
                  <a:srgbClr val="22222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/ </a:t>
            </a:r>
            <a:r>
              <a:rPr kumimoji="1" lang="ja-JP" altLang="en-US" sz="4200" b="1">
                <a:solidFill>
                  <a:srgbClr val="22222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書体と配色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A3408C3-A6EE-3383-E941-4D03FABA142A}"/>
              </a:ext>
            </a:extLst>
          </p:cNvPr>
          <p:cNvCxnSpPr/>
          <p:nvPr/>
        </p:nvCxnSpPr>
        <p:spPr>
          <a:xfrm>
            <a:off x="863600" y="4178300"/>
            <a:ext cx="91440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C9A5A62-EB3F-1000-5A78-C6B7E8A5BC7F}"/>
              </a:ext>
            </a:extLst>
          </p:cNvPr>
          <p:cNvSpPr txBox="1"/>
          <p:nvPr/>
        </p:nvSpPr>
        <p:spPr>
          <a:xfrm>
            <a:off x="863600" y="4546600"/>
            <a:ext cx="975360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7575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判別しやすい </a:t>
            </a:r>
            <a:r>
              <a:rPr kumimoji="1" lang="en-US" altLang="ja-JP" sz="2300">
                <a:solidFill>
                  <a:srgbClr val="57575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UD</a:t>
            </a:r>
            <a:r>
              <a:rPr kumimoji="1" lang="ja-JP" altLang="en-US" sz="2300">
                <a:solidFill>
                  <a:srgbClr val="57575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・編集できる図形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24F9FEB-DA47-C7E3-0C92-837A731540A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BF175F-A54D-D956-48C6-20EB850D2EC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7575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4</a:t>
            </a:r>
            <a:endParaRPr kumimoji="1" lang="ja-JP" altLang="en-US" sz="1000">
              <a:solidFill>
                <a:srgbClr val="57575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2206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A78181E-5C8E-18EE-0A31-B0465A1C3D9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22222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色の見出しと囲まれた比較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D44FA101-1CEB-C93F-FD19-FE63654FAD6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689A27-F9D8-D1ED-582D-035F4BB47EF0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FB21293-21B0-D66D-F4D7-086D97C1482F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D24CEC7-B0DA-59C3-A40C-4E84A6E37AE3}"/>
              </a:ext>
            </a:extLst>
          </p:cNvPr>
          <p:cNvSpPr/>
          <p:nvPr/>
        </p:nvSpPr>
        <p:spPr>
          <a:xfrm>
            <a:off x="711200" y="2019300"/>
            <a:ext cx="3386667" cy="10541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40611DB-EBEE-952B-1541-47FD157185A9}"/>
              </a:ext>
            </a:extLst>
          </p:cNvPr>
          <p:cNvSpPr txBox="1"/>
          <p:nvPr/>
        </p:nvSpPr>
        <p:spPr>
          <a:xfrm>
            <a:off x="914400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7554B7D-1801-D917-D95A-AA7C0C192FA7}"/>
              </a:ext>
            </a:extLst>
          </p:cNvPr>
          <p:cNvSpPr txBox="1"/>
          <p:nvPr/>
        </p:nvSpPr>
        <p:spPr>
          <a:xfrm>
            <a:off x="939800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22222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5B541E7-AD0E-3448-8754-6F7B6E690A0D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DB780A0-ABEE-054C-4D3B-C352511AF443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0F5F1B5-FB6E-D60F-0298-BC296CFFD878}"/>
              </a:ext>
            </a:extLst>
          </p:cNvPr>
          <p:cNvSpPr/>
          <p:nvPr/>
        </p:nvSpPr>
        <p:spPr>
          <a:xfrm>
            <a:off x="4402667" y="2019300"/>
            <a:ext cx="3386666" cy="1054100"/>
          </a:xfrm>
          <a:prstGeom prst="rect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76B3D8A-1C3B-6B3B-9EC5-D7596948CDEB}"/>
              </a:ext>
            </a:extLst>
          </p:cNvPr>
          <p:cNvSpPr txBox="1"/>
          <p:nvPr/>
        </p:nvSpPr>
        <p:spPr>
          <a:xfrm>
            <a:off x="4605867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ABD3F01-E4E8-7B91-BF06-0446040A0150}"/>
              </a:ext>
            </a:extLst>
          </p:cNvPr>
          <p:cNvSpPr txBox="1"/>
          <p:nvPr/>
        </p:nvSpPr>
        <p:spPr>
          <a:xfrm>
            <a:off x="4631267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22222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395F4FF-A93F-1D53-4F8D-D0BF82D93C3A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073A62A-5581-2A50-61A5-28D20F6979B8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6666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987E9D-CCE3-CF42-32EC-D61441F75BE5}"/>
              </a:ext>
            </a:extLst>
          </p:cNvPr>
          <p:cNvSpPr/>
          <p:nvPr/>
        </p:nvSpPr>
        <p:spPr>
          <a:xfrm>
            <a:off x="8094133" y="2019300"/>
            <a:ext cx="3386667" cy="1054100"/>
          </a:xfrm>
          <a:prstGeom prst="rect">
            <a:avLst/>
          </a:prstGeom>
          <a:solidFill>
            <a:srgbClr val="6666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A563E7D-E737-2710-FE93-B6934CC87862}"/>
              </a:ext>
            </a:extLst>
          </p:cNvPr>
          <p:cNvSpPr txBox="1"/>
          <p:nvPr/>
        </p:nvSpPr>
        <p:spPr>
          <a:xfrm>
            <a:off x="8297333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E8BD5ED-28E6-45FB-5B71-A76066408ABC}"/>
              </a:ext>
            </a:extLst>
          </p:cNvPr>
          <p:cNvSpPr txBox="1"/>
          <p:nvPr/>
        </p:nvSpPr>
        <p:spPr>
          <a:xfrm>
            <a:off x="8322733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22222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40CCFE6-0398-2CB7-4B76-9A2DCFEAC56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B264493-8B00-3CD3-DBD0-21C8379D572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7575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4</a:t>
            </a:r>
            <a:endParaRPr kumimoji="1" lang="ja-JP" altLang="en-US" sz="1000">
              <a:solidFill>
                <a:srgbClr val="57575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0349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101CC5F-7902-6361-C4E0-48C40141C71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22222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色面で分ける横の説明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B3EFBCB3-64EA-4A84-16D5-52700FCA040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9D9C80F-12EA-6D2E-D52E-79A62BF77CD3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F0F0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5DE5FF7-B199-8CF1-AB27-AA6315E126A0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D707A27-1844-59A2-752D-D05426AA7C4A}"/>
              </a:ext>
            </a:extLst>
          </p:cNvPr>
          <p:cNvSpPr txBox="1"/>
          <p:nvPr/>
        </p:nvSpPr>
        <p:spPr>
          <a:xfrm>
            <a:off x="952500" y="21717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33333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33333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100" b="1">
              <a:solidFill>
                <a:srgbClr val="333333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E0DEDF-99EE-CDD3-AFE3-B8C6F1D90762}"/>
              </a:ext>
            </a:extLst>
          </p:cNvPr>
          <p:cNvSpPr txBox="1"/>
          <p:nvPr/>
        </p:nvSpPr>
        <p:spPr>
          <a:xfrm>
            <a:off x="4305300" y="21717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2222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A1527AD-FFE5-65D3-EFE5-F12CA8B11B87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7488F0E-8B79-434B-E5A0-2689E44F90BB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33F5B9C-A481-B99C-0786-FC3872762136}"/>
              </a:ext>
            </a:extLst>
          </p:cNvPr>
          <p:cNvSpPr txBox="1"/>
          <p:nvPr/>
        </p:nvSpPr>
        <p:spPr>
          <a:xfrm>
            <a:off x="952500" y="31750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55555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55555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100" b="1">
              <a:solidFill>
                <a:srgbClr val="55555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1BFB91B-30F8-A6E8-6DFA-2C128C71124F}"/>
              </a:ext>
            </a:extLst>
          </p:cNvPr>
          <p:cNvSpPr txBox="1"/>
          <p:nvPr/>
        </p:nvSpPr>
        <p:spPr>
          <a:xfrm>
            <a:off x="4305300" y="31750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2222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C9CD2F6-A0B8-F531-9C4E-7DCA79C27611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F4F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821F8F-4E79-359C-D1C6-6AC77E15DF76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6666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5F3AF9C-B627-6B7F-E817-7A8EC336E499}"/>
              </a:ext>
            </a:extLst>
          </p:cNvPr>
          <p:cNvSpPr txBox="1"/>
          <p:nvPr/>
        </p:nvSpPr>
        <p:spPr>
          <a:xfrm>
            <a:off x="952500" y="41783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666666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666666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100" b="1">
              <a:solidFill>
                <a:srgbClr val="666666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B611421-966C-D6EE-C920-072FDC549A4F}"/>
              </a:ext>
            </a:extLst>
          </p:cNvPr>
          <p:cNvSpPr txBox="1"/>
          <p:nvPr/>
        </p:nvSpPr>
        <p:spPr>
          <a:xfrm>
            <a:off x="4305300" y="41783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2222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A4186EB-085D-0BBE-97EC-7DF2FA2D3861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7282C11-393D-2EA2-489C-82582B8798AE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44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798C58F-E4B1-DD37-E0B4-E863958B5B84}"/>
              </a:ext>
            </a:extLst>
          </p:cNvPr>
          <p:cNvSpPr txBox="1"/>
          <p:nvPr/>
        </p:nvSpPr>
        <p:spPr>
          <a:xfrm>
            <a:off x="952500" y="51816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44444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44444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100" b="1">
              <a:solidFill>
                <a:srgbClr val="444444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682056D-BD3D-01CA-BDDE-83C3A79D7767}"/>
              </a:ext>
            </a:extLst>
          </p:cNvPr>
          <p:cNvSpPr txBox="1"/>
          <p:nvPr/>
        </p:nvSpPr>
        <p:spPr>
          <a:xfrm>
            <a:off x="4305300" y="51816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2222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A81D380-C228-C87D-39A9-56701FA7D52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F1E6532-5E93-4FA5-BC6D-550F0250161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7575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4</a:t>
            </a:r>
            <a:endParaRPr kumimoji="1" lang="ja-JP" altLang="en-US" sz="1000">
              <a:solidFill>
                <a:srgbClr val="57575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863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8BD9E1B-610C-2B8D-6901-25D9EDCECC59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22222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中央の式と下の具体例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5884085-AEA6-2B32-F898-BD530CA7D87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16D13E-4AE6-7DF2-4769-7F4EEBBCAE95}"/>
              </a:ext>
            </a:extLst>
          </p:cNvPr>
          <p:cNvSpPr txBox="1"/>
          <p:nvPr/>
        </p:nvSpPr>
        <p:spPr>
          <a:xfrm>
            <a:off x="965200" y="2032000"/>
            <a:ext cx="102616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333333"/>
                </a:solidFill>
                <a:latin typeface="Cambria Math" panose="02040503050406030204" pitchFamily="18" charset="0"/>
                <a:ea typeface="BIZ UDPGothic" panose="020B0400000000000000" pitchFamily="50" charset="-128"/>
              </a:rPr>
              <a:t>1 + 3 + 5 = 9</a:t>
            </a:r>
            <a:endParaRPr kumimoji="1" lang="ja-JP" altLang="en-US" sz="3200" b="1">
              <a:solidFill>
                <a:srgbClr val="333333"/>
              </a:solidFill>
              <a:latin typeface="Cambria Math" panose="02040503050406030204" pitchFamily="18" charset="0"/>
              <a:ea typeface="BIZ UDPGothic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C99F9CE-C078-2F3A-E1F7-6617B9ACB17E}"/>
              </a:ext>
            </a:extLst>
          </p:cNvPr>
          <p:cNvSpPr txBox="1"/>
          <p:nvPr/>
        </p:nvSpPr>
        <p:spPr>
          <a:xfrm>
            <a:off x="965200" y="3517900"/>
            <a:ext cx="10261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7575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最初の</a:t>
            </a:r>
            <a:r>
              <a:rPr kumimoji="1" lang="en-US" altLang="ja-JP">
                <a:solidFill>
                  <a:srgbClr val="57575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r>
              <a:rPr kumimoji="1" lang="ja-JP" altLang="en-US">
                <a:solidFill>
                  <a:srgbClr val="57575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個の奇数の和。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83753B4-6C11-032A-3394-ADF5E0E9D761}"/>
              </a:ext>
            </a:extLst>
          </p:cNvPr>
          <p:cNvSpPr/>
          <p:nvPr/>
        </p:nvSpPr>
        <p:spPr>
          <a:xfrm>
            <a:off x="622300" y="4445000"/>
            <a:ext cx="3475567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212C47F-8605-B81C-9E2C-D3D92D9B5FAA}"/>
              </a:ext>
            </a:extLst>
          </p:cNvPr>
          <p:cNvSpPr/>
          <p:nvPr/>
        </p:nvSpPr>
        <p:spPr>
          <a:xfrm>
            <a:off x="622300" y="4445000"/>
            <a:ext cx="38100" cy="16002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9DF4DA9-B875-8A7F-0450-6481463748E8}"/>
              </a:ext>
            </a:extLst>
          </p:cNvPr>
          <p:cNvSpPr txBox="1"/>
          <p:nvPr/>
        </p:nvSpPr>
        <p:spPr>
          <a:xfrm>
            <a:off x="711200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33333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33333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100" b="1">
              <a:solidFill>
                <a:srgbClr val="333333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F830B50-6184-BD31-8AF3-4926A552895A}"/>
              </a:ext>
            </a:extLst>
          </p:cNvPr>
          <p:cNvSpPr txBox="1"/>
          <p:nvPr/>
        </p:nvSpPr>
        <p:spPr>
          <a:xfrm>
            <a:off x="711200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7575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565ED55-1D75-4D00-BC94-14AF5ED65709}"/>
              </a:ext>
            </a:extLst>
          </p:cNvPr>
          <p:cNvSpPr/>
          <p:nvPr/>
        </p:nvSpPr>
        <p:spPr>
          <a:xfrm>
            <a:off x="4313767" y="4445000"/>
            <a:ext cx="347556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6EB43B0-FC7E-21AE-8E2A-0C3506095AC3}"/>
              </a:ext>
            </a:extLst>
          </p:cNvPr>
          <p:cNvSpPr/>
          <p:nvPr/>
        </p:nvSpPr>
        <p:spPr>
          <a:xfrm>
            <a:off x="4313767" y="4445000"/>
            <a:ext cx="38100" cy="1600200"/>
          </a:xfrm>
          <a:prstGeom prst="rect">
            <a:avLst/>
          </a:prstGeom>
          <a:solidFill>
            <a:srgbClr val="5555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37B056B-E989-F42D-7929-B668D33B15CB}"/>
              </a:ext>
            </a:extLst>
          </p:cNvPr>
          <p:cNvSpPr txBox="1"/>
          <p:nvPr/>
        </p:nvSpPr>
        <p:spPr>
          <a:xfrm>
            <a:off x="4402667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55555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555555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100" b="1">
              <a:solidFill>
                <a:srgbClr val="555555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72425D1-0FC6-1AA3-BA00-5F0FA4AAACCE}"/>
              </a:ext>
            </a:extLst>
          </p:cNvPr>
          <p:cNvSpPr txBox="1"/>
          <p:nvPr/>
        </p:nvSpPr>
        <p:spPr>
          <a:xfrm>
            <a:off x="4402667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7575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F4B2D6A-3892-F03E-263F-3A290C03DB86}"/>
              </a:ext>
            </a:extLst>
          </p:cNvPr>
          <p:cNvSpPr/>
          <p:nvPr/>
        </p:nvSpPr>
        <p:spPr>
          <a:xfrm>
            <a:off x="8005233" y="4445000"/>
            <a:ext cx="3475567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357A172-8FF9-D3CF-BC2B-DF23222E8F16}"/>
              </a:ext>
            </a:extLst>
          </p:cNvPr>
          <p:cNvSpPr/>
          <p:nvPr/>
        </p:nvSpPr>
        <p:spPr>
          <a:xfrm>
            <a:off x="8005233" y="4445000"/>
            <a:ext cx="38100" cy="1600200"/>
          </a:xfrm>
          <a:prstGeom prst="rect">
            <a:avLst/>
          </a:prstGeom>
          <a:solidFill>
            <a:srgbClr val="6666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3868ACD-E5B5-53B0-713A-786CBDF5B46C}"/>
              </a:ext>
            </a:extLst>
          </p:cNvPr>
          <p:cNvSpPr txBox="1"/>
          <p:nvPr/>
        </p:nvSpPr>
        <p:spPr>
          <a:xfrm>
            <a:off x="8094133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666666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666666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100" b="1">
              <a:solidFill>
                <a:srgbClr val="666666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9AF486E-E6C8-83AD-3B81-A0DED74D1704}"/>
              </a:ext>
            </a:extLst>
          </p:cNvPr>
          <p:cNvSpPr txBox="1"/>
          <p:nvPr/>
        </p:nvSpPr>
        <p:spPr>
          <a:xfrm>
            <a:off x="8094133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7575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F70FAB4-618C-2C23-5E1D-BDBAFB4478C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2C35962-356F-2D88-1878-84334BEC83D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7575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4</a:t>
            </a:r>
            <a:endParaRPr kumimoji="1" lang="ja-JP" altLang="en-US" sz="1000">
              <a:solidFill>
                <a:srgbClr val="57575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917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222222"/>
      </a:dk1>
      <a:lt1>
        <a:sysClr val="window" lastClr="FFFFFF"/>
      </a:lt1>
      <a:dk2>
        <a:srgbClr val="0E2841"/>
      </a:dk2>
      <a:lt2>
        <a:srgbClr val="E8E8E8"/>
      </a:lt2>
      <a:accent1>
        <a:srgbClr val="333333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Microsoft Office PowerPoint</Application>
  <PresentationFormat>ユーザー設定</PresentationFormat>
  <Paragraphs>39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BIZ UDPGothic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2026-09-30T14:15:43Z</dcterms:created>
  <dcterms:modified xsi:type="dcterms:W3CDTF">2026-09-30T14:15:43Z</dcterms:modified>
</cp:coreProperties>
</file>