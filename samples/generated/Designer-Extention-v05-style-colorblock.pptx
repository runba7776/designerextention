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52B5-2A1E-49AF-96D7-F02064BBF46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1E7AA-AB19-477C-A304-39B7D451C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018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判別しやすい </a:t>
            </a:r>
            <a:r>
              <a:rPr kumimoji="1" lang="en-US" altLang="ja-JP"/>
              <a:t>UD</a:t>
            </a:r>
            <a:r>
              <a:rPr kumimoji="1" lang="ja-JP" altLang="en-US"/>
              <a:t>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490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同じ幅の長方形に見出し・本文を入れ、上端の帯を別色にする
用途</a:t>
            </a:r>
            <a:r>
              <a:rPr kumimoji="1" lang="en-US" altLang="ja-JP"/>
              <a:t>: </a:t>
            </a:r>
            <a:r>
              <a:rPr kumimoji="1" lang="ja-JP" altLang="en-US"/>
              <a:t>独立した</a:t>
            </a:r>
            <a:r>
              <a:rPr kumimoji="1" lang="en-US" altLang="ja-JP"/>
              <a:t>2〜4</a:t>
            </a:r>
            <a:r>
              <a:rPr kumimoji="1" lang="ja-JP" altLang="en-US"/>
              <a:t>の要点を、まとまりごとに拾って読ませるとき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文字。狭い枠は要約し、全文をノートに残す。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601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等幅の枠内に項目名と説明。線と見出しを同じ色にそろえる
用途</a:t>
            </a:r>
            <a:r>
              <a:rPr kumimoji="1" lang="en-US" altLang="ja-JP"/>
              <a:t>: </a:t>
            </a:r>
            <a:r>
              <a:rPr kumimoji="1" lang="ja-JP" altLang="en-US"/>
              <a:t>読む資料で、長めの説明を</a:t>
            </a:r>
            <a:r>
              <a:rPr kumimoji="1" lang="en-US" altLang="ja-JP"/>
              <a:t>2〜3</a:t>
            </a:r>
            <a:r>
              <a:rPr kumimoji="1" lang="ja-JP" altLang="en-US"/>
              <a:t>観点に分けるとき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90</a:t>
            </a:r>
            <a:r>
              <a:rPr kumimoji="1" lang="ja-JP" altLang="en-US"/>
              <a:t>文字。</a:t>
            </a:r>
            <a:r>
              <a:rPr kumimoji="1" lang="en-US" altLang="ja-JP"/>
              <a:t>3</a:t>
            </a:r>
            <a:r>
              <a:rPr kumimoji="1" lang="ja-JP" altLang="en-US"/>
              <a:t>列なら説明</a:t>
            </a:r>
            <a:r>
              <a:rPr kumimoji="1" lang="en-US" altLang="ja-JP"/>
              <a:t>60</a:t>
            </a:r>
            <a:r>
              <a:rPr kumimoji="1" lang="ja-JP" altLang="en-US"/>
              <a:t>文字を目安。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5069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994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左に同じ幅の番号帯、右の枠に見出しと説明。番号は参照用
用途</a:t>
            </a:r>
            <a:r>
              <a:rPr kumimoji="1" lang="en-US" altLang="ja-JP"/>
              <a:t>: </a:t>
            </a:r>
            <a:r>
              <a:rPr kumimoji="1" lang="ja-JP" altLang="en-US"/>
              <a:t>確認観点や短い要点を、順序を付けずに一覧で示すとき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文字。番号は優先度・手順を表さない。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165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3</a:t>
            </a:r>
            <a:r>
              <a:rPr kumimoji="1" lang="ja-JP" altLang="en-US"/>
              <a:t>つの同じ大きさの本文枠を、少しずつ上下にずらす
用途</a:t>
            </a:r>
            <a:r>
              <a:rPr kumimoji="1" lang="en-US" altLang="ja-JP"/>
              <a:t>: </a:t>
            </a:r>
            <a:r>
              <a:rPr kumimoji="1" lang="ja-JP" altLang="en-US"/>
              <a:t>短い独立した観点を、リズムを付けて紹介するとき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文字。狭い枠は要約し、全文をノートに残す。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738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036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の色面に指標名・大きな数値・説明を配置
用途</a:t>
            </a:r>
            <a:r>
              <a:rPr kumimoji="1" lang="en-US" altLang="ja-JP"/>
              <a:t>: 2〜4</a:t>
            </a:r>
            <a:r>
              <a:rPr kumimoji="1" lang="ja-JP" altLang="en-US"/>
              <a:t>の同格の数値に条件や説明を添えるとき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文字。色と面積は優劣や数量を表さない。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415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上に広い結論帯、下に等幅の色枠で根拠を並べる
用途</a:t>
            </a:r>
            <a:r>
              <a:rPr kumimoji="1" lang="en-US" altLang="ja-JP"/>
              <a:t>: </a:t>
            </a:r>
            <a:r>
              <a:rPr kumimoji="1" lang="ja-JP" altLang="en-US"/>
              <a:t>一つの結論と独立した説明をセットで伝えるとき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結論</a:t>
            </a:r>
            <a:r>
              <a:rPr kumimoji="1" lang="en-US" altLang="ja-JP"/>
              <a:t>32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4804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上半分に中央揃えの結論、下半分に横並びの根拠
用途</a:t>
            </a:r>
            <a:r>
              <a:rPr kumimoji="1" lang="en-US" altLang="ja-JP"/>
              <a:t>: </a:t>
            </a:r>
            <a:r>
              <a:rPr kumimoji="1" lang="ja-JP" altLang="en-US"/>
              <a:t>一つの結論と複数の独立した根拠を伝えるとき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5910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横並びの対象名を色帯にし、その真下に説明を置く
用途</a:t>
            </a:r>
            <a:r>
              <a:rPr kumimoji="1" lang="en-US" altLang="ja-JP"/>
              <a:t>: </a:t>
            </a:r>
            <a:r>
              <a:rPr kumimoji="1" lang="ja-JP" altLang="en-US"/>
              <a:t>対象名を見失いやすい比較資料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760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指標名・大きな値・条件を縦組みで横に並べる
用途</a:t>
            </a:r>
            <a:r>
              <a:rPr kumimoji="1" lang="en-US" altLang="ja-JP"/>
              <a:t>: 3〜4</a:t>
            </a:r>
            <a:r>
              <a:rPr kumimoji="1" lang="ja-JP" altLang="en-US"/>
              <a:t>個の重要な数値と単位を大きく表示。出典と比較条件を残す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値は単位付き</a:t>
            </a:r>
            <a:r>
              <a:rPr kumimoji="1" lang="en-US" altLang="ja-JP"/>
              <a:t>12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3191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上半分に具体例の列、下半分に全幅の式と成立条件
用途</a:t>
            </a:r>
            <a:r>
              <a:rPr kumimoji="1" lang="en-US" altLang="ja-JP"/>
              <a:t>: </a:t>
            </a:r>
            <a:r>
              <a:rPr kumimoji="1" lang="ja-JP" altLang="en-US"/>
              <a:t>具体例を見せてから共通する式を提示するとき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具体例は見出し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文字。数式を省略しない。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1E7AA-AB19-477C-A304-39B7D451CDC8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337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1CCF9-6DD0-07DD-AEB2-B7538128A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3ECDEC-9A51-6851-06B6-8B34D9963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521938-0D1B-7348-F842-3F032E78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0137EF-8A93-6FE5-DCA1-6491D7CF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73874C-65BE-09DB-9DBC-37EAF265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21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71CFB4-D15C-1D8D-43DB-ED86E4EF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54FBA3-8DEF-182E-1F33-8F10AE4FF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A11B2B-9BC2-8EC5-F02A-3CD1E7C2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6DC707-DCAD-D682-82AE-F46C90B87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1BC99D-A817-4A70-E0EB-780A84CC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792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A22856-1984-B6D0-751C-42DB296C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822808-75AF-5CC1-3E78-81D1AE364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A3D51A-9ECE-BC9E-1BC7-A787DD5D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2870D8-E583-87A7-347B-2E136C7F1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5E7203-F561-22AB-3618-8B420FCA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90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457C2-5801-CA5D-A0FA-D6D211D0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F4CD87-936F-7641-46AC-DAC841FB1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8B47CC-A1E3-555C-835F-F1C7A0AEC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868543-E553-798B-32A8-D8568190B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75DE52-A625-A093-6164-757955724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C4A7DD-5A3C-F15A-B88B-265B78B6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145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3E3CF-6A50-923B-7977-CED7796E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DF25E0-C434-05CD-9986-4B87F525B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89CDB0-EA13-8E75-6D22-AA7954853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0DF9570-5012-7C54-96DD-64F7A7B65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604B55F-723D-2C91-2789-3445749F9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5FD0209-F837-41D3-1E4F-49CDA0EE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FCB4B70-C194-75E4-E8E5-D6984CBF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D67B2C-F52A-28FF-BBFB-9F805FDC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115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495A13-7B13-A8B1-C041-0612A9B3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4C778F0-2A08-417D-04C9-C2D5418E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B83EEE2-BC7F-826A-BBB9-98990659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A47F217-F788-3297-A077-479D676C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45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A4EE77F-F82A-9E89-E277-B772099F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94E578C-664E-30EA-32EE-771C4EC7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88B5FF-09E2-317F-3F78-DE86AB71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922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5A457A-A313-3C33-21DC-761A6F7E0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81AC3B-BED3-E8DF-2901-72565AA63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89702D-2AF4-9F2B-FC1D-F63F89F8E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F0EBDE-85D0-AEE6-31E9-1E33DE06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4A4F88-B344-F698-E59B-C873DEB7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47A699-6F9E-1C6C-DBB3-B6B19FE38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40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2D654-8721-B738-7B0F-F6C53FDD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82BD148-2CDE-75BD-6F66-78F8F3947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F5721E-3055-F06F-EB7E-6233F3D99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A7A0F3-CD2E-0326-E9A6-632A70A4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F2A75A-3990-62E6-AD00-617EA890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77E84C-945C-4818-6B5E-51AB7952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1089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074EA0-5C2B-FC04-7705-AB3FAC77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521BE4-8525-8BD7-E725-98967FD4B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EF0078-2967-84A3-9EE6-262CE575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FFF6E8-0D09-43B8-CA5F-697269AC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37C4CD-FF78-E1C8-149C-794C2721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21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9AF6F0-0D2B-3A10-9BC8-6E3372425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AD4A4E-2907-B689-CABB-F70C93709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D87C8D-DAE5-550F-37DD-E165A341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A164D2-6CB9-5994-A973-B4C0488B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DD82C-5F34-20D4-4CCD-5D5F3B79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69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E00E9F7-80B7-C6BC-4DA1-B73D25F5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BD4405-69B2-E60D-0B86-87FE3C81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47C9F7-5359-8DE8-F20B-087E4632E6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96681-9BFC-4150-8CB3-61C00BCADC2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C33FFA-C1D2-B7B8-F9A4-8D1944954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194755-4E23-D7DE-C338-AC9B5EC9A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08E03-529D-4743-A33B-3D8588FFB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789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FAB5EE-63A6-5D3C-4E9D-E2DE40F33080}"/>
              </a:ext>
            </a:extLst>
          </p:cNvPr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5FC695-C18F-C7FA-8269-9856EE5303DE}"/>
              </a:ext>
            </a:extLst>
          </p:cNvPr>
          <p:cNvSpPr/>
          <p:nvPr/>
        </p:nvSpPr>
        <p:spPr>
          <a:xfrm>
            <a:off x="3048000" y="0"/>
            <a:ext cx="9144000" cy="254000"/>
          </a:xfrm>
          <a:prstGeom prst="rect">
            <a:avLst/>
          </a:prstGeom>
          <a:solidFill>
            <a:srgbClr val="E8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23FB88-63A9-5A6E-A5CD-DE032631C1EF}"/>
              </a:ext>
            </a:extLst>
          </p:cNvPr>
          <p:cNvSpPr txBox="1"/>
          <p:nvPr/>
        </p:nvSpPr>
        <p:spPr>
          <a:xfrm>
            <a:off x="3606800" y="1371600"/>
            <a:ext cx="7874000" cy="280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カラー ブロック </a:t>
            </a:r>
            <a:r>
              <a:rPr kumimoji="1" lang="en-US" altLang="ja-JP" sz="42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/ </a:t>
            </a:r>
            <a:r>
              <a:rPr kumimoji="1" lang="ja-JP" altLang="en-US" sz="42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8407506-0666-7D1D-BF56-7EED900E3753}"/>
              </a:ext>
            </a:extLst>
          </p:cNvPr>
          <p:cNvSpPr txBox="1"/>
          <p:nvPr/>
        </p:nvSpPr>
        <p:spPr>
          <a:xfrm>
            <a:off x="3632200" y="4737100"/>
            <a:ext cx="76708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判別しやすい </a:t>
            </a:r>
            <a:r>
              <a:rPr kumimoji="1" lang="en-US" altLang="ja-JP" sz="23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UD</a:t>
            </a:r>
            <a:r>
              <a:rPr kumimoji="1" lang="ja-JP" altLang="en-US" sz="23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5AB26EE-A9E3-B68C-739B-2B4A5861FD9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08720ED-1787-6415-AF19-889A6814416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5105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DD4565-80DE-24F3-0879-41F7128B9154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53395F-F44C-86F6-3ADF-C834A43D24C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色面で分ける本文列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D7B8135-4508-0347-321A-18208E121B8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07F766B-539A-A152-2E22-A82742FAC61E}"/>
              </a:ext>
            </a:extLst>
          </p:cNvPr>
          <p:cNvSpPr/>
          <p:nvPr/>
        </p:nvSpPr>
        <p:spPr>
          <a:xfrm>
            <a:off x="711200" y="2019300"/>
            <a:ext cx="2463800" cy="40132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7851376-AE88-5E6E-69C8-85CD3FECED34}"/>
              </a:ext>
            </a:extLst>
          </p:cNvPr>
          <p:cNvSpPr/>
          <p:nvPr/>
        </p:nvSpPr>
        <p:spPr>
          <a:xfrm>
            <a:off x="711200" y="2019300"/>
            <a:ext cx="2463800" cy="635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B31855-E82A-12DB-C27F-12AFA48E89C9}"/>
              </a:ext>
            </a:extLst>
          </p:cNvPr>
          <p:cNvSpPr txBox="1"/>
          <p:nvPr/>
        </p:nvSpPr>
        <p:spPr>
          <a:xfrm>
            <a:off x="927100" y="2336800"/>
            <a:ext cx="2032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3FAC62-6B8C-B37B-32D3-557342202E32}"/>
              </a:ext>
            </a:extLst>
          </p:cNvPr>
          <p:cNvSpPr txBox="1"/>
          <p:nvPr/>
        </p:nvSpPr>
        <p:spPr>
          <a:xfrm>
            <a:off x="927100" y="3327400"/>
            <a:ext cx="2032000" cy="2400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
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D767361-9568-2829-627A-24A4988C30B4}"/>
              </a:ext>
            </a:extLst>
          </p:cNvPr>
          <p:cNvSpPr/>
          <p:nvPr/>
        </p:nvSpPr>
        <p:spPr>
          <a:xfrm>
            <a:off x="3479800" y="2019300"/>
            <a:ext cx="2463800" cy="40132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E3DB90D-E233-ECF9-3564-29E3E8496836}"/>
              </a:ext>
            </a:extLst>
          </p:cNvPr>
          <p:cNvSpPr/>
          <p:nvPr/>
        </p:nvSpPr>
        <p:spPr>
          <a:xfrm>
            <a:off x="3479800" y="2019300"/>
            <a:ext cx="2463800" cy="635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1CBBC57-6BD5-DF0F-963D-0E33D3468784}"/>
              </a:ext>
            </a:extLst>
          </p:cNvPr>
          <p:cNvSpPr txBox="1"/>
          <p:nvPr/>
        </p:nvSpPr>
        <p:spPr>
          <a:xfrm>
            <a:off x="3695700" y="2336800"/>
            <a:ext cx="2032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7DB9953-7DB3-39F8-E07D-693C3CC88D07}"/>
              </a:ext>
            </a:extLst>
          </p:cNvPr>
          <p:cNvSpPr txBox="1"/>
          <p:nvPr/>
        </p:nvSpPr>
        <p:spPr>
          <a:xfrm>
            <a:off x="3695700" y="3327400"/>
            <a:ext cx="2032000" cy="2400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
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19D2DF5-A120-BE2F-FC98-C81C422A53DC}"/>
              </a:ext>
            </a:extLst>
          </p:cNvPr>
          <p:cNvSpPr/>
          <p:nvPr/>
        </p:nvSpPr>
        <p:spPr>
          <a:xfrm>
            <a:off x="6248400" y="2019300"/>
            <a:ext cx="2463800" cy="40132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CDA2306-577A-2ED6-6FEC-F4E2E70C21AC}"/>
              </a:ext>
            </a:extLst>
          </p:cNvPr>
          <p:cNvSpPr/>
          <p:nvPr/>
        </p:nvSpPr>
        <p:spPr>
          <a:xfrm>
            <a:off x="6248400" y="2019300"/>
            <a:ext cx="2463800" cy="635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5A382FE-67BB-E147-2B25-0D24D8EE9577}"/>
              </a:ext>
            </a:extLst>
          </p:cNvPr>
          <p:cNvSpPr txBox="1"/>
          <p:nvPr/>
        </p:nvSpPr>
        <p:spPr>
          <a:xfrm>
            <a:off x="6464300" y="2336800"/>
            <a:ext cx="2032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1AEDCF8-0684-4778-D16F-FA0A79ABADB9}"/>
              </a:ext>
            </a:extLst>
          </p:cNvPr>
          <p:cNvSpPr txBox="1"/>
          <p:nvPr/>
        </p:nvSpPr>
        <p:spPr>
          <a:xfrm>
            <a:off x="6464300" y="3327400"/>
            <a:ext cx="2032000" cy="2400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
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17BE0A3-926E-C0C3-0A6C-24DB4979B0A7}"/>
              </a:ext>
            </a:extLst>
          </p:cNvPr>
          <p:cNvSpPr/>
          <p:nvPr/>
        </p:nvSpPr>
        <p:spPr>
          <a:xfrm>
            <a:off x="9017000" y="2019300"/>
            <a:ext cx="2463800" cy="4013200"/>
          </a:xfrm>
          <a:prstGeom prst="rect">
            <a:avLst/>
          </a:prstGeom>
          <a:solidFill>
            <a:srgbClr val="F0EE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BFCE835-2336-8F00-68A2-396DBB6CE75D}"/>
              </a:ext>
            </a:extLst>
          </p:cNvPr>
          <p:cNvSpPr/>
          <p:nvPr/>
        </p:nvSpPr>
        <p:spPr>
          <a:xfrm>
            <a:off x="9017000" y="2019300"/>
            <a:ext cx="2463800" cy="63500"/>
          </a:xfrm>
          <a:prstGeom prst="rect">
            <a:avLst/>
          </a:prstGeom>
          <a:solidFill>
            <a:srgbClr val="8055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1E86DA1-3177-3BCC-E07D-138031EDB99B}"/>
              </a:ext>
            </a:extLst>
          </p:cNvPr>
          <p:cNvSpPr txBox="1"/>
          <p:nvPr/>
        </p:nvSpPr>
        <p:spPr>
          <a:xfrm>
            <a:off x="9232900" y="2336800"/>
            <a:ext cx="2032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200" b="1">
              <a:solidFill>
                <a:srgbClr val="8055A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088AB31-2D04-9EF8-8596-6503F7B2E70F}"/>
              </a:ext>
            </a:extLst>
          </p:cNvPr>
          <p:cNvSpPr txBox="1"/>
          <p:nvPr/>
        </p:nvSpPr>
        <p:spPr>
          <a:xfrm>
            <a:off x="9232900" y="3327400"/>
            <a:ext cx="2032000" cy="2400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
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98B8D8E-1911-272D-9F08-8F37F8EAEB3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95D13F5-213A-916A-DD93-C616605DBAB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9544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8808ABF-022A-31AA-3DB3-2CF2D774D6B0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FCB074-3928-BE16-C258-883C56A5E73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枠線でまとめる本文列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6BC94C6-93E0-AF22-C21A-75C2DB556C5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53EFA6-7126-8A53-9C56-45F037B2DE4D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9FAFC"/>
          </a:solidFill>
          <a:ln w="12700">
            <a:solidFill>
              <a:srgbClr val="275A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83A3D46-81FF-8823-E801-0E32BB1CE107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0359BF-45B3-BD52-FB7C-BF236E312B02}"/>
              </a:ext>
            </a:extLst>
          </p:cNvPr>
          <p:cNvSpPr txBox="1"/>
          <p:nvPr/>
        </p:nvSpPr>
        <p:spPr>
          <a:xfrm>
            <a:off x="939800" y="2298700"/>
            <a:ext cx="29294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E65096-9721-60C4-A8F9-8F8127B5B74A}"/>
              </a:ext>
            </a:extLst>
          </p:cNvPr>
          <p:cNvSpPr txBox="1"/>
          <p:nvPr/>
        </p:nvSpPr>
        <p:spPr>
          <a:xfrm>
            <a:off x="939800" y="32893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2C1A88-5A46-85C1-97B8-687017296930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9FAFC"/>
          </a:solidFill>
          <a:ln w="12700">
            <a:solidFill>
              <a:srgbClr val="147A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A1BD03E-B3CE-B956-55C4-C9BC6DE289D8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EE70DDF-8EBE-49F7-5B54-C5CBA69ACFC5}"/>
              </a:ext>
            </a:extLst>
          </p:cNvPr>
          <p:cNvSpPr txBox="1"/>
          <p:nvPr/>
        </p:nvSpPr>
        <p:spPr>
          <a:xfrm>
            <a:off x="4631267" y="2298700"/>
            <a:ext cx="29294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F77A0B9-E73C-5059-2147-ECB458FD64D0}"/>
              </a:ext>
            </a:extLst>
          </p:cNvPr>
          <p:cNvSpPr txBox="1"/>
          <p:nvPr/>
        </p:nvSpPr>
        <p:spPr>
          <a:xfrm>
            <a:off x="4631267" y="32893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A2DEF3D-7DE4-B8CE-4663-627F06114A01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9FAFC"/>
          </a:solidFill>
          <a:ln w="12700">
            <a:solidFill>
              <a:srgbClr val="A75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E3F8856-1D86-1394-44B6-F9B6473A939C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A7D58BE-8386-59E3-638F-C6763509F594}"/>
              </a:ext>
            </a:extLst>
          </p:cNvPr>
          <p:cNvSpPr txBox="1"/>
          <p:nvPr/>
        </p:nvSpPr>
        <p:spPr>
          <a:xfrm>
            <a:off x="8322733" y="2298700"/>
            <a:ext cx="29294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E10273D-846F-9D6C-1EC4-4F18D63EB204}"/>
              </a:ext>
            </a:extLst>
          </p:cNvPr>
          <p:cNvSpPr txBox="1"/>
          <p:nvPr/>
        </p:nvSpPr>
        <p:spPr>
          <a:xfrm>
            <a:off x="8322733" y="32893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55CE882-C525-5CE2-8AA2-F13544C9BA1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E3D7AA5-0F74-5E59-A9C4-FE06A737592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14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6872C46-FB71-D691-9973-67994940813D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82268C-CF2E-DE2D-9135-CD0A501F0F3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色面で分ける横の説明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A989E4E-7B50-9AA6-176B-986CA875B3D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FC12140-6DBC-44B7-F57B-E245EBAE53DA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F04B83-A8B9-CEC6-0758-2FA55BC549C9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BE2B462-F947-9BFC-CA64-698EBE547632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6A0F4F-71AC-AC30-AF44-54FB9419C358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2C70126-B6FF-F43C-3B54-DF21BD08ACAB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B056B1-9F6E-4F7C-38B4-EFEF9AC3328F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6BA6EF-FD69-8430-7C4C-AEC55705133E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613BDF-4917-03AA-D954-B980A621F93A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A45AE38-BFD7-63EC-C25D-41156F6AADC7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3E2B346-385C-875B-5568-5BEE23518706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C336CC-868A-3F48-7A39-91BAD65B7A90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1C77BAC-73A4-9AB9-EB61-3147B5654C48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BC7BAED-805D-E5A2-A941-58802F8FC73B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F0EE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B0048EE-47CE-7FD3-4780-88C0CE8A6A51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055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3D51773-2399-17C7-0417-9E514DC9FE67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100" b="1">
              <a:solidFill>
                <a:srgbClr val="8055A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DF2D8EF-2CA4-AA76-468E-CB606029F2BE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3F9A550-B140-D8E7-EF9C-B1FFD719C69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0355E62-3123-E8F1-A9C5-32CF0E457A7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433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116D1BE-1A95-E306-EAAA-A301ED0B1C24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19AD9A-E56D-1B7A-6474-891AEA7F24E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番号の色帯と本文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BAA2C61-674D-8827-01F6-8B33CB51140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0DAAD91-A107-4992-65FD-6E5A46E89319}"/>
              </a:ext>
            </a:extLst>
          </p:cNvPr>
          <p:cNvSpPr/>
          <p:nvPr/>
        </p:nvSpPr>
        <p:spPr>
          <a:xfrm>
            <a:off x="711200" y="2019300"/>
            <a:ext cx="723900" cy="8763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38227A-9BA2-0E07-8170-6417B8DC7B9E}"/>
              </a:ext>
            </a:extLst>
          </p:cNvPr>
          <p:cNvSpPr txBox="1"/>
          <p:nvPr/>
        </p:nvSpPr>
        <p:spPr>
          <a:xfrm>
            <a:off x="787400" y="2133600"/>
            <a:ext cx="5715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01</a:t>
            </a:r>
            <a:endParaRPr kumimoji="1" lang="ja-JP" altLang="en-US" sz="21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EF3C1F4-EA2A-A614-F4B2-6AFC92D316F4}"/>
              </a:ext>
            </a:extLst>
          </p:cNvPr>
          <p:cNvSpPr/>
          <p:nvPr/>
        </p:nvSpPr>
        <p:spPr>
          <a:xfrm>
            <a:off x="1549400" y="2019300"/>
            <a:ext cx="9931400" cy="876300"/>
          </a:xfrm>
          <a:prstGeom prst="rect">
            <a:avLst/>
          </a:prstGeom>
          <a:solidFill>
            <a:srgbClr val="F9FAFC"/>
          </a:solidFill>
          <a:ln w="12700">
            <a:solidFill>
              <a:srgbClr val="275A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A0804FE-121F-B1E2-6188-19D144984802}"/>
              </a:ext>
            </a:extLst>
          </p:cNvPr>
          <p:cNvSpPr/>
          <p:nvPr/>
        </p:nvSpPr>
        <p:spPr>
          <a:xfrm>
            <a:off x="1549400" y="2019300"/>
            <a:ext cx="38100" cy="8763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0979DE4-95AB-C569-74A9-3C1965BD438F}"/>
              </a:ext>
            </a:extLst>
          </p:cNvPr>
          <p:cNvSpPr txBox="1"/>
          <p:nvPr/>
        </p:nvSpPr>
        <p:spPr>
          <a:xfrm>
            <a:off x="1765300" y="2133600"/>
            <a:ext cx="29464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0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8050BBD-05FB-7647-33F0-193FF1B7E2E8}"/>
              </a:ext>
            </a:extLst>
          </p:cNvPr>
          <p:cNvSpPr txBox="1"/>
          <p:nvPr/>
        </p:nvSpPr>
        <p:spPr>
          <a:xfrm>
            <a:off x="5016500" y="2133600"/>
            <a:ext cx="62230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F85BC33-17F2-6BCE-3630-1E94CFBA106A}"/>
              </a:ext>
            </a:extLst>
          </p:cNvPr>
          <p:cNvSpPr/>
          <p:nvPr/>
        </p:nvSpPr>
        <p:spPr>
          <a:xfrm>
            <a:off x="711200" y="3022600"/>
            <a:ext cx="723900" cy="8763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5DB20C9-8DF7-1AEE-1261-0B5FDEF4F98F}"/>
              </a:ext>
            </a:extLst>
          </p:cNvPr>
          <p:cNvSpPr txBox="1"/>
          <p:nvPr/>
        </p:nvSpPr>
        <p:spPr>
          <a:xfrm>
            <a:off x="787400" y="3136900"/>
            <a:ext cx="5715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02</a:t>
            </a:r>
            <a:endParaRPr kumimoji="1" lang="ja-JP" altLang="en-US" sz="21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C8FF186-F1DF-574D-F076-DFA2194DDA2B}"/>
              </a:ext>
            </a:extLst>
          </p:cNvPr>
          <p:cNvSpPr/>
          <p:nvPr/>
        </p:nvSpPr>
        <p:spPr>
          <a:xfrm>
            <a:off x="1549400" y="3022600"/>
            <a:ext cx="9931400" cy="876300"/>
          </a:xfrm>
          <a:prstGeom prst="rect">
            <a:avLst/>
          </a:prstGeom>
          <a:solidFill>
            <a:srgbClr val="F9FAFC"/>
          </a:solidFill>
          <a:ln w="12700">
            <a:solidFill>
              <a:srgbClr val="147A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0699548-945D-C3CF-F3E5-6E9E05544A31}"/>
              </a:ext>
            </a:extLst>
          </p:cNvPr>
          <p:cNvSpPr/>
          <p:nvPr/>
        </p:nvSpPr>
        <p:spPr>
          <a:xfrm>
            <a:off x="1549400" y="3022600"/>
            <a:ext cx="38100" cy="8763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DEA496A-99A0-A314-AAE7-F6E8B2CF782F}"/>
              </a:ext>
            </a:extLst>
          </p:cNvPr>
          <p:cNvSpPr txBox="1"/>
          <p:nvPr/>
        </p:nvSpPr>
        <p:spPr>
          <a:xfrm>
            <a:off x="1765300" y="3136900"/>
            <a:ext cx="29464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0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E36CA68-0263-E61D-48AD-EAE5DBD4CC03}"/>
              </a:ext>
            </a:extLst>
          </p:cNvPr>
          <p:cNvSpPr txBox="1"/>
          <p:nvPr/>
        </p:nvSpPr>
        <p:spPr>
          <a:xfrm>
            <a:off x="5016500" y="3136900"/>
            <a:ext cx="62230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4D48B1E-5932-2B6A-BE9D-0277AAA1A3F8}"/>
              </a:ext>
            </a:extLst>
          </p:cNvPr>
          <p:cNvSpPr/>
          <p:nvPr/>
        </p:nvSpPr>
        <p:spPr>
          <a:xfrm>
            <a:off x="711200" y="4025900"/>
            <a:ext cx="723900" cy="8763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07DC93-5AB6-DD10-EE2A-10B0BDB5A9DD}"/>
              </a:ext>
            </a:extLst>
          </p:cNvPr>
          <p:cNvSpPr txBox="1"/>
          <p:nvPr/>
        </p:nvSpPr>
        <p:spPr>
          <a:xfrm>
            <a:off x="787400" y="4140200"/>
            <a:ext cx="5715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03</a:t>
            </a:r>
            <a:endParaRPr kumimoji="1" lang="ja-JP" altLang="en-US" sz="21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481DBDB-1EC8-B0FA-A034-0721D434C310}"/>
              </a:ext>
            </a:extLst>
          </p:cNvPr>
          <p:cNvSpPr/>
          <p:nvPr/>
        </p:nvSpPr>
        <p:spPr>
          <a:xfrm>
            <a:off x="1549400" y="4025900"/>
            <a:ext cx="9931400" cy="876300"/>
          </a:xfrm>
          <a:prstGeom prst="rect">
            <a:avLst/>
          </a:prstGeom>
          <a:solidFill>
            <a:srgbClr val="F9FAFC"/>
          </a:solidFill>
          <a:ln w="12700">
            <a:solidFill>
              <a:srgbClr val="A75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6775881-12BE-8787-D78C-EBF3D57DC3EA}"/>
              </a:ext>
            </a:extLst>
          </p:cNvPr>
          <p:cNvSpPr/>
          <p:nvPr/>
        </p:nvSpPr>
        <p:spPr>
          <a:xfrm>
            <a:off x="1549400" y="4025900"/>
            <a:ext cx="38100" cy="8763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FD8C115-7B6D-E5A1-08AC-7724890CAED2}"/>
              </a:ext>
            </a:extLst>
          </p:cNvPr>
          <p:cNvSpPr txBox="1"/>
          <p:nvPr/>
        </p:nvSpPr>
        <p:spPr>
          <a:xfrm>
            <a:off x="1765300" y="4140200"/>
            <a:ext cx="29464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0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81D95CB-EA71-4E09-87F7-2434609DCB5F}"/>
              </a:ext>
            </a:extLst>
          </p:cNvPr>
          <p:cNvSpPr txBox="1"/>
          <p:nvPr/>
        </p:nvSpPr>
        <p:spPr>
          <a:xfrm>
            <a:off x="5016500" y="4140200"/>
            <a:ext cx="62230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4CB4244-BA04-948B-E4AE-7D33456115D7}"/>
              </a:ext>
            </a:extLst>
          </p:cNvPr>
          <p:cNvSpPr/>
          <p:nvPr/>
        </p:nvSpPr>
        <p:spPr>
          <a:xfrm>
            <a:off x="711200" y="5029200"/>
            <a:ext cx="723900" cy="876300"/>
          </a:xfrm>
          <a:prstGeom prst="rect">
            <a:avLst/>
          </a:prstGeom>
          <a:solidFill>
            <a:srgbClr val="8055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2DA43D2-B8D5-34AF-4B7B-C6F2A8E504E9}"/>
              </a:ext>
            </a:extLst>
          </p:cNvPr>
          <p:cNvSpPr txBox="1"/>
          <p:nvPr/>
        </p:nvSpPr>
        <p:spPr>
          <a:xfrm>
            <a:off x="787400" y="5143500"/>
            <a:ext cx="5715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04</a:t>
            </a:r>
            <a:endParaRPr kumimoji="1" lang="ja-JP" altLang="en-US" sz="21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5316C4D-38E4-D135-04CB-F07CFE32D15C}"/>
              </a:ext>
            </a:extLst>
          </p:cNvPr>
          <p:cNvSpPr/>
          <p:nvPr/>
        </p:nvSpPr>
        <p:spPr>
          <a:xfrm>
            <a:off x="1549400" y="5029200"/>
            <a:ext cx="9931400" cy="876300"/>
          </a:xfrm>
          <a:prstGeom prst="rect">
            <a:avLst/>
          </a:prstGeom>
          <a:solidFill>
            <a:srgbClr val="F9FAFC"/>
          </a:solidFill>
          <a:ln w="12700">
            <a:solidFill>
              <a:srgbClr val="8055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E096EF5-6882-5E1D-5970-C4776CE649A9}"/>
              </a:ext>
            </a:extLst>
          </p:cNvPr>
          <p:cNvSpPr/>
          <p:nvPr/>
        </p:nvSpPr>
        <p:spPr>
          <a:xfrm>
            <a:off x="1549400" y="5029200"/>
            <a:ext cx="38100" cy="876300"/>
          </a:xfrm>
          <a:prstGeom prst="rect">
            <a:avLst/>
          </a:prstGeom>
          <a:solidFill>
            <a:srgbClr val="8055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323B0C6-D5C3-C5C8-DA3C-24DBCD45F26A}"/>
              </a:ext>
            </a:extLst>
          </p:cNvPr>
          <p:cNvSpPr txBox="1"/>
          <p:nvPr/>
        </p:nvSpPr>
        <p:spPr>
          <a:xfrm>
            <a:off x="1765300" y="5143500"/>
            <a:ext cx="29464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000" b="1">
              <a:solidFill>
                <a:srgbClr val="8055A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C2137EE-6869-4CD7-5CDE-AD9330F15E00}"/>
              </a:ext>
            </a:extLst>
          </p:cNvPr>
          <p:cNvSpPr txBox="1"/>
          <p:nvPr/>
        </p:nvSpPr>
        <p:spPr>
          <a:xfrm>
            <a:off x="5016500" y="5143500"/>
            <a:ext cx="62230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CC2273E-AC84-B631-0E24-7083A288B19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974ACE9-FBC3-D736-CC42-FC39B7ACA0F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277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7AE555-FEB6-DC00-18FB-728E3949F6B8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0B1B0F-C0BE-E854-24F4-F9738B166C1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色枠を段違いに並べる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D4773FB-58A0-FB80-4FF2-033765745E2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F4285A6-C420-08E4-AE76-0532A7EDEF9C}"/>
              </a:ext>
            </a:extLst>
          </p:cNvPr>
          <p:cNvSpPr/>
          <p:nvPr/>
        </p:nvSpPr>
        <p:spPr>
          <a:xfrm>
            <a:off x="711200" y="2019300"/>
            <a:ext cx="3386667" cy="34798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49D122-2F3B-102D-1096-48561F99C73B}"/>
              </a:ext>
            </a:extLst>
          </p:cNvPr>
          <p:cNvSpPr/>
          <p:nvPr/>
        </p:nvSpPr>
        <p:spPr>
          <a:xfrm>
            <a:off x="711200" y="2019300"/>
            <a:ext cx="38100" cy="34798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2850F2-B47F-E392-29CE-374F744E9D7E}"/>
              </a:ext>
            </a:extLst>
          </p:cNvPr>
          <p:cNvSpPr txBox="1"/>
          <p:nvPr/>
        </p:nvSpPr>
        <p:spPr>
          <a:xfrm>
            <a:off x="939800" y="2260600"/>
            <a:ext cx="29294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EEE2842-6FD1-AE13-CB10-03277F4B54F1}"/>
              </a:ext>
            </a:extLst>
          </p:cNvPr>
          <p:cNvSpPr txBox="1"/>
          <p:nvPr/>
        </p:nvSpPr>
        <p:spPr>
          <a:xfrm>
            <a:off x="939800" y="3251200"/>
            <a:ext cx="2929467" cy="200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D25021E-D7B8-CAC0-49EA-923555B69F3F}"/>
              </a:ext>
            </a:extLst>
          </p:cNvPr>
          <p:cNvSpPr/>
          <p:nvPr/>
        </p:nvSpPr>
        <p:spPr>
          <a:xfrm>
            <a:off x="4402667" y="2552700"/>
            <a:ext cx="3386666" cy="34798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DC6DC26-D959-1A1D-D351-7419E0524A82}"/>
              </a:ext>
            </a:extLst>
          </p:cNvPr>
          <p:cNvSpPr/>
          <p:nvPr/>
        </p:nvSpPr>
        <p:spPr>
          <a:xfrm>
            <a:off x="4402667" y="2552700"/>
            <a:ext cx="38100" cy="34798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9D0619A-6068-B329-3F91-271E19EF6BBB}"/>
              </a:ext>
            </a:extLst>
          </p:cNvPr>
          <p:cNvSpPr txBox="1"/>
          <p:nvPr/>
        </p:nvSpPr>
        <p:spPr>
          <a:xfrm>
            <a:off x="4631267" y="2794000"/>
            <a:ext cx="29294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2F09DF-63B5-6DD1-B8EF-C7856F655698}"/>
              </a:ext>
            </a:extLst>
          </p:cNvPr>
          <p:cNvSpPr txBox="1"/>
          <p:nvPr/>
        </p:nvSpPr>
        <p:spPr>
          <a:xfrm>
            <a:off x="4631267" y="3784600"/>
            <a:ext cx="2929467" cy="200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CCDD70-92A6-AE1D-CDC4-4081428A03B5}"/>
              </a:ext>
            </a:extLst>
          </p:cNvPr>
          <p:cNvSpPr/>
          <p:nvPr/>
        </p:nvSpPr>
        <p:spPr>
          <a:xfrm>
            <a:off x="8094133" y="2019300"/>
            <a:ext cx="3386667" cy="34798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9F8EBCA-9010-D67B-7DC9-DBA33D197AF5}"/>
              </a:ext>
            </a:extLst>
          </p:cNvPr>
          <p:cNvSpPr/>
          <p:nvPr/>
        </p:nvSpPr>
        <p:spPr>
          <a:xfrm>
            <a:off x="8094133" y="2019300"/>
            <a:ext cx="38100" cy="34798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F5CF3B9-07AF-979D-87F6-3890F2547364}"/>
              </a:ext>
            </a:extLst>
          </p:cNvPr>
          <p:cNvSpPr txBox="1"/>
          <p:nvPr/>
        </p:nvSpPr>
        <p:spPr>
          <a:xfrm>
            <a:off x="8322733" y="2260600"/>
            <a:ext cx="2929467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5073C80-136B-1F7A-950C-525DD012C7E0}"/>
              </a:ext>
            </a:extLst>
          </p:cNvPr>
          <p:cNvSpPr txBox="1"/>
          <p:nvPr/>
        </p:nvSpPr>
        <p:spPr>
          <a:xfrm>
            <a:off x="8322733" y="3251200"/>
            <a:ext cx="2929467" cy="200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FA6912D-9364-169C-698C-521AFD36C8D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F1D7EF4-A9B5-D855-03C7-9BA735A955F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856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EEBACB5-A2D8-CFE3-4990-E042478CBBBE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F80CD1-6AF4-0903-EEE3-B7953651DBD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色の見出しと囲まれた比較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0542EAA-6895-609D-F8EA-C1AF8FE316A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7D6C91-56A5-3FA4-B5D7-3FE233191813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9FAFC"/>
          </a:solidFill>
          <a:ln w="12700">
            <a:solidFill>
              <a:srgbClr val="275A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956E4D-05AF-8C9E-9B4F-9439293DC47B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E83777-3727-5625-BFE5-26DC5D73B57D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42C433-E455-E683-CC3A-0E4955115A2D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E8F42E-CF59-9029-7FDC-1A83EA10ED4A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F2A55A-2116-A96C-686C-3BA0DECB30EF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9FAFC"/>
          </a:solidFill>
          <a:ln w="12700">
            <a:solidFill>
              <a:srgbClr val="147A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3791D2D-9E6D-8170-EAA7-F078D0209C89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342DC5D-B77E-D099-216B-505E5871E540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9A1A63-E19B-6394-860B-72D8E89C04BB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17AED5E-9A57-AF0D-DAD5-E5AF9DEF627D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EAB04A2-CD83-3687-FD35-A942112F3BBA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9FAFC"/>
          </a:solidFill>
          <a:ln w="12700">
            <a:solidFill>
              <a:srgbClr val="A750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E3C310F-E2B4-9FEB-D138-575EB6538FE9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53194F9-B10E-08E3-F78C-DD6BC2747FF9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1355CCE-5254-B59E-A8BF-6027795E483F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44F3CD3-8C4D-9C5D-2A25-C13983DE1C08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DADB7F7-B10C-751A-106E-2C49CFD87A4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C2D4465-22D0-34D4-7603-F4C880BFBAC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650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C88D9E-7E56-09FF-5CCD-73C367C319D6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480048-5B9A-16D7-D744-38D39AD43E7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色面に置く同格の数値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A59F4C7-6722-230E-64A9-213838F57E7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D6ED37-0794-6B22-ED99-DFC7A13EC0CB}"/>
              </a:ext>
            </a:extLst>
          </p:cNvPr>
          <p:cNvSpPr/>
          <p:nvPr/>
        </p:nvSpPr>
        <p:spPr>
          <a:xfrm>
            <a:off x="711200" y="2019300"/>
            <a:ext cx="5232400" cy="19304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9658568-59F5-E48D-999F-DAB0419035A3}"/>
              </a:ext>
            </a:extLst>
          </p:cNvPr>
          <p:cNvSpPr/>
          <p:nvPr/>
        </p:nvSpPr>
        <p:spPr>
          <a:xfrm>
            <a:off x="711200" y="2019300"/>
            <a:ext cx="5232400" cy="635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19E441-1B05-9D85-FCBC-73E502B7C8F5}"/>
              </a:ext>
            </a:extLst>
          </p:cNvPr>
          <p:cNvSpPr txBox="1"/>
          <p:nvPr/>
        </p:nvSpPr>
        <p:spPr>
          <a:xfrm>
            <a:off x="914400" y="2171700"/>
            <a:ext cx="4800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0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D1EF611-5925-B73E-E929-F40895AA1ECA}"/>
              </a:ext>
            </a:extLst>
          </p:cNvPr>
          <p:cNvSpPr txBox="1"/>
          <p:nvPr/>
        </p:nvSpPr>
        <p:spPr>
          <a:xfrm>
            <a:off x="914400" y="2743200"/>
            <a:ext cx="21717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500" b="1">
                <a:solidFill>
                  <a:srgbClr val="275AB5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24</a:t>
            </a:r>
            <a:r>
              <a:rPr kumimoji="1" lang="ja-JP" altLang="en-US" sz="3500" b="1">
                <a:solidFill>
                  <a:srgbClr val="275AB5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9981527-C56A-5291-45B4-449EEE5BDE7D}"/>
              </a:ext>
            </a:extLst>
          </p:cNvPr>
          <p:cNvSpPr txBox="1"/>
          <p:nvPr/>
        </p:nvSpPr>
        <p:spPr>
          <a:xfrm>
            <a:off x="3314700" y="2717800"/>
            <a:ext cx="24257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98B614B-DA47-4FCB-314F-4DE66CA0B91F}"/>
              </a:ext>
            </a:extLst>
          </p:cNvPr>
          <p:cNvSpPr/>
          <p:nvPr/>
        </p:nvSpPr>
        <p:spPr>
          <a:xfrm>
            <a:off x="6248400" y="2019300"/>
            <a:ext cx="5232400" cy="19304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08D4F9C-1B59-DAA0-D1DC-8588BD6EAFC1}"/>
              </a:ext>
            </a:extLst>
          </p:cNvPr>
          <p:cNvSpPr/>
          <p:nvPr/>
        </p:nvSpPr>
        <p:spPr>
          <a:xfrm>
            <a:off x="6248400" y="2019300"/>
            <a:ext cx="5232400" cy="635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98F750A-87F3-B07E-036C-B89B154624A9}"/>
              </a:ext>
            </a:extLst>
          </p:cNvPr>
          <p:cNvSpPr txBox="1"/>
          <p:nvPr/>
        </p:nvSpPr>
        <p:spPr>
          <a:xfrm>
            <a:off x="6451600" y="2171700"/>
            <a:ext cx="4800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0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2C60E20-ED5F-C0CA-5121-5AE192BE3716}"/>
              </a:ext>
            </a:extLst>
          </p:cNvPr>
          <p:cNvSpPr txBox="1"/>
          <p:nvPr/>
        </p:nvSpPr>
        <p:spPr>
          <a:xfrm>
            <a:off x="6451600" y="2743200"/>
            <a:ext cx="21717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500" b="1">
                <a:solidFill>
                  <a:srgbClr val="147A67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36</a:t>
            </a:r>
            <a:r>
              <a:rPr kumimoji="1" lang="ja-JP" altLang="en-US" sz="3500" b="1">
                <a:solidFill>
                  <a:srgbClr val="147A67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D40E140-49CE-B08C-54BB-2C613AC725BD}"/>
              </a:ext>
            </a:extLst>
          </p:cNvPr>
          <p:cNvSpPr txBox="1"/>
          <p:nvPr/>
        </p:nvSpPr>
        <p:spPr>
          <a:xfrm>
            <a:off x="8851900" y="2717800"/>
            <a:ext cx="24257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A00100C-8947-2181-AEAA-48A3783C993B}"/>
              </a:ext>
            </a:extLst>
          </p:cNvPr>
          <p:cNvSpPr/>
          <p:nvPr/>
        </p:nvSpPr>
        <p:spPr>
          <a:xfrm>
            <a:off x="711200" y="4076700"/>
            <a:ext cx="5232400" cy="19304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6A7DAC8-8BC2-3A22-E392-7A93E86D6D95}"/>
              </a:ext>
            </a:extLst>
          </p:cNvPr>
          <p:cNvSpPr/>
          <p:nvPr/>
        </p:nvSpPr>
        <p:spPr>
          <a:xfrm>
            <a:off x="711200" y="4076700"/>
            <a:ext cx="5232400" cy="635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DF5DC3-D566-F3CA-414E-BA8EFBA0B39D}"/>
              </a:ext>
            </a:extLst>
          </p:cNvPr>
          <p:cNvSpPr txBox="1"/>
          <p:nvPr/>
        </p:nvSpPr>
        <p:spPr>
          <a:xfrm>
            <a:off x="914400" y="4229100"/>
            <a:ext cx="4800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0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364F92B-5143-FF01-CCFD-BC2F6B98A64A}"/>
              </a:ext>
            </a:extLst>
          </p:cNvPr>
          <p:cNvSpPr txBox="1"/>
          <p:nvPr/>
        </p:nvSpPr>
        <p:spPr>
          <a:xfrm>
            <a:off x="914400" y="4800600"/>
            <a:ext cx="21717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500" b="1">
                <a:solidFill>
                  <a:srgbClr val="A7501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48</a:t>
            </a:r>
            <a:r>
              <a:rPr kumimoji="1" lang="ja-JP" altLang="en-US" sz="3500" b="1">
                <a:solidFill>
                  <a:srgbClr val="A7501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7F4B6F4-C1E4-A4C1-DBAF-4C18B33769D1}"/>
              </a:ext>
            </a:extLst>
          </p:cNvPr>
          <p:cNvSpPr txBox="1"/>
          <p:nvPr/>
        </p:nvSpPr>
        <p:spPr>
          <a:xfrm>
            <a:off x="3314700" y="4775200"/>
            <a:ext cx="24257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1510D54-CEF3-A9C3-992B-25C990B33796}"/>
              </a:ext>
            </a:extLst>
          </p:cNvPr>
          <p:cNvSpPr/>
          <p:nvPr/>
        </p:nvSpPr>
        <p:spPr>
          <a:xfrm>
            <a:off x="6248400" y="4076700"/>
            <a:ext cx="5232400" cy="1930400"/>
          </a:xfrm>
          <a:prstGeom prst="rect">
            <a:avLst/>
          </a:prstGeom>
          <a:solidFill>
            <a:srgbClr val="F0EE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AA70529-CFBE-A86B-F4AD-4D9FD9617DC2}"/>
              </a:ext>
            </a:extLst>
          </p:cNvPr>
          <p:cNvSpPr/>
          <p:nvPr/>
        </p:nvSpPr>
        <p:spPr>
          <a:xfrm>
            <a:off x="6248400" y="4076700"/>
            <a:ext cx="5232400" cy="63500"/>
          </a:xfrm>
          <a:prstGeom prst="rect">
            <a:avLst/>
          </a:prstGeom>
          <a:solidFill>
            <a:srgbClr val="8055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8AD07B8-0DA7-5F49-5BAE-128CB4C57041}"/>
              </a:ext>
            </a:extLst>
          </p:cNvPr>
          <p:cNvSpPr txBox="1"/>
          <p:nvPr/>
        </p:nvSpPr>
        <p:spPr>
          <a:xfrm>
            <a:off x="6451600" y="4229100"/>
            <a:ext cx="4800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000" b="1">
              <a:solidFill>
                <a:srgbClr val="8055A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6B0BA8A-F576-66CF-D25F-BAED83383285}"/>
              </a:ext>
            </a:extLst>
          </p:cNvPr>
          <p:cNvSpPr txBox="1"/>
          <p:nvPr/>
        </p:nvSpPr>
        <p:spPr>
          <a:xfrm>
            <a:off x="6451600" y="4800600"/>
            <a:ext cx="21717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500" b="1">
                <a:solidFill>
                  <a:srgbClr val="8055A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60</a:t>
            </a:r>
            <a:r>
              <a:rPr kumimoji="1" lang="ja-JP" altLang="en-US" sz="3500" b="1">
                <a:solidFill>
                  <a:srgbClr val="8055A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D02347B-8D60-16E7-73DD-3E63541F3F89}"/>
              </a:ext>
            </a:extLst>
          </p:cNvPr>
          <p:cNvSpPr txBox="1"/>
          <p:nvPr/>
        </p:nvSpPr>
        <p:spPr>
          <a:xfrm>
            <a:off x="8851900" y="4775200"/>
            <a:ext cx="24257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8AD75B7-5DDB-869C-DED5-9AD8B8C80AC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F730129-EC1F-8972-C640-D1A4A99E48A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785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7F83BD4-DA53-30AA-471A-36C956461DBD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2B9321-75EF-CDA2-32BA-FFFEE292DD1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大きな結論と色で分けた根拠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78BAC6E-061B-F6C4-26A1-EE04C7A8260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37A8CFD-B1E9-1F48-105F-4B4F34D48E20}"/>
              </a:ext>
            </a:extLst>
          </p:cNvPr>
          <p:cNvSpPr/>
          <p:nvPr/>
        </p:nvSpPr>
        <p:spPr>
          <a:xfrm>
            <a:off x="711200" y="2019300"/>
            <a:ext cx="10769600" cy="1320800"/>
          </a:xfrm>
          <a:prstGeom prst="rect">
            <a:avLst/>
          </a:prstGeom>
          <a:solidFill>
            <a:srgbClr val="E8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361813-1229-460D-6E17-EBA3AC3810BE}"/>
              </a:ext>
            </a:extLst>
          </p:cNvPr>
          <p:cNvSpPr txBox="1"/>
          <p:nvPr/>
        </p:nvSpPr>
        <p:spPr>
          <a:xfrm>
            <a:off x="990600" y="2222500"/>
            <a:ext cx="102108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8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要点と根拠を伝える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98855A-FD55-B38B-97EC-81DE25574DAB}"/>
              </a:ext>
            </a:extLst>
          </p:cNvPr>
          <p:cNvSpPr/>
          <p:nvPr/>
        </p:nvSpPr>
        <p:spPr>
          <a:xfrm>
            <a:off x="711200" y="3632200"/>
            <a:ext cx="3386667" cy="24003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62D0D4E-EB56-EA5C-1063-740A75598575}"/>
              </a:ext>
            </a:extLst>
          </p:cNvPr>
          <p:cNvSpPr/>
          <p:nvPr/>
        </p:nvSpPr>
        <p:spPr>
          <a:xfrm>
            <a:off x="711200" y="3632200"/>
            <a:ext cx="3386667" cy="635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155EAF2-1300-3341-F29A-54BED1121E46}"/>
              </a:ext>
            </a:extLst>
          </p:cNvPr>
          <p:cNvSpPr txBox="1"/>
          <p:nvPr/>
        </p:nvSpPr>
        <p:spPr>
          <a:xfrm>
            <a:off x="901700" y="3835400"/>
            <a:ext cx="3005667" cy="6736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CF5363-3B92-7BD8-EBDE-54847420FB69}"/>
              </a:ext>
            </a:extLst>
          </p:cNvPr>
          <p:cNvSpPr txBox="1"/>
          <p:nvPr/>
        </p:nvSpPr>
        <p:spPr>
          <a:xfrm>
            <a:off x="901700" y="4636008"/>
            <a:ext cx="3005667" cy="1180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AD73B6D-9ED7-3F06-7E13-E5C8EF52026C}"/>
              </a:ext>
            </a:extLst>
          </p:cNvPr>
          <p:cNvSpPr/>
          <p:nvPr/>
        </p:nvSpPr>
        <p:spPr>
          <a:xfrm>
            <a:off x="4402667" y="3632200"/>
            <a:ext cx="3386666" cy="24003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620FFC2-D585-4214-2BD9-1B32E997938A}"/>
              </a:ext>
            </a:extLst>
          </p:cNvPr>
          <p:cNvSpPr/>
          <p:nvPr/>
        </p:nvSpPr>
        <p:spPr>
          <a:xfrm>
            <a:off x="4402667" y="3632200"/>
            <a:ext cx="3386666" cy="635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9FFD7FF-DF50-0938-540F-A02C07F52EB7}"/>
              </a:ext>
            </a:extLst>
          </p:cNvPr>
          <p:cNvSpPr txBox="1"/>
          <p:nvPr/>
        </p:nvSpPr>
        <p:spPr>
          <a:xfrm>
            <a:off x="4593167" y="3835400"/>
            <a:ext cx="3005667" cy="6736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346E6D6-DCB2-6560-7909-91C3E7B8C9B5}"/>
              </a:ext>
            </a:extLst>
          </p:cNvPr>
          <p:cNvSpPr txBox="1"/>
          <p:nvPr/>
        </p:nvSpPr>
        <p:spPr>
          <a:xfrm>
            <a:off x="4593167" y="4636008"/>
            <a:ext cx="3005667" cy="1180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1B45B85-8E18-F884-7E33-79B6289A03F3}"/>
              </a:ext>
            </a:extLst>
          </p:cNvPr>
          <p:cNvSpPr/>
          <p:nvPr/>
        </p:nvSpPr>
        <p:spPr>
          <a:xfrm>
            <a:off x="8094133" y="3632200"/>
            <a:ext cx="3386667" cy="24003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C6110EC-E76D-1357-AF7C-997040F0EFAD}"/>
              </a:ext>
            </a:extLst>
          </p:cNvPr>
          <p:cNvSpPr/>
          <p:nvPr/>
        </p:nvSpPr>
        <p:spPr>
          <a:xfrm>
            <a:off x="8094133" y="3632200"/>
            <a:ext cx="3386667" cy="635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68ADB87-29B9-ED0F-F404-FF21B80275C5}"/>
              </a:ext>
            </a:extLst>
          </p:cNvPr>
          <p:cNvSpPr txBox="1"/>
          <p:nvPr/>
        </p:nvSpPr>
        <p:spPr>
          <a:xfrm>
            <a:off x="8284633" y="3835400"/>
            <a:ext cx="3005667" cy="6736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2B04A4D-46F9-A859-A304-223CD35C5C19}"/>
              </a:ext>
            </a:extLst>
          </p:cNvPr>
          <p:cNvSpPr txBox="1"/>
          <p:nvPr/>
        </p:nvSpPr>
        <p:spPr>
          <a:xfrm>
            <a:off x="8284633" y="4636008"/>
            <a:ext cx="3005667" cy="1180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98F3EFB-B66A-C1B6-A11D-98D6A47B37A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7E3E2D4-4ED8-A490-46B7-AC712314517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9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912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07BB6BF-8B4F-1882-7CEE-3806F72C4732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15C897-AE09-DEA2-79CA-8FF14A7DDB8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中央の結論と下の根拠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075585-30E5-DC1F-903A-18372248931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07AA46-9396-5983-2777-C8FC802B03CF}"/>
              </a:ext>
            </a:extLst>
          </p:cNvPr>
          <p:cNvSpPr txBox="1"/>
          <p:nvPr/>
        </p:nvSpPr>
        <p:spPr>
          <a:xfrm>
            <a:off x="1219200" y="2108200"/>
            <a:ext cx="97536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3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要点と根拠を伝える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E41E9CF-91A2-92CC-4033-8783EEE21E9B}"/>
              </a:ext>
            </a:extLst>
          </p:cNvPr>
          <p:cNvCxnSpPr/>
          <p:nvPr/>
        </p:nvCxnSpPr>
        <p:spPr>
          <a:xfrm>
            <a:off x="711200" y="38354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3F3F9E-0514-19BE-6BD3-2EED9ECA25A0}"/>
              </a:ext>
            </a:extLst>
          </p:cNvPr>
          <p:cNvSpPr/>
          <p:nvPr/>
        </p:nvSpPr>
        <p:spPr>
          <a:xfrm>
            <a:off x="622300" y="4051300"/>
            <a:ext cx="2552700" cy="19558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7A0DA59-EFBD-F27E-C1B6-46CEE0468194}"/>
              </a:ext>
            </a:extLst>
          </p:cNvPr>
          <p:cNvSpPr/>
          <p:nvPr/>
        </p:nvSpPr>
        <p:spPr>
          <a:xfrm>
            <a:off x="622300" y="4051300"/>
            <a:ext cx="2552700" cy="635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E60AFD-7B87-553A-4ECD-24B79A288624}"/>
              </a:ext>
            </a:extLst>
          </p:cNvPr>
          <p:cNvSpPr txBox="1"/>
          <p:nvPr/>
        </p:nvSpPr>
        <p:spPr>
          <a:xfrm>
            <a:off x="7112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032C54-EBD0-F150-7215-BA92724F1C44}"/>
              </a:ext>
            </a:extLst>
          </p:cNvPr>
          <p:cNvSpPr txBox="1"/>
          <p:nvPr/>
        </p:nvSpPr>
        <p:spPr>
          <a:xfrm>
            <a:off x="7112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1D3282F-D7BD-F601-BF97-90CD2D56B113}"/>
              </a:ext>
            </a:extLst>
          </p:cNvPr>
          <p:cNvSpPr/>
          <p:nvPr/>
        </p:nvSpPr>
        <p:spPr>
          <a:xfrm>
            <a:off x="3390900" y="4051300"/>
            <a:ext cx="2552700" cy="19558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C50D72F-66CB-D39F-6B94-0DE0942A564B}"/>
              </a:ext>
            </a:extLst>
          </p:cNvPr>
          <p:cNvSpPr/>
          <p:nvPr/>
        </p:nvSpPr>
        <p:spPr>
          <a:xfrm>
            <a:off x="3390900" y="4051300"/>
            <a:ext cx="2552700" cy="635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05FE9EC-6906-7769-F06F-B39832CEAD27}"/>
              </a:ext>
            </a:extLst>
          </p:cNvPr>
          <p:cNvSpPr txBox="1"/>
          <p:nvPr/>
        </p:nvSpPr>
        <p:spPr>
          <a:xfrm>
            <a:off x="34798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A61CB0-CBA7-414F-BCDA-8E0169A816DD}"/>
              </a:ext>
            </a:extLst>
          </p:cNvPr>
          <p:cNvSpPr txBox="1"/>
          <p:nvPr/>
        </p:nvSpPr>
        <p:spPr>
          <a:xfrm>
            <a:off x="34798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F0E1B6B-1249-A380-7164-C1782C983DD4}"/>
              </a:ext>
            </a:extLst>
          </p:cNvPr>
          <p:cNvSpPr/>
          <p:nvPr/>
        </p:nvSpPr>
        <p:spPr>
          <a:xfrm>
            <a:off x="6159500" y="4051300"/>
            <a:ext cx="2552700" cy="19558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1086F35-3428-827B-C070-40F0DF9F624B}"/>
              </a:ext>
            </a:extLst>
          </p:cNvPr>
          <p:cNvSpPr/>
          <p:nvPr/>
        </p:nvSpPr>
        <p:spPr>
          <a:xfrm>
            <a:off x="6159500" y="4051300"/>
            <a:ext cx="2552700" cy="635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6E0D1AD-225C-2225-53D2-17286A8AADEA}"/>
              </a:ext>
            </a:extLst>
          </p:cNvPr>
          <p:cNvSpPr txBox="1"/>
          <p:nvPr/>
        </p:nvSpPr>
        <p:spPr>
          <a:xfrm>
            <a:off x="62484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F22B08-BB94-412F-0DC8-7CEABE329AD5}"/>
              </a:ext>
            </a:extLst>
          </p:cNvPr>
          <p:cNvSpPr txBox="1"/>
          <p:nvPr/>
        </p:nvSpPr>
        <p:spPr>
          <a:xfrm>
            <a:off x="62484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2E69932-BB81-F5CB-65B7-CF8444988CE1}"/>
              </a:ext>
            </a:extLst>
          </p:cNvPr>
          <p:cNvSpPr/>
          <p:nvPr/>
        </p:nvSpPr>
        <p:spPr>
          <a:xfrm>
            <a:off x="8928100" y="4051300"/>
            <a:ext cx="2552700" cy="1955800"/>
          </a:xfrm>
          <a:prstGeom prst="rect">
            <a:avLst/>
          </a:prstGeom>
          <a:solidFill>
            <a:srgbClr val="F0EE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6B5FE77-68B9-EB91-0B1D-29969CDAE940}"/>
              </a:ext>
            </a:extLst>
          </p:cNvPr>
          <p:cNvSpPr/>
          <p:nvPr/>
        </p:nvSpPr>
        <p:spPr>
          <a:xfrm>
            <a:off x="8928100" y="4051300"/>
            <a:ext cx="2552700" cy="63500"/>
          </a:xfrm>
          <a:prstGeom prst="rect">
            <a:avLst/>
          </a:prstGeom>
          <a:solidFill>
            <a:srgbClr val="8055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9F2DA6B-B161-607A-C823-B37CE09558AB}"/>
              </a:ext>
            </a:extLst>
          </p:cNvPr>
          <p:cNvSpPr txBox="1"/>
          <p:nvPr/>
        </p:nvSpPr>
        <p:spPr>
          <a:xfrm>
            <a:off x="90170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100" b="1">
              <a:solidFill>
                <a:srgbClr val="8055A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FAA4C00-F5A6-3705-9BA1-4EE6009ACF01}"/>
              </a:ext>
            </a:extLst>
          </p:cNvPr>
          <p:cNvSpPr txBox="1"/>
          <p:nvPr/>
        </p:nvSpPr>
        <p:spPr>
          <a:xfrm>
            <a:off x="90170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3B326AC-02A2-AE03-C24F-3A3DAF24AEE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7D8B719-1EA3-DB28-FF26-5DBD613066C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10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65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4CF7DBE-0020-AB48-0502-D5CA7BD2A64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2633E5-3BD0-89E4-C1DB-E5A63922628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上の比較名と広い説明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6C190C7-1300-5158-F3F9-E75CCB10E5A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389A041-D457-235D-2F29-090969E39B77}"/>
              </a:ext>
            </a:extLst>
          </p:cNvPr>
          <p:cNvSpPr/>
          <p:nvPr/>
        </p:nvSpPr>
        <p:spPr>
          <a:xfrm>
            <a:off x="711200" y="2032000"/>
            <a:ext cx="3386667" cy="40005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760D77D-A2CA-47F7-0B7D-06FFA5596564}"/>
              </a:ext>
            </a:extLst>
          </p:cNvPr>
          <p:cNvSpPr/>
          <p:nvPr/>
        </p:nvSpPr>
        <p:spPr>
          <a:xfrm>
            <a:off x="711200" y="2032000"/>
            <a:ext cx="3386667" cy="635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B81EDDC-94B6-241A-6FD4-008E18334E74}"/>
              </a:ext>
            </a:extLst>
          </p:cNvPr>
          <p:cNvSpPr/>
          <p:nvPr/>
        </p:nvSpPr>
        <p:spPr>
          <a:xfrm>
            <a:off x="711200" y="2032000"/>
            <a:ext cx="3386667" cy="9906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02ECF7-4B20-BE10-4693-97CB036E0AA4}"/>
              </a:ext>
            </a:extLst>
          </p:cNvPr>
          <p:cNvSpPr txBox="1"/>
          <p:nvPr/>
        </p:nvSpPr>
        <p:spPr>
          <a:xfrm>
            <a:off x="876300" y="2197100"/>
            <a:ext cx="30564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34429DF-1C3F-3A8C-B29B-B05CFFD478FD}"/>
              </a:ext>
            </a:extLst>
          </p:cNvPr>
          <p:cNvSpPr txBox="1"/>
          <p:nvPr/>
        </p:nvSpPr>
        <p:spPr>
          <a:xfrm>
            <a:off x="749300" y="3340100"/>
            <a:ext cx="3310467" cy="264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E6CB25-8E9C-01FD-F762-E402024EA1A6}"/>
              </a:ext>
            </a:extLst>
          </p:cNvPr>
          <p:cNvSpPr/>
          <p:nvPr/>
        </p:nvSpPr>
        <p:spPr>
          <a:xfrm>
            <a:off x="4402667" y="2032000"/>
            <a:ext cx="3386666" cy="40005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2BD64A6-B086-0118-F18E-E4DEA23919DB}"/>
              </a:ext>
            </a:extLst>
          </p:cNvPr>
          <p:cNvSpPr/>
          <p:nvPr/>
        </p:nvSpPr>
        <p:spPr>
          <a:xfrm>
            <a:off x="4402667" y="2032000"/>
            <a:ext cx="3386666" cy="635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A7AE2C4-1956-4D6D-EFE5-09614988EB0C}"/>
              </a:ext>
            </a:extLst>
          </p:cNvPr>
          <p:cNvSpPr/>
          <p:nvPr/>
        </p:nvSpPr>
        <p:spPr>
          <a:xfrm>
            <a:off x="4402667" y="2032000"/>
            <a:ext cx="3386666" cy="9906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50B707B-9A70-1D2B-B13C-FCE56B2270B9}"/>
              </a:ext>
            </a:extLst>
          </p:cNvPr>
          <p:cNvSpPr txBox="1"/>
          <p:nvPr/>
        </p:nvSpPr>
        <p:spPr>
          <a:xfrm>
            <a:off x="4567767" y="2197100"/>
            <a:ext cx="30564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75CBBE-8281-906F-0A0B-7DE9DED422CA}"/>
              </a:ext>
            </a:extLst>
          </p:cNvPr>
          <p:cNvSpPr txBox="1"/>
          <p:nvPr/>
        </p:nvSpPr>
        <p:spPr>
          <a:xfrm>
            <a:off x="4440767" y="3340100"/>
            <a:ext cx="3310467" cy="264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9F23A1F-BD07-5B24-2915-A4EA7A74B0A3}"/>
              </a:ext>
            </a:extLst>
          </p:cNvPr>
          <p:cNvSpPr/>
          <p:nvPr/>
        </p:nvSpPr>
        <p:spPr>
          <a:xfrm>
            <a:off x="8094133" y="2032000"/>
            <a:ext cx="3386667" cy="40005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29DED10-D1B6-6F6F-1C42-8418B2B1A16A}"/>
              </a:ext>
            </a:extLst>
          </p:cNvPr>
          <p:cNvSpPr/>
          <p:nvPr/>
        </p:nvSpPr>
        <p:spPr>
          <a:xfrm>
            <a:off x="8094133" y="2032000"/>
            <a:ext cx="3386667" cy="635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7B26E20-BA78-7DCC-7AB6-7E241ABB6D53}"/>
              </a:ext>
            </a:extLst>
          </p:cNvPr>
          <p:cNvSpPr/>
          <p:nvPr/>
        </p:nvSpPr>
        <p:spPr>
          <a:xfrm>
            <a:off x="8094133" y="2032000"/>
            <a:ext cx="3386667" cy="9906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05292D6-B6F4-AA66-84B5-20968F83A43F}"/>
              </a:ext>
            </a:extLst>
          </p:cNvPr>
          <p:cNvSpPr txBox="1"/>
          <p:nvPr/>
        </p:nvSpPr>
        <p:spPr>
          <a:xfrm>
            <a:off x="8259233" y="2197100"/>
            <a:ext cx="30564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77B4952-47F0-AD9B-B320-E0AD391D7DE4}"/>
              </a:ext>
            </a:extLst>
          </p:cNvPr>
          <p:cNvSpPr txBox="1"/>
          <p:nvPr/>
        </p:nvSpPr>
        <p:spPr>
          <a:xfrm>
            <a:off x="8132233" y="3340100"/>
            <a:ext cx="3310467" cy="264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03FDA1F-4C3A-3571-13FA-C1E05B6AFC2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8F374A0-CA25-240C-2F56-36091A11EC1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11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4211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159E867-B78D-38ED-6CB9-D9BC7DB1816A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A12918-31D8-9547-749F-0342FEF965A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数値を強調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799FA77-07BB-29FE-A5E9-23E6B9ABD73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B947891-EA2B-5584-F35E-14AF1F2EE95F}"/>
              </a:ext>
            </a:extLst>
          </p:cNvPr>
          <p:cNvSpPr/>
          <p:nvPr/>
        </p:nvSpPr>
        <p:spPr>
          <a:xfrm>
            <a:off x="635000" y="2019300"/>
            <a:ext cx="2501900" cy="40132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4FCEDF-6A3C-0053-1541-3C064D09B742}"/>
              </a:ext>
            </a:extLst>
          </p:cNvPr>
          <p:cNvSpPr/>
          <p:nvPr/>
        </p:nvSpPr>
        <p:spPr>
          <a:xfrm>
            <a:off x="635000" y="2019300"/>
            <a:ext cx="2501900" cy="635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73A847F-2ADB-81B0-2748-E922E14A9C14}"/>
              </a:ext>
            </a:extLst>
          </p:cNvPr>
          <p:cNvSpPr txBox="1"/>
          <p:nvPr/>
        </p:nvSpPr>
        <p:spPr>
          <a:xfrm>
            <a:off x="7112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9EC46A-2AA1-1B4B-8E0A-70B31DFCC283}"/>
              </a:ext>
            </a:extLst>
          </p:cNvPr>
          <p:cNvSpPr txBox="1"/>
          <p:nvPr/>
        </p:nvSpPr>
        <p:spPr>
          <a:xfrm>
            <a:off x="7112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75AB5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275AB5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56FE42B-FC28-A382-9F8C-67101415470C}"/>
              </a:ext>
            </a:extLst>
          </p:cNvPr>
          <p:cNvCxnSpPr/>
          <p:nvPr/>
        </p:nvCxnSpPr>
        <p:spPr>
          <a:xfrm>
            <a:off x="711200" y="4686300"/>
            <a:ext cx="23495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50A1783-5B8D-E405-ACAF-EF8B065A0BFB}"/>
              </a:ext>
            </a:extLst>
          </p:cNvPr>
          <p:cNvSpPr txBox="1"/>
          <p:nvPr/>
        </p:nvSpPr>
        <p:spPr>
          <a:xfrm>
            <a:off x="7112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3B771F1-418E-A38A-0498-AC4BC19082A6}"/>
              </a:ext>
            </a:extLst>
          </p:cNvPr>
          <p:cNvSpPr/>
          <p:nvPr/>
        </p:nvSpPr>
        <p:spPr>
          <a:xfrm>
            <a:off x="3327400" y="2019300"/>
            <a:ext cx="2501900" cy="40132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1632875-9457-5350-353E-B5108706ED3E}"/>
              </a:ext>
            </a:extLst>
          </p:cNvPr>
          <p:cNvSpPr/>
          <p:nvPr/>
        </p:nvSpPr>
        <p:spPr>
          <a:xfrm>
            <a:off x="3327400" y="2019300"/>
            <a:ext cx="2501900" cy="635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017C5C1-A338-2430-654D-BE0B8A1877A7}"/>
              </a:ext>
            </a:extLst>
          </p:cNvPr>
          <p:cNvSpPr txBox="1"/>
          <p:nvPr/>
        </p:nvSpPr>
        <p:spPr>
          <a:xfrm>
            <a:off x="34036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9A9CD80-8C86-046D-3109-064ECE398FD0}"/>
              </a:ext>
            </a:extLst>
          </p:cNvPr>
          <p:cNvSpPr txBox="1"/>
          <p:nvPr/>
        </p:nvSpPr>
        <p:spPr>
          <a:xfrm>
            <a:off x="34036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147A67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36</a:t>
            </a:r>
            <a:r>
              <a:rPr kumimoji="1" lang="ja-JP" altLang="en-US" sz="3800" b="1">
                <a:solidFill>
                  <a:srgbClr val="147A67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89D0A2E-8B6A-802F-4940-1DF62E226C42}"/>
              </a:ext>
            </a:extLst>
          </p:cNvPr>
          <p:cNvCxnSpPr/>
          <p:nvPr/>
        </p:nvCxnSpPr>
        <p:spPr>
          <a:xfrm>
            <a:off x="3403600" y="4686300"/>
            <a:ext cx="23495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09CF543-7ADD-C160-E681-78A00548BCFE}"/>
              </a:ext>
            </a:extLst>
          </p:cNvPr>
          <p:cNvSpPr txBox="1"/>
          <p:nvPr/>
        </p:nvSpPr>
        <p:spPr>
          <a:xfrm>
            <a:off x="34036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6045025-F232-0B56-627D-611283CE6CA9}"/>
              </a:ext>
            </a:extLst>
          </p:cNvPr>
          <p:cNvSpPr/>
          <p:nvPr/>
        </p:nvSpPr>
        <p:spPr>
          <a:xfrm>
            <a:off x="6019800" y="2019300"/>
            <a:ext cx="2501900" cy="40132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AAF2CC0-0633-3CA5-6098-7E61B3B4B415}"/>
              </a:ext>
            </a:extLst>
          </p:cNvPr>
          <p:cNvSpPr/>
          <p:nvPr/>
        </p:nvSpPr>
        <p:spPr>
          <a:xfrm>
            <a:off x="6019800" y="2019300"/>
            <a:ext cx="2501900" cy="635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3AE4EEC-ED8A-E498-16A7-32785D28C155}"/>
              </a:ext>
            </a:extLst>
          </p:cNvPr>
          <p:cNvSpPr txBox="1"/>
          <p:nvPr/>
        </p:nvSpPr>
        <p:spPr>
          <a:xfrm>
            <a:off x="60960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CBC63D7-F647-CAF7-6648-90E6991E1306}"/>
              </a:ext>
            </a:extLst>
          </p:cNvPr>
          <p:cNvSpPr txBox="1"/>
          <p:nvPr/>
        </p:nvSpPr>
        <p:spPr>
          <a:xfrm>
            <a:off x="60960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A7501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48</a:t>
            </a:r>
            <a:r>
              <a:rPr kumimoji="1" lang="ja-JP" altLang="en-US" sz="3800" b="1">
                <a:solidFill>
                  <a:srgbClr val="A7501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DAEE489-2B6C-3D89-D464-BDDBF8117EDF}"/>
              </a:ext>
            </a:extLst>
          </p:cNvPr>
          <p:cNvCxnSpPr/>
          <p:nvPr/>
        </p:nvCxnSpPr>
        <p:spPr>
          <a:xfrm>
            <a:off x="6096000" y="4686300"/>
            <a:ext cx="23495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A8D4A6B-2723-ACA7-6B25-480D42148C1D}"/>
              </a:ext>
            </a:extLst>
          </p:cNvPr>
          <p:cNvSpPr txBox="1"/>
          <p:nvPr/>
        </p:nvSpPr>
        <p:spPr>
          <a:xfrm>
            <a:off x="60960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F2580AC-12B1-4182-A7D0-6E3F4F74631F}"/>
              </a:ext>
            </a:extLst>
          </p:cNvPr>
          <p:cNvSpPr/>
          <p:nvPr/>
        </p:nvSpPr>
        <p:spPr>
          <a:xfrm>
            <a:off x="8712200" y="2019300"/>
            <a:ext cx="2501900" cy="4013200"/>
          </a:xfrm>
          <a:prstGeom prst="rect">
            <a:avLst/>
          </a:prstGeom>
          <a:solidFill>
            <a:srgbClr val="F0EE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D46CB8C-3944-CAC0-2BB5-5CA491441BC4}"/>
              </a:ext>
            </a:extLst>
          </p:cNvPr>
          <p:cNvSpPr/>
          <p:nvPr/>
        </p:nvSpPr>
        <p:spPr>
          <a:xfrm>
            <a:off x="8712200" y="2019300"/>
            <a:ext cx="2501900" cy="63500"/>
          </a:xfrm>
          <a:prstGeom prst="rect">
            <a:avLst/>
          </a:prstGeom>
          <a:solidFill>
            <a:srgbClr val="8055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A9809B4-EAF9-591A-8A13-07B6B63DCA76}"/>
              </a:ext>
            </a:extLst>
          </p:cNvPr>
          <p:cNvSpPr txBox="1"/>
          <p:nvPr/>
        </p:nvSpPr>
        <p:spPr>
          <a:xfrm>
            <a:off x="87884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8055A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200" b="1">
              <a:solidFill>
                <a:srgbClr val="8055A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1D93B0A-87D5-249E-1250-17EF396C1598}"/>
              </a:ext>
            </a:extLst>
          </p:cNvPr>
          <p:cNvSpPr txBox="1"/>
          <p:nvPr/>
        </p:nvSpPr>
        <p:spPr>
          <a:xfrm>
            <a:off x="87884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8055A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60</a:t>
            </a:r>
            <a:r>
              <a:rPr kumimoji="1" lang="ja-JP" altLang="en-US" sz="3800" b="1">
                <a:solidFill>
                  <a:srgbClr val="8055A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E5CBBF7-4036-5300-1508-A16C8D407B83}"/>
              </a:ext>
            </a:extLst>
          </p:cNvPr>
          <p:cNvCxnSpPr/>
          <p:nvPr/>
        </p:nvCxnSpPr>
        <p:spPr>
          <a:xfrm>
            <a:off x="8788400" y="4686300"/>
            <a:ext cx="23495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5E74925-F41C-E0E1-5BBE-029B31137B54}"/>
              </a:ext>
            </a:extLst>
          </p:cNvPr>
          <p:cNvSpPr txBox="1"/>
          <p:nvPr/>
        </p:nvSpPr>
        <p:spPr>
          <a:xfrm>
            <a:off x="87884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AC27F4CB-277F-5D8E-C07A-088D5DAF568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EAADAF6-8F8B-8765-2C38-B5D167460CF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7305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AE6AAA2-2B97-048E-E11B-E597D0D3B7D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3A0D75-23F7-F538-A261-3DFBC655181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D4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説明から式へ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C32808F-59AA-E943-4607-CFD9A9D1D00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2C27210-49AF-735C-BAFB-35B5C4DE10F8}"/>
              </a:ext>
            </a:extLst>
          </p:cNvPr>
          <p:cNvSpPr/>
          <p:nvPr/>
        </p:nvSpPr>
        <p:spPr>
          <a:xfrm>
            <a:off x="635000" y="1981200"/>
            <a:ext cx="3462867" cy="1841500"/>
          </a:xfrm>
          <a:prstGeom prst="rect">
            <a:avLst/>
          </a:prstGeom>
          <a:solidFill>
            <a:srgbClr val="E9EE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781A195-6D8A-BE61-DF32-49846D9F1739}"/>
              </a:ext>
            </a:extLst>
          </p:cNvPr>
          <p:cNvSpPr/>
          <p:nvPr/>
        </p:nvSpPr>
        <p:spPr>
          <a:xfrm>
            <a:off x="635000" y="1981200"/>
            <a:ext cx="3462867" cy="63500"/>
          </a:xfrm>
          <a:prstGeom prst="rect">
            <a:avLst/>
          </a:prstGeom>
          <a:solidFill>
            <a:srgbClr val="275A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61ECA97-A86B-B62D-8BB0-40C20515573D}"/>
              </a:ext>
            </a:extLst>
          </p:cNvPr>
          <p:cNvSpPr txBox="1"/>
          <p:nvPr/>
        </p:nvSpPr>
        <p:spPr>
          <a:xfrm>
            <a:off x="711200" y="2019300"/>
            <a:ext cx="3386667" cy="60020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75AB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275AB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DE7893E-F279-0BBD-94DF-A299C31ED3F0}"/>
              </a:ext>
            </a:extLst>
          </p:cNvPr>
          <p:cNvSpPr txBox="1"/>
          <p:nvPr/>
        </p:nvSpPr>
        <p:spPr>
          <a:xfrm>
            <a:off x="711200" y="2721102"/>
            <a:ext cx="3386667" cy="1063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56E41E2-2D19-B691-70E4-6CA61F83DB21}"/>
              </a:ext>
            </a:extLst>
          </p:cNvPr>
          <p:cNvSpPr/>
          <p:nvPr/>
        </p:nvSpPr>
        <p:spPr>
          <a:xfrm>
            <a:off x="4326467" y="1981200"/>
            <a:ext cx="3462866" cy="1841500"/>
          </a:xfrm>
          <a:prstGeom prst="rect">
            <a:avLst/>
          </a:prstGeom>
          <a:solidFill>
            <a:srgbClr val="E8F0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692A743-98C9-77CB-5A0A-639D5E627739}"/>
              </a:ext>
            </a:extLst>
          </p:cNvPr>
          <p:cNvSpPr/>
          <p:nvPr/>
        </p:nvSpPr>
        <p:spPr>
          <a:xfrm>
            <a:off x="4326467" y="1981200"/>
            <a:ext cx="3462866" cy="63500"/>
          </a:xfrm>
          <a:prstGeom prst="rect">
            <a:avLst/>
          </a:prstGeom>
          <a:solidFill>
            <a:srgbClr val="147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B2EEF1-AC35-2CFC-A942-9E5CEC7D6B76}"/>
              </a:ext>
            </a:extLst>
          </p:cNvPr>
          <p:cNvSpPr txBox="1"/>
          <p:nvPr/>
        </p:nvSpPr>
        <p:spPr>
          <a:xfrm>
            <a:off x="4402667" y="2019300"/>
            <a:ext cx="3386667" cy="60020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47A6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147A6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6FD28CE-16DB-2076-2D1B-D5F7DB0B6716}"/>
              </a:ext>
            </a:extLst>
          </p:cNvPr>
          <p:cNvSpPr txBox="1"/>
          <p:nvPr/>
        </p:nvSpPr>
        <p:spPr>
          <a:xfrm>
            <a:off x="4402667" y="2721102"/>
            <a:ext cx="3386667" cy="1063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32C5FA-B161-A6B8-545B-C4E8DA26B5CD}"/>
              </a:ext>
            </a:extLst>
          </p:cNvPr>
          <p:cNvSpPr/>
          <p:nvPr/>
        </p:nvSpPr>
        <p:spPr>
          <a:xfrm>
            <a:off x="8017933" y="1981200"/>
            <a:ext cx="3462867" cy="1841500"/>
          </a:xfrm>
          <a:prstGeom prst="rect">
            <a:avLst/>
          </a:prstGeom>
          <a:solidFill>
            <a:srgbClr val="F3ED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AC32D98-27B0-57A5-DA69-8F8FCA8C5165}"/>
              </a:ext>
            </a:extLst>
          </p:cNvPr>
          <p:cNvSpPr/>
          <p:nvPr/>
        </p:nvSpPr>
        <p:spPr>
          <a:xfrm>
            <a:off x="8017933" y="1981200"/>
            <a:ext cx="3462867" cy="63500"/>
          </a:xfrm>
          <a:prstGeom prst="rect">
            <a:avLst/>
          </a:prstGeom>
          <a:solidFill>
            <a:srgbClr val="A750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01C4EF6-844F-01B0-F928-76AA0B187B36}"/>
              </a:ext>
            </a:extLst>
          </p:cNvPr>
          <p:cNvSpPr txBox="1"/>
          <p:nvPr/>
        </p:nvSpPr>
        <p:spPr>
          <a:xfrm>
            <a:off x="8094133" y="2019300"/>
            <a:ext cx="3386667" cy="60020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A7501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A7501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D6F18B-071B-AAB1-FFC7-2E0033877E53}"/>
              </a:ext>
            </a:extLst>
          </p:cNvPr>
          <p:cNvSpPr txBox="1"/>
          <p:nvPr/>
        </p:nvSpPr>
        <p:spPr>
          <a:xfrm>
            <a:off x="8094133" y="2721102"/>
            <a:ext cx="3386667" cy="1063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DEA810D-3736-7BB9-D2A6-9FBDC2908AC0}"/>
              </a:ext>
            </a:extLst>
          </p:cNvPr>
          <p:cNvSpPr/>
          <p:nvPr/>
        </p:nvSpPr>
        <p:spPr>
          <a:xfrm>
            <a:off x="711200" y="4254500"/>
            <a:ext cx="10769600" cy="1193800"/>
          </a:xfrm>
          <a:prstGeom prst="rect">
            <a:avLst/>
          </a:prstGeom>
          <a:solidFill>
            <a:srgbClr val="E8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286FCDE-3769-2CCA-9BD3-9E399FB99EFA}"/>
              </a:ext>
            </a:extLst>
          </p:cNvPr>
          <p:cNvSpPr txBox="1"/>
          <p:nvPr/>
        </p:nvSpPr>
        <p:spPr>
          <a:xfrm>
            <a:off x="952500" y="4432300"/>
            <a:ext cx="10287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75AB5"/>
                </a:solidFill>
                <a:latin typeface="Cambria Math" panose="02040503050406030204" pitchFamily="18" charset="0"/>
                <a:ea typeface="BIZ UDPGothic" panose="020B0400000000000000" pitchFamily="50" charset="-128"/>
              </a:rPr>
              <a:t>1 + 3 + 5 = 9</a:t>
            </a:r>
            <a:endParaRPr kumimoji="1" lang="ja-JP" altLang="en-US" sz="3200" b="1">
              <a:solidFill>
                <a:srgbClr val="275AB5"/>
              </a:solidFill>
              <a:latin typeface="Cambria Math" panose="02040503050406030204" pitchFamily="18" charset="0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9CB0BE3-5826-2858-BA30-6B8CC7E461F3}"/>
              </a:ext>
            </a:extLst>
          </p:cNvPr>
          <p:cNvSpPr txBox="1"/>
          <p:nvPr/>
        </p:nvSpPr>
        <p:spPr>
          <a:xfrm>
            <a:off x="711200" y="5651500"/>
            <a:ext cx="107696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最初の</a:t>
            </a:r>
            <a:r>
              <a:rPr kumimoji="1" lang="en-US" altLang="ja-JP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r>
              <a:rPr kumimoji="1" lang="ja-JP" altLang="en-US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個の奇数の和。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6AC3C5C-8307-D078-3229-27583586E4D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C13ADA6-40AF-8E2C-EEF1-88A398B45F7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0617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 / 13</a:t>
            </a:r>
            <a:endParaRPr kumimoji="1" lang="ja-JP" altLang="en-US" sz="1000">
              <a:solidFill>
                <a:srgbClr val="50617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3803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82D45"/>
      </a:dk1>
      <a:lt1>
        <a:sysClr val="window" lastClr="FFFFFF"/>
      </a:lt1>
      <a:dk2>
        <a:srgbClr val="0E2841"/>
      </a:dk2>
      <a:lt2>
        <a:srgbClr val="E8E8E8"/>
      </a:lt2>
      <a:accent1>
        <a:srgbClr val="275AB5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2153</Words>
  <Application>Microsoft Office PowerPoint</Application>
  <PresentationFormat>ユーザー設定</PresentationFormat>
  <Paragraphs>153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BIZ UDPGothic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2026-09-30T14:14:31Z</dcterms:created>
  <dcterms:modified xsi:type="dcterms:W3CDTF">2026-09-30T14:14:31Z</dcterms:modified>
</cp:coreProperties>
</file>