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9EA02D-C5BE-43D9-AB16-2504652D948D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8D89D-847B-494C-A1C1-59E4822001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4429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題名を中央または左上の広い領域に、導入を下に置く
用途</a:t>
            </a:r>
            <a:r>
              <a:rPr kumimoji="1" lang="en-US" altLang="ja-JP"/>
              <a:t>: </a:t>
            </a:r>
            <a:r>
              <a:rPr kumimoji="1" lang="ja-JP" altLang="en-US"/>
              <a:t>題名と導入を大きく見せる表紙
注意</a:t>
            </a:r>
            <a:r>
              <a:rPr kumimoji="1" lang="en-US" altLang="ja-JP"/>
              <a:t>: </a:t>
            </a:r>
            <a:r>
              <a:rPr kumimoji="1" lang="ja-JP" altLang="en-US"/>
              <a:t>本文のページには使用しない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文字と図形の改善例 </a:t>
            </a:r>
            <a:r>
              <a:rPr kumimoji="1" lang="en-US" altLang="ja-JP"/>
              <a:t>/ AI</a:t>
            </a:r>
            <a:r>
              <a:rPr kumimoji="1" lang="ja-JP" altLang="en-US"/>
              <a:t>呼び出しなし
同じ条件で情報を確かめます。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8D89D-847B-494C-A1C1-59E482200191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2165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同じ大きさの円の中にアイコンと大きな項目名、円の下に説明
用途</a:t>
            </a:r>
            <a:r>
              <a:rPr kumimoji="1" lang="en-US" altLang="ja-JP"/>
              <a:t>: </a:t>
            </a:r>
            <a:r>
              <a:rPr kumimoji="1" lang="ja-JP" altLang="en-US"/>
              <a:t>発表で独立した短い要点を</a:t>
            </a:r>
            <a:r>
              <a:rPr kumimoji="1" lang="en-US" altLang="ja-JP"/>
              <a:t>2〜3</a:t>
            </a:r>
            <a:r>
              <a:rPr kumimoji="1" lang="ja-JP" altLang="en-US"/>
              <a:t>つ紹介するとき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文字、値</a:t>
            </a:r>
            <a:r>
              <a:rPr kumimoji="1" lang="en-US" altLang="ja-JP"/>
              <a:t>6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文字。長い説明は横帯へ。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8D89D-847B-494C-A1C1-59E482200191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2453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2×2</a:t>
            </a:r>
            <a:r>
              <a:rPr kumimoji="1" lang="ja-JP" altLang="en-US"/>
              <a:t>の淡い色面。左に意味を表すアイコン、右に大きな見出しと説明
用途</a:t>
            </a:r>
            <a:r>
              <a:rPr kumimoji="1" lang="en-US" altLang="ja-JP"/>
              <a:t>: </a:t>
            </a:r>
            <a:r>
              <a:rPr kumimoji="1" lang="ja-JP" altLang="en-US"/>
              <a:t>複数の観点を同じ重さで見せ、説明を短く添えるとき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文字。値を含む長い項目名は横帯へ。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8D89D-847B-494C-A1C1-59E482200191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3228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横長の枠の中にアイコン・太い項目名・説明を同じ位置で配置
用途</a:t>
            </a:r>
            <a:r>
              <a:rPr kumimoji="1" lang="en-US" altLang="ja-JP"/>
              <a:t>: </a:t>
            </a:r>
            <a:r>
              <a:rPr kumimoji="1" lang="ja-JP" altLang="en-US"/>
              <a:t>長めの箇条書きで、項目名と内容の対応を素早く読み取らせるとき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46</a:t>
            </a:r>
            <a:r>
              <a:rPr kumimoji="1" lang="ja-JP" altLang="en-US"/>
              <a:t>文字。</a:t>
            </a:r>
            <a:r>
              <a:rPr kumimoji="1" lang="en-US" altLang="ja-JP"/>
              <a:t>4</a:t>
            </a:r>
            <a:r>
              <a:rPr kumimoji="1" lang="ja-JP" altLang="en-US"/>
              <a:t>項目では説明</a:t>
            </a:r>
            <a:r>
              <a:rPr kumimoji="1" lang="en-US" altLang="ja-JP"/>
              <a:t>32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8D89D-847B-494C-A1C1-59E482200191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4911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左の大きな色面に結論、右に囲まれた根拠や説明。主張と説明の大きさを分ける
用途</a:t>
            </a:r>
            <a:r>
              <a:rPr kumimoji="1" lang="en-US" altLang="ja-JP"/>
              <a:t>: </a:t>
            </a:r>
            <a:r>
              <a:rPr kumimoji="1" lang="ja-JP" altLang="en-US"/>
              <a:t>明示された一つの結論を最初に読ませたいとき
注意</a:t>
            </a:r>
            <a:r>
              <a:rPr kumimoji="1" lang="en-US" altLang="ja-JP"/>
              <a:t>: </a:t>
            </a:r>
            <a:r>
              <a:rPr kumimoji="1" lang="ja-JP" altLang="en-US"/>
              <a:t>結論が決まっていない列挙には使わない。左の主張は資料・指示で明示された内容だけ。
文字量</a:t>
            </a:r>
            <a:r>
              <a:rPr kumimoji="1" lang="en-US" altLang="ja-JP"/>
              <a:t>: </a:t>
            </a:r>
            <a:r>
              <a:rPr kumimoji="1" lang="ja-JP" altLang="en-US"/>
              <a:t>結論</a:t>
            </a:r>
            <a:r>
              <a:rPr kumimoji="1" lang="en-US" altLang="ja-JP"/>
              <a:t>22</a:t>
            </a:r>
            <a:r>
              <a:rPr kumimoji="1" lang="ja-JP" altLang="en-US"/>
              <a:t>文字、本文</a:t>
            </a:r>
            <a:r>
              <a:rPr kumimoji="1" lang="en-US" altLang="ja-JP"/>
              <a:t>32</a:t>
            </a:r>
            <a:r>
              <a:rPr kumimoji="1" lang="ja-JP" altLang="en-US"/>
              <a:t>文字、項目名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8D89D-847B-494C-A1C1-59E482200191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4246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2×2</a:t>
            </a:r>
            <a:r>
              <a:rPr kumimoji="1" lang="ja-JP" altLang="en-US"/>
              <a:t>の色面に小さめの指標名、大きく一続きの値、その下に条件
用途</a:t>
            </a:r>
            <a:r>
              <a:rPr kumimoji="1" lang="en-US" altLang="ja-JP"/>
              <a:t>: </a:t>
            </a:r>
            <a:r>
              <a:rPr kumimoji="1" lang="ja-JP" altLang="en-US"/>
              <a:t>同格の金額や指標を</a:t>
            </a:r>
            <a:r>
              <a:rPr kumimoji="1" lang="en-US" altLang="ja-JP"/>
              <a:t>2〜4</a:t>
            </a:r>
            <a:r>
              <a:rPr kumimoji="1" lang="ja-JP" altLang="en-US"/>
              <a:t>つ見せるとき。数値は途中で改行しない
注意</a:t>
            </a:r>
            <a:r>
              <a:rPr kumimoji="1" lang="en-US" altLang="ja-JP"/>
              <a:t>: </a:t>
            </a:r>
            <a:r>
              <a:rPr kumimoji="1" lang="ja-JP" altLang="en-US"/>
              <a:t>数値を創作しない。図の面積は数量を表さない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指標名</a:t>
            </a:r>
            <a:r>
              <a:rPr kumimoji="1" lang="en-US" altLang="ja-JP"/>
              <a:t>14</a:t>
            </a:r>
            <a:r>
              <a:rPr kumimoji="1" lang="ja-JP" altLang="en-US"/>
              <a:t>文字、値</a:t>
            </a:r>
            <a:r>
              <a:rPr kumimoji="1" lang="en-US" altLang="ja-JP"/>
              <a:t>16</a:t>
            </a:r>
            <a:r>
              <a:rPr kumimoji="1" lang="ja-JP" altLang="en-US"/>
              <a:t>文字、説明</a:t>
            </a:r>
            <a:r>
              <a:rPr kumimoji="1" lang="en-US" altLang="ja-JP"/>
              <a:t>22</a:t>
            </a:r>
            <a:r>
              <a:rPr kumimoji="1" lang="ja-JP" altLang="en-US"/>
              <a:t>文字。長い値は横帯へ。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24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36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48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60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8D89D-847B-494C-A1C1-59E482200191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99579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左に指標名、中央の広い領域に大きな値、右に条件。行ごとに淡い色面
用途</a:t>
            </a:r>
            <a:r>
              <a:rPr kumimoji="1" lang="en-US" altLang="ja-JP"/>
              <a:t>: </a:t>
            </a:r>
            <a:r>
              <a:rPr kumimoji="1" lang="ja-JP" altLang="en-US"/>
              <a:t>桁数の多い金額や、条件を添えた複数の指標を読むとき
注意</a:t>
            </a:r>
            <a:r>
              <a:rPr kumimoji="1" lang="en-US" altLang="ja-JP"/>
              <a:t>: </a:t>
            </a:r>
            <a:r>
              <a:rPr kumimoji="1" lang="ja-JP" altLang="en-US"/>
              <a:t>数値を創作しない。図の面積は数量を表さない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指標名</a:t>
            </a:r>
            <a:r>
              <a:rPr kumimoji="1" lang="en-US" altLang="ja-JP"/>
              <a:t>12</a:t>
            </a:r>
            <a:r>
              <a:rPr kumimoji="1" lang="ja-JP" altLang="en-US"/>
              <a:t>文字、値</a:t>
            </a:r>
            <a:r>
              <a:rPr kumimoji="1" lang="en-US" altLang="ja-JP"/>
              <a:t>20</a:t>
            </a:r>
            <a:r>
              <a:rPr kumimoji="1" lang="ja-JP" altLang="en-US"/>
              <a:t>文字、説明</a:t>
            </a:r>
            <a:r>
              <a:rPr kumimoji="1" lang="en-US" altLang="ja-JP"/>
              <a:t>22</a:t>
            </a:r>
            <a:r>
              <a:rPr kumimoji="1" lang="ja-JP" altLang="en-US"/>
              <a:t>文字。単位を含む値は一行で保持。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24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36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48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60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8D89D-847B-494C-A1C1-59E482200191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3195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対象ごとに同じ大きさの枠、上にアイコン、中央の色帯に名前、下に説明
用途</a:t>
            </a:r>
            <a:r>
              <a:rPr kumimoji="1" lang="en-US" altLang="ja-JP"/>
              <a:t>: </a:t>
            </a:r>
            <a:r>
              <a:rPr kumimoji="1" lang="ja-JP" altLang="en-US"/>
              <a:t>短い比較を対象名と象徴図形で見分けるとき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対象名</a:t>
            </a:r>
            <a:r>
              <a:rPr kumimoji="1" lang="en-US" altLang="ja-JP"/>
              <a:t>12</a:t>
            </a:r>
            <a:r>
              <a:rPr kumimoji="1" lang="ja-JP" altLang="en-US"/>
              <a:t>文字、値</a:t>
            </a:r>
            <a:r>
              <a:rPr kumimoji="1" lang="en-US" altLang="ja-JP"/>
              <a:t>8</a:t>
            </a:r>
            <a:r>
              <a:rPr kumimoji="1" lang="ja-JP" altLang="en-US"/>
              <a:t>文字、説明</a:t>
            </a:r>
            <a:r>
              <a:rPr kumimoji="1" lang="en-US" altLang="ja-JP"/>
              <a:t>56</a:t>
            </a:r>
            <a:r>
              <a:rPr kumimoji="1" lang="ja-JP" altLang="en-US"/>
              <a:t>文字。比較条件を説明に残す。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8D89D-847B-494C-A1C1-59E482200191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71022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工程ごとに丸い番号と本文の図形。工程間を矢印で接続
用途</a:t>
            </a:r>
            <a:r>
              <a:rPr kumimoji="1" lang="en-US" altLang="ja-JP"/>
              <a:t>: </a:t>
            </a:r>
            <a:r>
              <a:rPr kumimoji="1" lang="ja-JP" altLang="en-US"/>
              <a:t>順序が明確な短い手順を、段階ごとに理解してもらうとき
注意</a:t>
            </a:r>
            <a:r>
              <a:rPr kumimoji="1" lang="en-US" altLang="ja-JP"/>
              <a:t>: </a:t>
            </a:r>
            <a:r>
              <a:rPr kumimoji="1" lang="ja-JP" altLang="en-US"/>
              <a:t>順序のない項目には使わない
文字量</a:t>
            </a:r>
            <a:r>
              <a:rPr kumimoji="1" lang="en-US" altLang="ja-JP"/>
              <a:t>: </a:t>
            </a:r>
            <a:r>
              <a:rPr kumimoji="1" lang="ja-JP" altLang="en-US"/>
              <a:t>工程名</a:t>
            </a:r>
            <a:r>
              <a:rPr kumimoji="1" lang="en-US" altLang="ja-JP"/>
              <a:t>10</a:t>
            </a:r>
            <a:r>
              <a:rPr kumimoji="1" lang="ja-JP" altLang="en-US"/>
              <a:t>文字、説明</a:t>
            </a:r>
            <a:r>
              <a:rPr kumimoji="1" lang="en-US" altLang="ja-JP"/>
              <a:t>24</a:t>
            </a:r>
            <a:r>
              <a:rPr kumimoji="1" lang="ja-JP" altLang="en-US"/>
              <a:t>文字。</a:t>
            </a:r>
            <a:r>
              <a:rPr kumimoji="1" lang="en-US" altLang="ja-JP"/>
              <a:t>5</a:t>
            </a:r>
            <a:r>
              <a:rPr kumimoji="1" lang="ja-JP" altLang="en-US"/>
              <a:t>工程なら工程名</a:t>
            </a:r>
            <a:r>
              <a:rPr kumimoji="1" lang="en-US" altLang="ja-JP"/>
              <a:t>8</a:t>
            </a:r>
            <a:r>
              <a:rPr kumimoji="1" lang="ja-JP" altLang="en-US"/>
              <a:t>文字・説明</a:t>
            </a:r>
            <a:r>
              <a:rPr kumimoji="1" lang="en-US" altLang="ja-JP"/>
              <a:t>18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8D89D-847B-494C-A1C1-59E482200191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58750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左に縦に連なる工程番号、右の枠内に工程名と説明
用途</a:t>
            </a:r>
            <a:r>
              <a:rPr kumimoji="1" lang="en-US" altLang="ja-JP"/>
              <a:t>: </a:t>
            </a:r>
            <a:r>
              <a:rPr kumimoji="1" lang="ja-JP" altLang="en-US"/>
              <a:t>工程の説明が少し長く、横並びでは読みにくいとき
注意</a:t>
            </a:r>
            <a:r>
              <a:rPr kumimoji="1" lang="en-US" altLang="ja-JP"/>
              <a:t>: </a:t>
            </a:r>
            <a:r>
              <a:rPr kumimoji="1" lang="ja-JP" altLang="en-US"/>
              <a:t>順序のない項目には使わない
文字量</a:t>
            </a:r>
            <a:r>
              <a:rPr kumimoji="1" lang="en-US" altLang="ja-JP"/>
              <a:t>: </a:t>
            </a:r>
            <a:r>
              <a:rPr kumimoji="1" lang="ja-JP" altLang="en-US"/>
              <a:t>工程名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46</a:t>
            </a:r>
            <a:r>
              <a:rPr kumimoji="1" lang="ja-JP" altLang="en-US"/>
              <a:t>文字。</a:t>
            </a:r>
            <a:r>
              <a:rPr kumimoji="1" lang="en-US" altLang="ja-JP"/>
              <a:t>5</a:t>
            </a:r>
            <a:r>
              <a:rPr kumimoji="1" lang="ja-JP" altLang="en-US"/>
              <a:t>工程なら説明</a:t>
            </a:r>
            <a:r>
              <a:rPr kumimoji="1" lang="en-US" altLang="ja-JP"/>
              <a:t>32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8D89D-847B-494C-A1C1-59E482200191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0106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左の色面に大きな数式と成立条件、右の枠に具体例と説明
用途</a:t>
            </a:r>
            <a:r>
              <a:rPr kumimoji="1" lang="en-US" altLang="ja-JP"/>
              <a:t>: </a:t>
            </a:r>
            <a:r>
              <a:rPr kumimoji="1" lang="ja-JP" altLang="en-US"/>
              <a:t>数式そのものと、それが意味することを一緒に伝えるとき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数式</a:t>
            </a:r>
            <a:r>
              <a:rPr kumimoji="1" lang="en-US" altLang="ja-JP"/>
              <a:t>30</a:t>
            </a:r>
            <a:r>
              <a:rPr kumimoji="1" lang="ja-JP" altLang="en-US"/>
              <a:t>文字、成立条件</a:t>
            </a:r>
            <a:r>
              <a:rPr kumimoji="1" lang="en-US" altLang="ja-JP"/>
              <a:t>40</a:t>
            </a:r>
            <a:r>
              <a:rPr kumimoji="1" lang="ja-JP" altLang="en-US"/>
              <a:t>文字、項目名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24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8D89D-847B-494C-A1C1-59E482200191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36778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ネイティブ描画の検証用
用途</a:t>
            </a:r>
            <a:r>
              <a:rPr kumimoji="1" lang="en-US" altLang="ja-JP"/>
              <a:t>: </a:t>
            </a:r>
            <a:r>
              <a:rPr kumimoji="1" lang="ja-JP" altLang="en-US"/>
              <a:t>ネイティブ描画の検証用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8D89D-847B-494C-A1C1-59E482200191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1595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33951C-9D53-8511-EDC1-3B6DF052D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7694E74-3E25-D152-2728-43E576E86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F66302-C1D5-E1F3-F415-48206CA98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AEB26-1AD1-43BD-BE3C-7AD318AAE40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D7B2CD-7B82-D0B6-E63F-148B8E0DD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E33F19-7A59-0AAA-53E5-ACD9FA147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55D17-6AC5-4DA2-9BB9-39C2987CBB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8709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69F637-D507-595D-E983-0303515FB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D6B174-911C-5293-5A76-E3A50DE5A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FA6110-4FA3-069E-DD91-4FD94D8EB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AEB26-1AD1-43BD-BE3C-7AD318AAE40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397A65-3266-6A9E-ADE2-56F0CEDFF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B6D4C2-11C4-3767-1182-6F56A2B8C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55D17-6AC5-4DA2-9BB9-39C2987CBB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1852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3FCC49-95BF-8E00-4F3F-6231FAD45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DA34B76-EA82-FA33-0BAA-94227A888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12C5C3-98C2-EFD5-8DFC-945882B5E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AEB26-1AD1-43BD-BE3C-7AD318AAE40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C939E0-22BD-AE81-46A7-225250AAB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87275B-DCEA-2206-EDA9-0C88C6366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55D17-6AC5-4DA2-9BB9-39C2987CBB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0788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230651-BA9F-0E58-6A2D-9004443E5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9F8BDF-97DF-6972-FD46-5645910D6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7E7473-D465-68DF-ADF9-495313AFD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FA9538E-B754-345E-E927-6F4DD7A5A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AEB26-1AD1-43BD-BE3C-7AD318AAE40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DAA0F1F-8B59-BE35-F184-BD9D78FAE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773033B-7398-C8EE-5C0D-B91E60149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55D17-6AC5-4DA2-9BB9-39C2987CBB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4931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634794-3C2D-0EFC-F786-97EEB1B58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01377-8A48-C264-CDBC-15241D506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1D86DDE-2AC7-4452-45CD-DACD5699A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F565D26-4266-DD5A-D1FC-12686E9F80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148052A-3CBF-4841-8116-2EF53C5DA8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8AB5AE7-7253-C442-DB9D-FA8CBE7A5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AEB26-1AD1-43BD-BE3C-7AD318AAE40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EF200FB-AEB9-CDC3-915A-875FD583D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CC13E2A-75C9-07DD-E0DD-F9520153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55D17-6AC5-4DA2-9BB9-39C2987CBB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5940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4D23DD-B743-EBD0-1E36-F461F0584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D799785-033F-D156-3E68-1C9F98B12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AEB26-1AD1-43BD-BE3C-7AD318AAE40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11B44A3-2D75-B381-39E5-19D12B4D6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3C81EED-2CAE-9151-5D56-05A6D466B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55D17-6AC5-4DA2-9BB9-39C2987CBB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7187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066CEE3-19DB-290D-798A-7944A55BD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AEB26-1AD1-43BD-BE3C-7AD318AAE40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0F75ACF-8CFF-D05F-EFDB-3403DE057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407A94-6781-2FA1-42F2-8A372C3FC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55D17-6AC5-4DA2-9BB9-39C2987CBB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110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88CC17-E495-2803-809B-34EDE2D8F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B94FD7-26CA-0A3E-63A1-15589D30A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4A110D5-37F9-F89E-3B62-1E6DAD3A0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B8225DA-046B-1FC0-F096-6244687ED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AEB26-1AD1-43BD-BE3C-7AD318AAE40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BF05DAA-C815-CAE0-2239-AD870460A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CB849B-1485-8168-8625-DDA1FD205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55D17-6AC5-4DA2-9BB9-39C2987CBB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7484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7A011B-CF7D-D643-F3D6-308FCC751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3AAF439-22B5-49A8-9A40-399718897C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E7B1F3E-35DC-0FDF-357C-684D7814B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3C630D6-AE39-341C-1B86-8C66D4A95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AEB26-1AD1-43BD-BE3C-7AD318AAE40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2C60AA-6F49-1475-544B-DE2698738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425492-956F-5867-58ED-6EA1D086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55D17-6AC5-4DA2-9BB9-39C2987CBB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2604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EBC22-EF1D-291B-8F01-297096B54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0244ED3-6421-9656-B7F3-0E5CA4F19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BE9CF4-9083-341C-4716-5D8324A59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AEB26-1AD1-43BD-BE3C-7AD318AAE40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673138-E237-A5BA-501C-6D597E63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6E1783-7407-E797-C672-C9AEA3B3E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55D17-6AC5-4DA2-9BB9-39C2987CBB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3013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D32DEC0-87F0-A1E8-090D-7F05CFDCA3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C1E03C-965A-EB45-E5C2-559637A0C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D7663C-D5E6-FD75-74B2-A3DA22572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AEB26-1AD1-43BD-BE3C-7AD318AAE40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536B63-02B6-B2D7-ED5F-BA45DFDB4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32FBA0-D14B-E30B-A086-BA6948608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55D17-6AC5-4DA2-9BB9-39C2987CBB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1191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770130C-7F30-18F4-4100-59E9B40EA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D7A00A-7237-401C-9111-50579703D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7CB265-05AB-8C85-3809-22A0D7D021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0AEB26-1AD1-43BD-BE3C-7AD318AAE40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47B1AC-DB0D-5EAD-C028-8A1EB3D06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51D293-CD93-6D86-DCF0-C3CB7AD142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B55D17-6AC5-4DA2-9BB9-39C2987CBB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3129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2F855F1-7422-C851-772D-E1E52FEA6709}"/>
              </a:ext>
            </a:extLst>
          </p:cNvPr>
          <p:cNvSpPr/>
          <p:nvPr/>
        </p:nvSpPr>
        <p:spPr>
          <a:xfrm>
            <a:off x="0" y="889000"/>
            <a:ext cx="12192000" cy="3429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12B4822-6CA9-096C-5DDF-53716F18BF43}"/>
              </a:ext>
            </a:extLst>
          </p:cNvPr>
          <p:cNvSpPr/>
          <p:nvPr/>
        </p:nvSpPr>
        <p:spPr>
          <a:xfrm>
            <a:off x="711200" y="889000"/>
            <a:ext cx="1193800" cy="762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177BF32-D4F9-DE72-4A84-A7BEE2877A91}"/>
              </a:ext>
            </a:extLst>
          </p:cNvPr>
          <p:cNvSpPr txBox="1"/>
          <p:nvPr/>
        </p:nvSpPr>
        <p:spPr>
          <a:xfrm>
            <a:off x="787400" y="1435100"/>
            <a:ext cx="10617200" cy="248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2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主張・数値・説明に強弱を付ける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B285000-9EF6-F888-D7AE-225F6D472AE7}"/>
              </a:ext>
            </a:extLst>
          </p:cNvPr>
          <p:cNvSpPr txBox="1"/>
          <p:nvPr/>
        </p:nvSpPr>
        <p:spPr>
          <a:xfrm>
            <a:off x="825500" y="4889500"/>
            <a:ext cx="105156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文字と図形の改善例 </a:t>
            </a:r>
            <a:r>
              <a:rPr kumimoji="1" lang="en-US" altLang="ja-JP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/ AI</a:t>
            </a:r>
            <a:r>
              <a:rPr kumimoji="1" lang="ja-JP" altLang="en-US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呼び出しなし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9137758C-C3E9-BABC-D3CE-04E67C75E6C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9B49A62-B1C1-DA31-18BD-29005695F9A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 / 12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9753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E9EE392-1FD1-4ABA-5576-85F5A8B1BFDD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7A8A856-C122-08B4-45C6-20D0E8AE57F2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円の中にアイコンと要点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CAA1BE1-EB34-2131-C101-A5BC32EA6A3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81BE690B-DD8F-DDA1-7492-2479E7171BDC}"/>
              </a:ext>
            </a:extLst>
          </p:cNvPr>
          <p:cNvSpPr/>
          <p:nvPr/>
        </p:nvSpPr>
        <p:spPr>
          <a:xfrm>
            <a:off x="1083733" y="2095500"/>
            <a:ext cx="2641600" cy="2641600"/>
          </a:xfrm>
          <a:prstGeom prst="ellipse">
            <a:avLst/>
          </a:prstGeom>
          <a:solidFill>
            <a:srgbClr val="EFF3F8"/>
          </a:solidFill>
          <a:ln w="12700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EE1BA8A-6906-D76A-067E-9E62BD600ADF}"/>
              </a:ext>
            </a:extLst>
          </p:cNvPr>
          <p:cNvSpPr/>
          <p:nvPr/>
        </p:nvSpPr>
        <p:spPr>
          <a:xfrm>
            <a:off x="2226733" y="2438400"/>
            <a:ext cx="355600" cy="508000"/>
          </a:xfrm>
          <a:prstGeom prst="roundRect">
            <a:avLst/>
          </a:prstGeom>
          <a:noFill/>
          <a:ln w="35560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975AB837-0C50-3406-8840-8618AF115AD2}"/>
              </a:ext>
            </a:extLst>
          </p:cNvPr>
          <p:cNvCxnSpPr/>
          <p:nvPr/>
        </p:nvCxnSpPr>
        <p:spPr>
          <a:xfrm>
            <a:off x="2302933" y="2565400"/>
            <a:ext cx="203200" cy="0"/>
          </a:xfrm>
          <a:prstGeom prst="line">
            <a:avLst/>
          </a:prstGeom>
          <a:ln w="3556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995D2A4-1FF6-85E6-0A54-A4A3CF3014FA}"/>
              </a:ext>
            </a:extLst>
          </p:cNvPr>
          <p:cNvCxnSpPr/>
          <p:nvPr/>
        </p:nvCxnSpPr>
        <p:spPr>
          <a:xfrm>
            <a:off x="2302933" y="2667000"/>
            <a:ext cx="203200" cy="0"/>
          </a:xfrm>
          <a:prstGeom prst="line">
            <a:avLst/>
          </a:prstGeom>
          <a:ln w="3556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4952091-5E2C-2784-822D-16BA60B9BB7E}"/>
              </a:ext>
            </a:extLst>
          </p:cNvPr>
          <p:cNvCxnSpPr/>
          <p:nvPr/>
        </p:nvCxnSpPr>
        <p:spPr>
          <a:xfrm>
            <a:off x="2302933" y="2768600"/>
            <a:ext cx="203200" cy="0"/>
          </a:xfrm>
          <a:prstGeom prst="line">
            <a:avLst/>
          </a:prstGeom>
          <a:ln w="3556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96E359D-5935-614D-07C0-99455264A479}"/>
              </a:ext>
            </a:extLst>
          </p:cNvPr>
          <p:cNvSpPr txBox="1"/>
          <p:nvPr/>
        </p:nvSpPr>
        <p:spPr>
          <a:xfrm>
            <a:off x="1337733" y="3136900"/>
            <a:ext cx="2133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600" b="1">
              <a:solidFill>
                <a:srgbClr val="245DA8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EF1F949-4787-421E-EDEF-32736F3AE428}"/>
              </a:ext>
            </a:extLst>
          </p:cNvPr>
          <p:cNvSpPr txBox="1"/>
          <p:nvPr/>
        </p:nvSpPr>
        <p:spPr>
          <a:xfrm>
            <a:off x="812800" y="4940300"/>
            <a:ext cx="3183467" cy="1079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9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01C2E40E-8010-3EE1-C8FA-E7E087BD5573}"/>
              </a:ext>
            </a:extLst>
          </p:cNvPr>
          <p:cNvSpPr/>
          <p:nvPr/>
        </p:nvSpPr>
        <p:spPr>
          <a:xfrm>
            <a:off x="4775200" y="2095500"/>
            <a:ext cx="2641600" cy="2641600"/>
          </a:xfrm>
          <a:prstGeom prst="ellipse">
            <a:avLst/>
          </a:prstGeom>
          <a:solidFill>
            <a:srgbClr val="ECF5F4"/>
          </a:solidFill>
          <a:ln w="12700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1E3F65AA-8B1F-C9F2-5567-3DB76D4F9277}"/>
              </a:ext>
            </a:extLst>
          </p:cNvPr>
          <p:cNvCxnSpPr/>
          <p:nvPr/>
        </p:nvCxnSpPr>
        <p:spPr>
          <a:xfrm>
            <a:off x="5867400" y="2463800"/>
            <a:ext cx="0" cy="457200"/>
          </a:xfrm>
          <a:prstGeom prst="line">
            <a:avLst/>
          </a:prstGeom>
          <a:ln w="35560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7F08A37-9B91-BAF9-5A73-EE2032AF9675}"/>
              </a:ext>
            </a:extLst>
          </p:cNvPr>
          <p:cNvCxnSpPr/>
          <p:nvPr/>
        </p:nvCxnSpPr>
        <p:spPr>
          <a:xfrm>
            <a:off x="5867400" y="2921000"/>
            <a:ext cx="482600" cy="0"/>
          </a:xfrm>
          <a:prstGeom prst="line">
            <a:avLst/>
          </a:prstGeom>
          <a:ln w="35560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FEB4B70-D0F2-7E03-5988-B49B817B8428}"/>
              </a:ext>
            </a:extLst>
          </p:cNvPr>
          <p:cNvSpPr/>
          <p:nvPr/>
        </p:nvSpPr>
        <p:spPr>
          <a:xfrm>
            <a:off x="5943600" y="2692400"/>
            <a:ext cx="76200" cy="177800"/>
          </a:xfrm>
          <a:prstGeom prst="rect">
            <a:avLst/>
          </a:prstGeom>
          <a:noFill/>
          <a:ln w="35560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5E75251-9518-680B-5A1C-1318DA74F759}"/>
              </a:ext>
            </a:extLst>
          </p:cNvPr>
          <p:cNvSpPr/>
          <p:nvPr/>
        </p:nvSpPr>
        <p:spPr>
          <a:xfrm>
            <a:off x="6070600" y="2565400"/>
            <a:ext cx="76200" cy="304800"/>
          </a:xfrm>
          <a:prstGeom prst="rect">
            <a:avLst/>
          </a:prstGeom>
          <a:noFill/>
          <a:ln w="35560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654A327-C6FC-93FD-B360-53C0F4F294CC}"/>
              </a:ext>
            </a:extLst>
          </p:cNvPr>
          <p:cNvSpPr/>
          <p:nvPr/>
        </p:nvSpPr>
        <p:spPr>
          <a:xfrm>
            <a:off x="6197600" y="2463800"/>
            <a:ext cx="76200" cy="406400"/>
          </a:xfrm>
          <a:prstGeom prst="rect">
            <a:avLst/>
          </a:prstGeom>
          <a:noFill/>
          <a:ln w="35560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2D8C0EF-A03D-FD96-4FB3-1DDC72C970D3}"/>
              </a:ext>
            </a:extLst>
          </p:cNvPr>
          <p:cNvSpPr txBox="1"/>
          <p:nvPr/>
        </p:nvSpPr>
        <p:spPr>
          <a:xfrm>
            <a:off x="5029200" y="3136900"/>
            <a:ext cx="2133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600" b="1">
              <a:solidFill>
                <a:srgbClr val="087A7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9E241F6-D08B-DE39-E76F-DB0297CCD654}"/>
              </a:ext>
            </a:extLst>
          </p:cNvPr>
          <p:cNvSpPr txBox="1"/>
          <p:nvPr/>
        </p:nvSpPr>
        <p:spPr>
          <a:xfrm>
            <a:off x="4504267" y="4940300"/>
            <a:ext cx="3183467" cy="1079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9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EEAD4B97-6D1F-D259-99A3-36CFE4B7E9C8}"/>
              </a:ext>
            </a:extLst>
          </p:cNvPr>
          <p:cNvSpPr/>
          <p:nvPr/>
        </p:nvSpPr>
        <p:spPr>
          <a:xfrm>
            <a:off x="8466667" y="2095500"/>
            <a:ext cx="2641600" cy="2641600"/>
          </a:xfrm>
          <a:prstGeom prst="ellipse">
            <a:avLst/>
          </a:prstGeom>
          <a:solidFill>
            <a:srgbClr val="F7F3EE"/>
          </a:solidFill>
          <a:ln w="12700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13ED4FC3-8F34-E96D-A2B9-257268B03FA2}"/>
              </a:ext>
            </a:extLst>
          </p:cNvPr>
          <p:cNvSpPr/>
          <p:nvPr/>
        </p:nvSpPr>
        <p:spPr>
          <a:xfrm>
            <a:off x="9685867" y="2463800"/>
            <a:ext cx="203200" cy="203200"/>
          </a:xfrm>
          <a:prstGeom prst="ellipse">
            <a:avLst/>
          </a:prstGeom>
          <a:noFill/>
          <a:ln w="35560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17D880CA-9FE0-0201-581D-F9F1035B3C7D}"/>
              </a:ext>
            </a:extLst>
          </p:cNvPr>
          <p:cNvSpPr/>
          <p:nvPr/>
        </p:nvSpPr>
        <p:spPr>
          <a:xfrm>
            <a:off x="9609667" y="2717800"/>
            <a:ext cx="355600" cy="228600"/>
          </a:xfrm>
          <a:prstGeom prst="roundRect">
            <a:avLst/>
          </a:prstGeom>
          <a:noFill/>
          <a:ln w="35560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72312BFF-C37E-E4DA-55CD-FF7D92262CCB}"/>
              </a:ext>
            </a:extLst>
          </p:cNvPr>
          <p:cNvSpPr/>
          <p:nvPr/>
        </p:nvSpPr>
        <p:spPr>
          <a:xfrm>
            <a:off x="9508067" y="2565400"/>
            <a:ext cx="101600" cy="101600"/>
          </a:xfrm>
          <a:prstGeom prst="ellipse">
            <a:avLst/>
          </a:prstGeom>
          <a:noFill/>
          <a:ln w="35560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BD83C4E8-1548-7814-85AC-8B0073C3D448}"/>
              </a:ext>
            </a:extLst>
          </p:cNvPr>
          <p:cNvSpPr/>
          <p:nvPr/>
        </p:nvSpPr>
        <p:spPr>
          <a:xfrm>
            <a:off x="9965267" y="2565400"/>
            <a:ext cx="101600" cy="101600"/>
          </a:xfrm>
          <a:prstGeom prst="ellipse">
            <a:avLst/>
          </a:prstGeom>
          <a:noFill/>
          <a:ln w="35560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633B292D-9F72-9F99-F716-F0E6B4F9F50F}"/>
              </a:ext>
            </a:extLst>
          </p:cNvPr>
          <p:cNvCxnSpPr/>
          <p:nvPr/>
        </p:nvCxnSpPr>
        <p:spPr>
          <a:xfrm>
            <a:off x="9533467" y="2743200"/>
            <a:ext cx="0" cy="152400"/>
          </a:xfrm>
          <a:prstGeom prst="line">
            <a:avLst/>
          </a:prstGeom>
          <a:ln w="35560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037F30C8-2626-5BF9-8248-3EC8EC6E473F}"/>
              </a:ext>
            </a:extLst>
          </p:cNvPr>
          <p:cNvCxnSpPr/>
          <p:nvPr/>
        </p:nvCxnSpPr>
        <p:spPr>
          <a:xfrm>
            <a:off x="10041467" y="2743200"/>
            <a:ext cx="0" cy="152400"/>
          </a:xfrm>
          <a:prstGeom prst="line">
            <a:avLst/>
          </a:prstGeom>
          <a:ln w="35560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925E043-D8BA-9D99-3C4E-17771D46D41C}"/>
              </a:ext>
            </a:extLst>
          </p:cNvPr>
          <p:cNvSpPr txBox="1"/>
          <p:nvPr/>
        </p:nvSpPr>
        <p:spPr>
          <a:xfrm>
            <a:off x="8720667" y="3136900"/>
            <a:ext cx="2133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600" b="1">
              <a:solidFill>
                <a:srgbClr val="945F1D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A2CA23D-FBDB-8F27-0275-E2E177B62C5A}"/>
              </a:ext>
            </a:extLst>
          </p:cNvPr>
          <p:cNvSpPr txBox="1"/>
          <p:nvPr/>
        </p:nvSpPr>
        <p:spPr>
          <a:xfrm>
            <a:off x="8195733" y="4940300"/>
            <a:ext cx="3183467" cy="1079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9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9A5046A5-EFB4-DC65-54CD-9A42CC30FC72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A7527CA-6F3E-8B46-45EE-C836A0FE11C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 / 12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0231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3697338-EEF5-4CFD-22EB-EEAF8E4016B7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09BAC7F-A389-6648-E72B-8E85FAB3FB9D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アイコンと本文を囲む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AC9EC67-BC00-CCA4-5E95-CBF8E2A339CA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E78E971-C6D8-EF0C-CE48-04C5AE4BC8B1}"/>
              </a:ext>
            </a:extLst>
          </p:cNvPr>
          <p:cNvSpPr/>
          <p:nvPr/>
        </p:nvSpPr>
        <p:spPr>
          <a:xfrm>
            <a:off x="711200" y="2019300"/>
            <a:ext cx="5232400" cy="1930400"/>
          </a:xfrm>
          <a:prstGeom prst="rect">
            <a:avLst/>
          </a:prstGeom>
          <a:solidFill>
            <a:srgbClr val="EFF3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872ABF8-B5E2-B3B4-8124-77129A5CDAE5}"/>
              </a:ext>
            </a:extLst>
          </p:cNvPr>
          <p:cNvSpPr/>
          <p:nvPr/>
        </p:nvSpPr>
        <p:spPr>
          <a:xfrm>
            <a:off x="711200" y="2019300"/>
            <a:ext cx="38100" cy="19304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DC72BA7-9D14-6ADC-E8E6-8F92906D8A92}"/>
              </a:ext>
            </a:extLst>
          </p:cNvPr>
          <p:cNvSpPr/>
          <p:nvPr/>
        </p:nvSpPr>
        <p:spPr>
          <a:xfrm>
            <a:off x="1066800" y="2514600"/>
            <a:ext cx="355600" cy="508000"/>
          </a:xfrm>
          <a:prstGeom prst="roundRect">
            <a:avLst/>
          </a:prstGeom>
          <a:noFill/>
          <a:ln w="35560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EEB02E3-1CAF-C7BB-D824-42EA6C2EF7DA}"/>
              </a:ext>
            </a:extLst>
          </p:cNvPr>
          <p:cNvCxnSpPr/>
          <p:nvPr/>
        </p:nvCxnSpPr>
        <p:spPr>
          <a:xfrm>
            <a:off x="1143000" y="2641600"/>
            <a:ext cx="203200" cy="0"/>
          </a:xfrm>
          <a:prstGeom prst="line">
            <a:avLst/>
          </a:prstGeom>
          <a:ln w="3556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6FC45086-299D-15A5-A1E7-BB82FFEC6E28}"/>
              </a:ext>
            </a:extLst>
          </p:cNvPr>
          <p:cNvCxnSpPr/>
          <p:nvPr/>
        </p:nvCxnSpPr>
        <p:spPr>
          <a:xfrm>
            <a:off x="1143000" y="2743200"/>
            <a:ext cx="203200" cy="0"/>
          </a:xfrm>
          <a:prstGeom prst="line">
            <a:avLst/>
          </a:prstGeom>
          <a:ln w="3556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D4E6B3CF-942C-9D1F-022E-8F0F83F6329C}"/>
              </a:ext>
            </a:extLst>
          </p:cNvPr>
          <p:cNvCxnSpPr/>
          <p:nvPr/>
        </p:nvCxnSpPr>
        <p:spPr>
          <a:xfrm>
            <a:off x="1143000" y="2844800"/>
            <a:ext cx="203200" cy="0"/>
          </a:xfrm>
          <a:prstGeom prst="line">
            <a:avLst/>
          </a:prstGeom>
          <a:ln w="3556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8C98630-8055-08AC-C809-FBA04B0B2055}"/>
              </a:ext>
            </a:extLst>
          </p:cNvPr>
          <p:cNvSpPr txBox="1"/>
          <p:nvPr/>
        </p:nvSpPr>
        <p:spPr>
          <a:xfrm>
            <a:off x="1803400" y="2197100"/>
            <a:ext cx="3886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600" b="1">
              <a:solidFill>
                <a:srgbClr val="245DA8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BEA790C-B59F-4161-E6D9-C60F4FA38945}"/>
              </a:ext>
            </a:extLst>
          </p:cNvPr>
          <p:cNvSpPr txBox="1"/>
          <p:nvPr/>
        </p:nvSpPr>
        <p:spPr>
          <a:xfrm>
            <a:off x="1803400" y="3136900"/>
            <a:ext cx="38862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01A4CE1-57E1-9732-4E98-2BA042960B32}"/>
              </a:ext>
            </a:extLst>
          </p:cNvPr>
          <p:cNvSpPr/>
          <p:nvPr/>
        </p:nvSpPr>
        <p:spPr>
          <a:xfrm>
            <a:off x="6248400" y="2019300"/>
            <a:ext cx="5232400" cy="1930400"/>
          </a:xfrm>
          <a:prstGeom prst="rect">
            <a:avLst/>
          </a:prstGeom>
          <a:solidFill>
            <a:srgbClr val="ECF5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1A2C35B-D0D3-C1DD-FD5A-1DEE53B85CA6}"/>
              </a:ext>
            </a:extLst>
          </p:cNvPr>
          <p:cNvSpPr/>
          <p:nvPr/>
        </p:nvSpPr>
        <p:spPr>
          <a:xfrm>
            <a:off x="6248400" y="2019300"/>
            <a:ext cx="38100" cy="1930400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6EC563E3-F539-EA15-35B6-162FBCCBBE07}"/>
              </a:ext>
            </a:extLst>
          </p:cNvPr>
          <p:cNvCxnSpPr/>
          <p:nvPr/>
        </p:nvCxnSpPr>
        <p:spPr>
          <a:xfrm>
            <a:off x="6553200" y="2540000"/>
            <a:ext cx="0" cy="457200"/>
          </a:xfrm>
          <a:prstGeom prst="line">
            <a:avLst/>
          </a:prstGeom>
          <a:ln w="35560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F711F892-C839-FC33-1EC7-677EAC5FE67D}"/>
              </a:ext>
            </a:extLst>
          </p:cNvPr>
          <p:cNvCxnSpPr/>
          <p:nvPr/>
        </p:nvCxnSpPr>
        <p:spPr>
          <a:xfrm>
            <a:off x="6553200" y="2997200"/>
            <a:ext cx="482600" cy="0"/>
          </a:xfrm>
          <a:prstGeom prst="line">
            <a:avLst/>
          </a:prstGeom>
          <a:ln w="35560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74D81C4-4857-D1C7-81B9-7C9559F491F4}"/>
              </a:ext>
            </a:extLst>
          </p:cNvPr>
          <p:cNvSpPr/>
          <p:nvPr/>
        </p:nvSpPr>
        <p:spPr>
          <a:xfrm>
            <a:off x="6629400" y="2768600"/>
            <a:ext cx="76200" cy="177800"/>
          </a:xfrm>
          <a:prstGeom prst="rect">
            <a:avLst/>
          </a:prstGeom>
          <a:noFill/>
          <a:ln w="35560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51FA58C-2435-3FAF-C40F-7DD97CE0016D}"/>
              </a:ext>
            </a:extLst>
          </p:cNvPr>
          <p:cNvSpPr/>
          <p:nvPr/>
        </p:nvSpPr>
        <p:spPr>
          <a:xfrm>
            <a:off x="6756400" y="2641600"/>
            <a:ext cx="76200" cy="304800"/>
          </a:xfrm>
          <a:prstGeom prst="rect">
            <a:avLst/>
          </a:prstGeom>
          <a:noFill/>
          <a:ln w="35560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C233D0D-0F5A-448F-1C2E-A9C15536EB54}"/>
              </a:ext>
            </a:extLst>
          </p:cNvPr>
          <p:cNvSpPr/>
          <p:nvPr/>
        </p:nvSpPr>
        <p:spPr>
          <a:xfrm>
            <a:off x="6883400" y="2540000"/>
            <a:ext cx="76200" cy="406400"/>
          </a:xfrm>
          <a:prstGeom prst="rect">
            <a:avLst/>
          </a:prstGeom>
          <a:noFill/>
          <a:ln w="35560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6802BA2-0707-3495-0F54-6B4278D1003D}"/>
              </a:ext>
            </a:extLst>
          </p:cNvPr>
          <p:cNvSpPr txBox="1"/>
          <p:nvPr/>
        </p:nvSpPr>
        <p:spPr>
          <a:xfrm>
            <a:off x="7340600" y="2197100"/>
            <a:ext cx="3886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600" b="1">
              <a:solidFill>
                <a:srgbClr val="087A7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8B448AA-793F-B647-17B1-0521B6A2D3F1}"/>
              </a:ext>
            </a:extLst>
          </p:cNvPr>
          <p:cNvSpPr txBox="1"/>
          <p:nvPr/>
        </p:nvSpPr>
        <p:spPr>
          <a:xfrm>
            <a:off x="7340600" y="3136900"/>
            <a:ext cx="38862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4B4E54F-0306-22C0-9FD9-F2DB0F48B7D4}"/>
              </a:ext>
            </a:extLst>
          </p:cNvPr>
          <p:cNvSpPr/>
          <p:nvPr/>
        </p:nvSpPr>
        <p:spPr>
          <a:xfrm>
            <a:off x="711200" y="4076700"/>
            <a:ext cx="5232400" cy="1930400"/>
          </a:xfrm>
          <a:prstGeom prst="rect">
            <a:avLst/>
          </a:prstGeom>
          <a:solidFill>
            <a:srgbClr val="F7F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DE86E7C-0A99-2EF4-B3B2-4ADE30292FFD}"/>
              </a:ext>
            </a:extLst>
          </p:cNvPr>
          <p:cNvSpPr/>
          <p:nvPr/>
        </p:nvSpPr>
        <p:spPr>
          <a:xfrm>
            <a:off x="711200" y="4076700"/>
            <a:ext cx="38100" cy="1930400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383A5202-1931-06AC-3A99-A4B3F0185D2C}"/>
              </a:ext>
            </a:extLst>
          </p:cNvPr>
          <p:cNvSpPr/>
          <p:nvPr/>
        </p:nvSpPr>
        <p:spPr>
          <a:xfrm>
            <a:off x="1143000" y="4597400"/>
            <a:ext cx="203200" cy="203200"/>
          </a:xfrm>
          <a:prstGeom prst="ellipse">
            <a:avLst/>
          </a:prstGeom>
          <a:noFill/>
          <a:ln w="35560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1E72650F-EE0D-4C52-D7A2-F2036596570E}"/>
              </a:ext>
            </a:extLst>
          </p:cNvPr>
          <p:cNvSpPr/>
          <p:nvPr/>
        </p:nvSpPr>
        <p:spPr>
          <a:xfrm>
            <a:off x="1066800" y="4851400"/>
            <a:ext cx="355600" cy="228600"/>
          </a:xfrm>
          <a:prstGeom prst="roundRect">
            <a:avLst/>
          </a:prstGeom>
          <a:noFill/>
          <a:ln w="35560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E01500C9-5A25-AE55-AD9C-7F1DEDF2F67F}"/>
              </a:ext>
            </a:extLst>
          </p:cNvPr>
          <p:cNvSpPr/>
          <p:nvPr/>
        </p:nvSpPr>
        <p:spPr>
          <a:xfrm>
            <a:off x="965200" y="4699000"/>
            <a:ext cx="101600" cy="101600"/>
          </a:xfrm>
          <a:prstGeom prst="ellipse">
            <a:avLst/>
          </a:prstGeom>
          <a:noFill/>
          <a:ln w="35560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C9C1065-4CBA-DA80-2CFE-BFB0F3413DDB}"/>
              </a:ext>
            </a:extLst>
          </p:cNvPr>
          <p:cNvSpPr/>
          <p:nvPr/>
        </p:nvSpPr>
        <p:spPr>
          <a:xfrm>
            <a:off x="1422400" y="4699000"/>
            <a:ext cx="101600" cy="101600"/>
          </a:xfrm>
          <a:prstGeom prst="ellipse">
            <a:avLst/>
          </a:prstGeom>
          <a:noFill/>
          <a:ln w="35560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5EFE9499-952A-207B-0106-9F9BC15C719E}"/>
              </a:ext>
            </a:extLst>
          </p:cNvPr>
          <p:cNvCxnSpPr/>
          <p:nvPr/>
        </p:nvCxnSpPr>
        <p:spPr>
          <a:xfrm>
            <a:off x="990600" y="4876800"/>
            <a:ext cx="0" cy="152400"/>
          </a:xfrm>
          <a:prstGeom prst="line">
            <a:avLst/>
          </a:prstGeom>
          <a:ln w="35560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C047D21E-27B3-D3FC-6517-12DC0DA560BE}"/>
              </a:ext>
            </a:extLst>
          </p:cNvPr>
          <p:cNvCxnSpPr/>
          <p:nvPr/>
        </p:nvCxnSpPr>
        <p:spPr>
          <a:xfrm>
            <a:off x="1498600" y="4876800"/>
            <a:ext cx="0" cy="152400"/>
          </a:xfrm>
          <a:prstGeom prst="line">
            <a:avLst/>
          </a:prstGeom>
          <a:ln w="35560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A77E693-F2BB-1A1B-251E-36D2C4580174}"/>
              </a:ext>
            </a:extLst>
          </p:cNvPr>
          <p:cNvSpPr txBox="1"/>
          <p:nvPr/>
        </p:nvSpPr>
        <p:spPr>
          <a:xfrm>
            <a:off x="1803400" y="4254500"/>
            <a:ext cx="3886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600" b="1">
              <a:solidFill>
                <a:srgbClr val="945F1D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ACA57B24-17B6-A329-B4C9-58EDDDA4B754}"/>
              </a:ext>
            </a:extLst>
          </p:cNvPr>
          <p:cNvSpPr txBox="1"/>
          <p:nvPr/>
        </p:nvSpPr>
        <p:spPr>
          <a:xfrm>
            <a:off x="1803400" y="5194300"/>
            <a:ext cx="38862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F4E58810-9EA6-BC6E-7626-D5609FC0C6E2}"/>
              </a:ext>
            </a:extLst>
          </p:cNvPr>
          <p:cNvSpPr/>
          <p:nvPr/>
        </p:nvSpPr>
        <p:spPr>
          <a:xfrm>
            <a:off x="6248400" y="4076700"/>
            <a:ext cx="5232400" cy="1930400"/>
          </a:xfrm>
          <a:prstGeom prst="rect">
            <a:avLst/>
          </a:prstGeom>
          <a:solidFill>
            <a:srgbClr val="F6F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9E04EA6-D845-1257-003F-3C178044D425}"/>
              </a:ext>
            </a:extLst>
          </p:cNvPr>
          <p:cNvSpPr/>
          <p:nvPr/>
        </p:nvSpPr>
        <p:spPr>
          <a:xfrm>
            <a:off x="6248400" y="4076700"/>
            <a:ext cx="38100" cy="1930400"/>
          </a:xfrm>
          <a:prstGeom prst="rect">
            <a:avLst/>
          </a:prstGeom>
          <a:solidFill>
            <a:srgbClr val="8651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CA265F86-F07A-44C6-D310-792B565E8B3C}"/>
              </a:ext>
            </a:extLst>
          </p:cNvPr>
          <p:cNvSpPr/>
          <p:nvPr/>
        </p:nvSpPr>
        <p:spPr>
          <a:xfrm>
            <a:off x="6527800" y="4572000"/>
            <a:ext cx="508000" cy="508000"/>
          </a:xfrm>
          <a:prstGeom prst="ellipse">
            <a:avLst/>
          </a:prstGeom>
          <a:noFill/>
          <a:ln w="35560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BD181471-0733-CFBD-EAB3-EFA2E0B51BA8}"/>
              </a:ext>
            </a:extLst>
          </p:cNvPr>
          <p:cNvSpPr/>
          <p:nvPr/>
        </p:nvSpPr>
        <p:spPr>
          <a:xfrm>
            <a:off x="6654800" y="4572000"/>
            <a:ext cx="254000" cy="508000"/>
          </a:xfrm>
          <a:prstGeom prst="ellipse">
            <a:avLst/>
          </a:prstGeom>
          <a:noFill/>
          <a:ln w="35560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68C4AE75-90B7-506A-8C95-63D113FAB070}"/>
              </a:ext>
            </a:extLst>
          </p:cNvPr>
          <p:cNvCxnSpPr/>
          <p:nvPr/>
        </p:nvCxnSpPr>
        <p:spPr>
          <a:xfrm>
            <a:off x="6527800" y="4826000"/>
            <a:ext cx="508000" cy="0"/>
          </a:xfrm>
          <a:prstGeom prst="line">
            <a:avLst/>
          </a:prstGeom>
          <a:ln w="35560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BB56A84-A800-EEAC-934F-6D76F7E3E193}"/>
              </a:ext>
            </a:extLst>
          </p:cNvPr>
          <p:cNvSpPr txBox="1"/>
          <p:nvPr/>
        </p:nvSpPr>
        <p:spPr>
          <a:xfrm>
            <a:off x="7340600" y="4254500"/>
            <a:ext cx="3886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</a:t>
            </a:r>
            <a:endParaRPr kumimoji="1" lang="ja-JP" altLang="en-US" sz="2600" b="1">
              <a:solidFill>
                <a:srgbClr val="86518C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EE5EEE02-3DA4-97EC-DE71-0459D3CBDCAB}"/>
              </a:ext>
            </a:extLst>
          </p:cNvPr>
          <p:cNvSpPr txBox="1"/>
          <p:nvPr/>
        </p:nvSpPr>
        <p:spPr>
          <a:xfrm>
            <a:off x="7340600" y="5194300"/>
            <a:ext cx="38862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AC089334-5D76-B952-D394-3CFAED64D7D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153C6DF7-8ED6-6A8B-8A7F-8D49696E48D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 / 12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22313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C7E89F2-6820-FB37-92EB-CC6D28997FF7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6606BEE-C685-0FD6-F49E-536DA4424BA7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アイコンと見出しの横帯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C56A517-1D9B-14CF-8163-CEF16FF183EB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F57DBC9-9726-0CBF-2781-237F1599DA0C}"/>
              </a:ext>
            </a:extLst>
          </p:cNvPr>
          <p:cNvSpPr/>
          <p:nvPr/>
        </p:nvSpPr>
        <p:spPr>
          <a:xfrm>
            <a:off x="711200" y="2019300"/>
            <a:ext cx="10769600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6A0CF56-D04D-884D-E403-ECF6A023AA51}"/>
              </a:ext>
            </a:extLst>
          </p:cNvPr>
          <p:cNvSpPr/>
          <p:nvPr/>
        </p:nvSpPr>
        <p:spPr>
          <a:xfrm>
            <a:off x="711200" y="2019300"/>
            <a:ext cx="38100" cy="8763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FD4F33E2-A247-B1B4-D4DC-F0FA363114D1}"/>
              </a:ext>
            </a:extLst>
          </p:cNvPr>
          <p:cNvSpPr/>
          <p:nvPr/>
        </p:nvSpPr>
        <p:spPr>
          <a:xfrm>
            <a:off x="1076325" y="2235200"/>
            <a:ext cx="311150" cy="444500"/>
          </a:xfrm>
          <a:prstGeom prst="roundRect">
            <a:avLst/>
          </a:prstGeom>
          <a:noFill/>
          <a:ln w="31115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715ABEE3-499C-1C13-D9CD-1BD2CCA286EF}"/>
              </a:ext>
            </a:extLst>
          </p:cNvPr>
          <p:cNvCxnSpPr/>
          <p:nvPr/>
        </p:nvCxnSpPr>
        <p:spPr>
          <a:xfrm>
            <a:off x="1143000" y="2346325"/>
            <a:ext cx="177800" cy="0"/>
          </a:xfrm>
          <a:prstGeom prst="line">
            <a:avLst/>
          </a:prstGeom>
          <a:ln w="3111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A2CA53D-9A21-EE7F-F90D-BCA5980C3585}"/>
              </a:ext>
            </a:extLst>
          </p:cNvPr>
          <p:cNvCxnSpPr/>
          <p:nvPr/>
        </p:nvCxnSpPr>
        <p:spPr>
          <a:xfrm>
            <a:off x="1143000" y="2435225"/>
            <a:ext cx="177800" cy="0"/>
          </a:xfrm>
          <a:prstGeom prst="line">
            <a:avLst/>
          </a:prstGeom>
          <a:ln w="3111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329A0CA-D0BC-FE50-64F7-ACDAD921C2BE}"/>
              </a:ext>
            </a:extLst>
          </p:cNvPr>
          <p:cNvCxnSpPr/>
          <p:nvPr/>
        </p:nvCxnSpPr>
        <p:spPr>
          <a:xfrm>
            <a:off x="1143000" y="2524125"/>
            <a:ext cx="177800" cy="0"/>
          </a:xfrm>
          <a:prstGeom prst="line">
            <a:avLst/>
          </a:prstGeom>
          <a:ln w="3111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485DAFE-5FAE-5906-C891-CB47E7BE3B3E}"/>
              </a:ext>
            </a:extLst>
          </p:cNvPr>
          <p:cNvSpPr txBox="1"/>
          <p:nvPr/>
        </p:nvSpPr>
        <p:spPr>
          <a:xfrm>
            <a:off x="1752600" y="2146300"/>
            <a:ext cx="34544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400" b="1">
              <a:solidFill>
                <a:srgbClr val="245DA8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ED1A4DB-3611-2E25-23EE-089EF54C49FF}"/>
              </a:ext>
            </a:extLst>
          </p:cNvPr>
          <p:cNvSpPr txBox="1"/>
          <p:nvPr/>
        </p:nvSpPr>
        <p:spPr>
          <a:xfrm>
            <a:off x="5562600" y="2159000"/>
            <a:ext cx="5638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6121D9D-5936-B6D6-4D91-2A67BC835B81}"/>
              </a:ext>
            </a:extLst>
          </p:cNvPr>
          <p:cNvSpPr/>
          <p:nvPr/>
        </p:nvSpPr>
        <p:spPr>
          <a:xfrm>
            <a:off x="711200" y="3022600"/>
            <a:ext cx="10769600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08CDABD-0C45-3DE2-853D-62FCD84605C0}"/>
              </a:ext>
            </a:extLst>
          </p:cNvPr>
          <p:cNvSpPr/>
          <p:nvPr/>
        </p:nvSpPr>
        <p:spPr>
          <a:xfrm>
            <a:off x="711200" y="3022600"/>
            <a:ext cx="38100" cy="876300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8085F1D3-2B95-923B-09CB-2E9AC61F5AD1}"/>
              </a:ext>
            </a:extLst>
          </p:cNvPr>
          <p:cNvCxnSpPr/>
          <p:nvPr/>
        </p:nvCxnSpPr>
        <p:spPr>
          <a:xfrm>
            <a:off x="1031875" y="3260725"/>
            <a:ext cx="0" cy="400050"/>
          </a:xfrm>
          <a:prstGeom prst="line">
            <a:avLst/>
          </a:prstGeom>
          <a:ln w="3111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EA8DA46-C90B-0302-6D60-A4276B8A5831}"/>
              </a:ext>
            </a:extLst>
          </p:cNvPr>
          <p:cNvCxnSpPr/>
          <p:nvPr/>
        </p:nvCxnSpPr>
        <p:spPr>
          <a:xfrm>
            <a:off x="1031875" y="3660775"/>
            <a:ext cx="422275" cy="0"/>
          </a:xfrm>
          <a:prstGeom prst="line">
            <a:avLst/>
          </a:prstGeom>
          <a:ln w="3111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525DABD-BEDD-AD1E-FB1A-D07A1F752472}"/>
              </a:ext>
            </a:extLst>
          </p:cNvPr>
          <p:cNvSpPr/>
          <p:nvPr/>
        </p:nvSpPr>
        <p:spPr>
          <a:xfrm>
            <a:off x="1098550" y="3460750"/>
            <a:ext cx="66675" cy="155575"/>
          </a:xfrm>
          <a:prstGeom prst="rect">
            <a:avLst/>
          </a:prstGeom>
          <a:noFill/>
          <a:ln w="31115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53C1BF4-C1F3-1AE3-A746-FED76171DF7F}"/>
              </a:ext>
            </a:extLst>
          </p:cNvPr>
          <p:cNvSpPr/>
          <p:nvPr/>
        </p:nvSpPr>
        <p:spPr>
          <a:xfrm>
            <a:off x="1209675" y="3349625"/>
            <a:ext cx="66675" cy="266700"/>
          </a:xfrm>
          <a:prstGeom prst="rect">
            <a:avLst/>
          </a:prstGeom>
          <a:noFill/>
          <a:ln w="31115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3349692-B248-6E21-6512-A441954114E4}"/>
              </a:ext>
            </a:extLst>
          </p:cNvPr>
          <p:cNvSpPr/>
          <p:nvPr/>
        </p:nvSpPr>
        <p:spPr>
          <a:xfrm>
            <a:off x="1320800" y="3260725"/>
            <a:ext cx="66675" cy="355600"/>
          </a:xfrm>
          <a:prstGeom prst="rect">
            <a:avLst/>
          </a:prstGeom>
          <a:noFill/>
          <a:ln w="31115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9424D7A-BA85-437E-B3F9-B84618795449}"/>
              </a:ext>
            </a:extLst>
          </p:cNvPr>
          <p:cNvSpPr txBox="1"/>
          <p:nvPr/>
        </p:nvSpPr>
        <p:spPr>
          <a:xfrm>
            <a:off x="1752600" y="3149600"/>
            <a:ext cx="34544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400" b="1">
              <a:solidFill>
                <a:srgbClr val="087A7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31E6D4C-DA5B-CD65-C64D-661E4DFE78F9}"/>
              </a:ext>
            </a:extLst>
          </p:cNvPr>
          <p:cNvSpPr txBox="1"/>
          <p:nvPr/>
        </p:nvSpPr>
        <p:spPr>
          <a:xfrm>
            <a:off x="5562600" y="3162300"/>
            <a:ext cx="5638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A64CCD8-2984-22D4-1F6D-BF54061D624A}"/>
              </a:ext>
            </a:extLst>
          </p:cNvPr>
          <p:cNvSpPr/>
          <p:nvPr/>
        </p:nvSpPr>
        <p:spPr>
          <a:xfrm>
            <a:off x="711200" y="4025900"/>
            <a:ext cx="10769600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9386E30-3BEF-95BD-EFAD-47605DB60D23}"/>
              </a:ext>
            </a:extLst>
          </p:cNvPr>
          <p:cNvSpPr/>
          <p:nvPr/>
        </p:nvSpPr>
        <p:spPr>
          <a:xfrm>
            <a:off x="711200" y="4025900"/>
            <a:ext cx="38100" cy="876300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892C8B1E-73C4-E029-6F06-04F3AA9B5F03}"/>
              </a:ext>
            </a:extLst>
          </p:cNvPr>
          <p:cNvSpPr/>
          <p:nvPr/>
        </p:nvSpPr>
        <p:spPr>
          <a:xfrm>
            <a:off x="1143000" y="4264025"/>
            <a:ext cx="177800" cy="177800"/>
          </a:xfrm>
          <a:prstGeom prst="ellipse">
            <a:avLst/>
          </a:prstGeom>
          <a:noFill/>
          <a:ln w="31115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809671BD-633F-1C75-338D-439224906C5B}"/>
              </a:ext>
            </a:extLst>
          </p:cNvPr>
          <p:cNvSpPr/>
          <p:nvPr/>
        </p:nvSpPr>
        <p:spPr>
          <a:xfrm>
            <a:off x="1076325" y="4486275"/>
            <a:ext cx="311150" cy="200025"/>
          </a:xfrm>
          <a:prstGeom prst="roundRect">
            <a:avLst/>
          </a:prstGeom>
          <a:noFill/>
          <a:ln w="31115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4675A44E-5B4C-88E1-1F0D-B51589E71C2F}"/>
              </a:ext>
            </a:extLst>
          </p:cNvPr>
          <p:cNvSpPr/>
          <p:nvPr/>
        </p:nvSpPr>
        <p:spPr>
          <a:xfrm>
            <a:off x="987425" y="4352925"/>
            <a:ext cx="88900" cy="88900"/>
          </a:xfrm>
          <a:prstGeom prst="ellipse">
            <a:avLst/>
          </a:prstGeom>
          <a:noFill/>
          <a:ln w="31115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B867777D-4E8F-5EA0-2FB0-278405090AE9}"/>
              </a:ext>
            </a:extLst>
          </p:cNvPr>
          <p:cNvSpPr/>
          <p:nvPr/>
        </p:nvSpPr>
        <p:spPr>
          <a:xfrm>
            <a:off x="1387475" y="4352925"/>
            <a:ext cx="88900" cy="88900"/>
          </a:xfrm>
          <a:prstGeom prst="ellipse">
            <a:avLst/>
          </a:prstGeom>
          <a:noFill/>
          <a:ln w="31115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97294D89-6D9F-4AB4-2643-5BDEB1991273}"/>
              </a:ext>
            </a:extLst>
          </p:cNvPr>
          <p:cNvCxnSpPr/>
          <p:nvPr/>
        </p:nvCxnSpPr>
        <p:spPr>
          <a:xfrm>
            <a:off x="1009650" y="4508500"/>
            <a:ext cx="0" cy="133350"/>
          </a:xfrm>
          <a:prstGeom prst="line">
            <a:avLst/>
          </a:prstGeom>
          <a:ln w="31115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D009CACE-1F47-E8A9-4924-F4C38C9E8718}"/>
              </a:ext>
            </a:extLst>
          </p:cNvPr>
          <p:cNvCxnSpPr/>
          <p:nvPr/>
        </p:nvCxnSpPr>
        <p:spPr>
          <a:xfrm>
            <a:off x="1454150" y="4508500"/>
            <a:ext cx="0" cy="133350"/>
          </a:xfrm>
          <a:prstGeom prst="line">
            <a:avLst/>
          </a:prstGeom>
          <a:ln w="31115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1B30E5B-97A4-CF0A-2309-A4317C2D10ED}"/>
              </a:ext>
            </a:extLst>
          </p:cNvPr>
          <p:cNvSpPr txBox="1"/>
          <p:nvPr/>
        </p:nvSpPr>
        <p:spPr>
          <a:xfrm>
            <a:off x="1752600" y="4152900"/>
            <a:ext cx="34544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400" b="1">
              <a:solidFill>
                <a:srgbClr val="945F1D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BEBE148D-8D25-CF54-B7B7-6D4BD51E848E}"/>
              </a:ext>
            </a:extLst>
          </p:cNvPr>
          <p:cNvSpPr txBox="1"/>
          <p:nvPr/>
        </p:nvSpPr>
        <p:spPr>
          <a:xfrm>
            <a:off x="5562600" y="4165600"/>
            <a:ext cx="5638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9E6C55BF-3200-A697-727E-9D5467ACAC3C}"/>
              </a:ext>
            </a:extLst>
          </p:cNvPr>
          <p:cNvSpPr/>
          <p:nvPr/>
        </p:nvSpPr>
        <p:spPr>
          <a:xfrm>
            <a:off x="711200" y="5029200"/>
            <a:ext cx="10769600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967EFCFE-7FE4-E06D-F21E-ED7CA4F09E99}"/>
              </a:ext>
            </a:extLst>
          </p:cNvPr>
          <p:cNvSpPr/>
          <p:nvPr/>
        </p:nvSpPr>
        <p:spPr>
          <a:xfrm>
            <a:off x="711200" y="5029200"/>
            <a:ext cx="38100" cy="876300"/>
          </a:xfrm>
          <a:prstGeom prst="rect">
            <a:avLst/>
          </a:prstGeom>
          <a:solidFill>
            <a:srgbClr val="8651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3A0C2290-E699-1863-4135-DEFEEF8F2733}"/>
              </a:ext>
            </a:extLst>
          </p:cNvPr>
          <p:cNvSpPr/>
          <p:nvPr/>
        </p:nvSpPr>
        <p:spPr>
          <a:xfrm>
            <a:off x="1009650" y="5245100"/>
            <a:ext cx="444500" cy="444500"/>
          </a:xfrm>
          <a:prstGeom prst="ellipse">
            <a:avLst/>
          </a:prstGeom>
          <a:noFill/>
          <a:ln w="31115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3C3872A7-6A80-92E6-39E4-77AD0A3EC533}"/>
              </a:ext>
            </a:extLst>
          </p:cNvPr>
          <p:cNvSpPr/>
          <p:nvPr/>
        </p:nvSpPr>
        <p:spPr>
          <a:xfrm>
            <a:off x="1120775" y="5245100"/>
            <a:ext cx="222250" cy="444500"/>
          </a:xfrm>
          <a:prstGeom prst="ellipse">
            <a:avLst/>
          </a:prstGeom>
          <a:noFill/>
          <a:ln w="31115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17EE0648-C330-509E-3295-9D43BB6872A3}"/>
              </a:ext>
            </a:extLst>
          </p:cNvPr>
          <p:cNvCxnSpPr/>
          <p:nvPr/>
        </p:nvCxnSpPr>
        <p:spPr>
          <a:xfrm>
            <a:off x="1009650" y="5467350"/>
            <a:ext cx="444500" cy="0"/>
          </a:xfrm>
          <a:prstGeom prst="line">
            <a:avLst/>
          </a:prstGeom>
          <a:ln w="31115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657BC8A8-561C-2DEB-65FE-654E0D7D76EE}"/>
              </a:ext>
            </a:extLst>
          </p:cNvPr>
          <p:cNvSpPr txBox="1"/>
          <p:nvPr/>
        </p:nvSpPr>
        <p:spPr>
          <a:xfrm>
            <a:off x="1752600" y="5156200"/>
            <a:ext cx="34544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</a:t>
            </a:r>
            <a:endParaRPr kumimoji="1" lang="ja-JP" altLang="en-US" sz="2400" b="1">
              <a:solidFill>
                <a:srgbClr val="86518C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1EB12186-BCCE-06BF-E48F-12CD0113D13A}"/>
              </a:ext>
            </a:extLst>
          </p:cNvPr>
          <p:cNvSpPr txBox="1"/>
          <p:nvPr/>
        </p:nvSpPr>
        <p:spPr>
          <a:xfrm>
            <a:off x="5562600" y="5168900"/>
            <a:ext cx="5638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E87BE8D4-5DF2-B694-48EF-FD780209295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3355016C-9298-8DD2-468A-72ABA9822B5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 / 12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2741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4C51865-863F-79D9-B3CD-B95FA093FA81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AC7A8C6-8A73-E0C8-231F-E8FF271E04DA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結論を大きな色面に置く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8851FF5-7110-B8C2-28DC-A126939176FA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5DD0333-0089-03F9-2FAD-72DD5ECC43EE}"/>
              </a:ext>
            </a:extLst>
          </p:cNvPr>
          <p:cNvSpPr/>
          <p:nvPr/>
        </p:nvSpPr>
        <p:spPr>
          <a:xfrm>
            <a:off x="711200" y="2019300"/>
            <a:ext cx="4699000" cy="4013200"/>
          </a:xfrm>
          <a:prstGeom prst="round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6922C1-E37B-8E69-7733-40991109C558}"/>
              </a:ext>
            </a:extLst>
          </p:cNvPr>
          <p:cNvSpPr txBox="1"/>
          <p:nvPr/>
        </p:nvSpPr>
        <p:spPr>
          <a:xfrm>
            <a:off x="1016000" y="2400300"/>
            <a:ext cx="4089400" cy="241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8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要点と根拠を伝え
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368FF18-A3A1-1480-7D97-ECC46A2B1C1C}"/>
              </a:ext>
            </a:extLst>
          </p:cNvPr>
          <p:cNvSpPr txBox="1"/>
          <p:nvPr/>
        </p:nvSpPr>
        <p:spPr>
          <a:xfrm>
            <a:off x="1016000" y="5054600"/>
            <a:ext cx="40894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同じ条件で情報を確かめます。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4D52D49-520F-1D1D-CE21-DF1277E86214}"/>
              </a:ext>
            </a:extLst>
          </p:cNvPr>
          <p:cNvSpPr/>
          <p:nvPr/>
        </p:nvSpPr>
        <p:spPr>
          <a:xfrm>
            <a:off x="5765800" y="2019300"/>
            <a:ext cx="5715000" cy="1185333"/>
          </a:xfrm>
          <a:prstGeom prst="rect">
            <a:avLst/>
          </a:prstGeom>
          <a:solidFill>
            <a:srgbClr val="EFF3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9574022-212E-736E-7044-A2B37AD7807C}"/>
              </a:ext>
            </a:extLst>
          </p:cNvPr>
          <p:cNvSpPr/>
          <p:nvPr/>
        </p:nvSpPr>
        <p:spPr>
          <a:xfrm>
            <a:off x="5765800" y="2019300"/>
            <a:ext cx="38100" cy="1185333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3FFE7F6-42CE-5AD7-0AEE-AA8892F190A7}"/>
              </a:ext>
            </a:extLst>
          </p:cNvPr>
          <p:cNvSpPr txBox="1"/>
          <p:nvPr/>
        </p:nvSpPr>
        <p:spPr>
          <a:xfrm>
            <a:off x="6019800" y="2159000"/>
            <a:ext cx="51689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600" b="1">
              <a:solidFill>
                <a:srgbClr val="245DA8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00945AB-1287-9147-0A7C-E4BADB1CAA1B}"/>
              </a:ext>
            </a:extLst>
          </p:cNvPr>
          <p:cNvSpPr txBox="1"/>
          <p:nvPr/>
        </p:nvSpPr>
        <p:spPr>
          <a:xfrm>
            <a:off x="6019800" y="2768600"/>
            <a:ext cx="5168900" cy="4106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02C3C4F-5FA9-CDA4-25A2-7A6DAC9970D0}"/>
              </a:ext>
            </a:extLst>
          </p:cNvPr>
          <p:cNvSpPr/>
          <p:nvPr/>
        </p:nvSpPr>
        <p:spPr>
          <a:xfrm>
            <a:off x="5765800" y="3357033"/>
            <a:ext cx="5715000" cy="1185334"/>
          </a:xfrm>
          <a:prstGeom prst="rect">
            <a:avLst/>
          </a:prstGeom>
          <a:solidFill>
            <a:srgbClr val="ECF5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5900143-BA34-7B1A-5CC5-40F0B72DAD92}"/>
              </a:ext>
            </a:extLst>
          </p:cNvPr>
          <p:cNvSpPr/>
          <p:nvPr/>
        </p:nvSpPr>
        <p:spPr>
          <a:xfrm>
            <a:off x="5765800" y="3357033"/>
            <a:ext cx="38100" cy="1185334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AA6E721-A786-9FCC-66D3-C4DFEA4930A2}"/>
              </a:ext>
            </a:extLst>
          </p:cNvPr>
          <p:cNvSpPr txBox="1"/>
          <p:nvPr/>
        </p:nvSpPr>
        <p:spPr>
          <a:xfrm>
            <a:off x="6019800" y="3496733"/>
            <a:ext cx="51689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600" b="1">
              <a:solidFill>
                <a:srgbClr val="087A7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C1B04CC-9D2C-CC65-FC0D-A2DCAC8F6A56}"/>
              </a:ext>
            </a:extLst>
          </p:cNvPr>
          <p:cNvSpPr txBox="1"/>
          <p:nvPr/>
        </p:nvSpPr>
        <p:spPr>
          <a:xfrm>
            <a:off x="6019800" y="4106333"/>
            <a:ext cx="5168900" cy="4106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9E0D4F6-F77E-2E3D-BD2A-2E88495655F6}"/>
              </a:ext>
            </a:extLst>
          </p:cNvPr>
          <p:cNvSpPr/>
          <p:nvPr/>
        </p:nvSpPr>
        <p:spPr>
          <a:xfrm>
            <a:off x="5765800" y="4694767"/>
            <a:ext cx="5715000" cy="1185333"/>
          </a:xfrm>
          <a:prstGeom prst="rect">
            <a:avLst/>
          </a:prstGeom>
          <a:solidFill>
            <a:srgbClr val="F7F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278BDBA-EE1D-2B0D-99A4-56D100538948}"/>
              </a:ext>
            </a:extLst>
          </p:cNvPr>
          <p:cNvSpPr/>
          <p:nvPr/>
        </p:nvSpPr>
        <p:spPr>
          <a:xfrm>
            <a:off x="5765800" y="4694767"/>
            <a:ext cx="38100" cy="1185333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098D6A6-7553-63C5-29ED-F1E151BDC4EB}"/>
              </a:ext>
            </a:extLst>
          </p:cNvPr>
          <p:cNvSpPr txBox="1"/>
          <p:nvPr/>
        </p:nvSpPr>
        <p:spPr>
          <a:xfrm>
            <a:off x="6019800" y="4834467"/>
            <a:ext cx="51689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600" b="1">
              <a:solidFill>
                <a:srgbClr val="945F1D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6396EDA-C377-47FA-84F3-CCA1B36A5004}"/>
              </a:ext>
            </a:extLst>
          </p:cNvPr>
          <p:cNvSpPr txBox="1"/>
          <p:nvPr/>
        </p:nvSpPr>
        <p:spPr>
          <a:xfrm>
            <a:off x="6019800" y="5444067"/>
            <a:ext cx="5168900" cy="4106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EF4D35E5-3E8E-3033-4C00-3E9315757031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FA7834A-E8A8-9186-6646-3CDA5B2BE36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5 / 12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68614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F246BCC-291F-0DED-52AC-A90CDAE07350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E730B08-8A57-AA47-9E67-77BC6C73631D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一行の大きな値と条件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1FD5971-89C4-59AA-F9DB-A890CC25812E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0AAFB7C-F023-4603-A3C3-ABDCD186D070}"/>
              </a:ext>
            </a:extLst>
          </p:cNvPr>
          <p:cNvSpPr/>
          <p:nvPr/>
        </p:nvSpPr>
        <p:spPr>
          <a:xfrm>
            <a:off x="711200" y="2019300"/>
            <a:ext cx="5232400" cy="1879600"/>
          </a:xfrm>
          <a:prstGeom prst="rect">
            <a:avLst/>
          </a:prstGeom>
          <a:solidFill>
            <a:srgbClr val="EFF3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AE8C97D-B165-A1CB-EC7C-D8D02D74F7D1}"/>
              </a:ext>
            </a:extLst>
          </p:cNvPr>
          <p:cNvSpPr/>
          <p:nvPr/>
        </p:nvSpPr>
        <p:spPr>
          <a:xfrm>
            <a:off x="711200" y="2019300"/>
            <a:ext cx="38100" cy="18796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6486630-8280-3EFA-7ABF-1F9A178B5B10}"/>
              </a:ext>
            </a:extLst>
          </p:cNvPr>
          <p:cNvSpPr txBox="1"/>
          <p:nvPr/>
        </p:nvSpPr>
        <p:spPr>
          <a:xfrm>
            <a:off x="965200" y="2184400"/>
            <a:ext cx="4724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200" b="1">
              <a:solidFill>
                <a:srgbClr val="245DA8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FEDFA1F-6D99-B0B6-9BC3-4DA8BC9EA8DA}"/>
              </a:ext>
            </a:extLst>
          </p:cNvPr>
          <p:cNvSpPr txBox="1"/>
          <p:nvPr/>
        </p:nvSpPr>
        <p:spPr>
          <a:xfrm>
            <a:off x="965200" y="2705100"/>
            <a:ext cx="4724400" cy="736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4000" b="1">
                <a:solidFill>
                  <a:srgbClr val="245DA8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24</a:t>
            </a:r>
            <a:r>
              <a:rPr kumimoji="1" lang="ja-JP" altLang="en-US" sz="4000" b="1">
                <a:solidFill>
                  <a:srgbClr val="245DA8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B90227C-E91B-1D93-F52A-1EF3A935DC97}"/>
              </a:ext>
            </a:extLst>
          </p:cNvPr>
          <p:cNvSpPr txBox="1"/>
          <p:nvPr/>
        </p:nvSpPr>
        <p:spPr>
          <a:xfrm>
            <a:off x="965200" y="3517900"/>
            <a:ext cx="47244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B3D3C9F-D44E-13B7-F502-8C37010D9D8A}"/>
              </a:ext>
            </a:extLst>
          </p:cNvPr>
          <p:cNvSpPr/>
          <p:nvPr/>
        </p:nvSpPr>
        <p:spPr>
          <a:xfrm>
            <a:off x="6248400" y="2019300"/>
            <a:ext cx="5232400" cy="1879600"/>
          </a:xfrm>
          <a:prstGeom prst="rect">
            <a:avLst/>
          </a:prstGeom>
          <a:solidFill>
            <a:srgbClr val="ECF5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4114F9C-68A9-F916-D444-C69E294FD096}"/>
              </a:ext>
            </a:extLst>
          </p:cNvPr>
          <p:cNvSpPr/>
          <p:nvPr/>
        </p:nvSpPr>
        <p:spPr>
          <a:xfrm>
            <a:off x="6248400" y="2019300"/>
            <a:ext cx="38100" cy="1879600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55E4C37-D209-41F0-7D1A-52C2CBADD333}"/>
              </a:ext>
            </a:extLst>
          </p:cNvPr>
          <p:cNvSpPr txBox="1"/>
          <p:nvPr/>
        </p:nvSpPr>
        <p:spPr>
          <a:xfrm>
            <a:off x="6502400" y="2184400"/>
            <a:ext cx="4724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200" b="1">
              <a:solidFill>
                <a:srgbClr val="087A7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56F6EE4-EBA1-FEDF-7722-126CF883973A}"/>
              </a:ext>
            </a:extLst>
          </p:cNvPr>
          <p:cNvSpPr txBox="1"/>
          <p:nvPr/>
        </p:nvSpPr>
        <p:spPr>
          <a:xfrm>
            <a:off x="6502400" y="2705100"/>
            <a:ext cx="4724400" cy="736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4000" b="1">
                <a:solidFill>
                  <a:srgbClr val="087A72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36</a:t>
            </a:r>
            <a:r>
              <a:rPr kumimoji="1" lang="ja-JP" altLang="en-US" sz="4000" b="1">
                <a:solidFill>
                  <a:srgbClr val="087A72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点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FD33C70-AA0D-22DD-13D5-217C09DB2BEA}"/>
              </a:ext>
            </a:extLst>
          </p:cNvPr>
          <p:cNvSpPr txBox="1"/>
          <p:nvPr/>
        </p:nvSpPr>
        <p:spPr>
          <a:xfrm>
            <a:off x="6502400" y="3517900"/>
            <a:ext cx="47244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CBE2903-951F-1286-7761-71040B2CDB0C}"/>
              </a:ext>
            </a:extLst>
          </p:cNvPr>
          <p:cNvSpPr/>
          <p:nvPr/>
        </p:nvSpPr>
        <p:spPr>
          <a:xfrm>
            <a:off x="711200" y="4025900"/>
            <a:ext cx="5232400" cy="1879600"/>
          </a:xfrm>
          <a:prstGeom prst="rect">
            <a:avLst/>
          </a:prstGeom>
          <a:solidFill>
            <a:srgbClr val="F7F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60795B9-6A00-F64B-A3D3-7DEE556B4543}"/>
              </a:ext>
            </a:extLst>
          </p:cNvPr>
          <p:cNvSpPr/>
          <p:nvPr/>
        </p:nvSpPr>
        <p:spPr>
          <a:xfrm>
            <a:off x="711200" y="4025900"/>
            <a:ext cx="38100" cy="1879600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1FA6BBB-D5B1-9CCF-438D-2881AD5BC8FC}"/>
              </a:ext>
            </a:extLst>
          </p:cNvPr>
          <p:cNvSpPr txBox="1"/>
          <p:nvPr/>
        </p:nvSpPr>
        <p:spPr>
          <a:xfrm>
            <a:off x="965200" y="4191000"/>
            <a:ext cx="4724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200" b="1">
              <a:solidFill>
                <a:srgbClr val="945F1D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DF30F0F-098E-B56D-AC63-1C73593DC775}"/>
              </a:ext>
            </a:extLst>
          </p:cNvPr>
          <p:cNvSpPr txBox="1"/>
          <p:nvPr/>
        </p:nvSpPr>
        <p:spPr>
          <a:xfrm>
            <a:off x="965200" y="4711700"/>
            <a:ext cx="4724400" cy="736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4000" b="1">
                <a:solidFill>
                  <a:srgbClr val="945F1D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48</a:t>
            </a:r>
            <a:r>
              <a:rPr kumimoji="1" lang="ja-JP" altLang="en-US" sz="4000" b="1">
                <a:solidFill>
                  <a:srgbClr val="945F1D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点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5CA4F34-7920-BE87-ACEF-D517D5C84E83}"/>
              </a:ext>
            </a:extLst>
          </p:cNvPr>
          <p:cNvSpPr txBox="1"/>
          <p:nvPr/>
        </p:nvSpPr>
        <p:spPr>
          <a:xfrm>
            <a:off x="965200" y="5524500"/>
            <a:ext cx="47244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16BBEB0-BDA8-5DEE-C608-D201170345DE}"/>
              </a:ext>
            </a:extLst>
          </p:cNvPr>
          <p:cNvSpPr/>
          <p:nvPr/>
        </p:nvSpPr>
        <p:spPr>
          <a:xfrm>
            <a:off x="6248400" y="4025900"/>
            <a:ext cx="5232400" cy="1879600"/>
          </a:xfrm>
          <a:prstGeom prst="rect">
            <a:avLst/>
          </a:prstGeom>
          <a:solidFill>
            <a:srgbClr val="F6F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F987242-88AB-CB25-A104-350BD3D94AD1}"/>
              </a:ext>
            </a:extLst>
          </p:cNvPr>
          <p:cNvSpPr/>
          <p:nvPr/>
        </p:nvSpPr>
        <p:spPr>
          <a:xfrm>
            <a:off x="6248400" y="4025900"/>
            <a:ext cx="38100" cy="1879600"/>
          </a:xfrm>
          <a:prstGeom prst="rect">
            <a:avLst/>
          </a:prstGeom>
          <a:solidFill>
            <a:srgbClr val="8651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99D6E85-B212-BC99-3E45-8B05BC1B4B7B}"/>
              </a:ext>
            </a:extLst>
          </p:cNvPr>
          <p:cNvSpPr txBox="1"/>
          <p:nvPr/>
        </p:nvSpPr>
        <p:spPr>
          <a:xfrm>
            <a:off x="6502400" y="4191000"/>
            <a:ext cx="4724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</a:t>
            </a:r>
            <a:endParaRPr kumimoji="1" lang="ja-JP" altLang="en-US" sz="2200" b="1">
              <a:solidFill>
                <a:srgbClr val="86518C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EFDF5C5-E115-0D37-E0A0-8A4BF2D15DD1}"/>
              </a:ext>
            </a:extLst>
          </p:cNvPr>
          <p:cNvSpPr txBox="1"/>
          <p:nvPr/>
        </p:nvSpPr>
        <p:spPr>
          <a:xfrm>
            <a:off x="6502400" y="4711700"/>
            <a:ext cx="4724400" cy="736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4000" b="1">
                <a:solidFill>
                  <a:srgbClr val="86518C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60</a:t>
            </a:r>
            <a:r>
              <a:rPr kumimoji="1" lang="ja-JP" altLang="en-US" sz="4000" b="1">
                <a:solidFill>
                  <a:srgbClr val="86518C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点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A041582-08CD-3641-30D4-7A51ED6D50E0}"/>
              </a:ext>
            </a:extLst>
          </p:cNvPr>
          <p:cNvSpPr txBox="1"/>
          <p:nvPr/>
        </p:nvSpPr>
        <p:spPr>
          <a:xfrm>
            <a:off x="6502400" y="5524500"/>
            <a:ext cx="47244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D16B6DD0-ECA1-D0C3-CEED-EBCEC52B28A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F2F914D-F9CC-43E3-AA88-76C583F0F819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6 / 12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07856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272D9F8-113C-CAF8-B2ED-49813822DB6D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42BD901-BB3F-5830-E88D-B650D259C16A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一続きの数値を横帯で読む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90145F9-0FDA-3294-76F1-20AB46449206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4CC2325-B6D3-2E82-AF66-1C537F9E0ED8}"/>
              </a:ext>
            </a:extLst>
          </p:cNvPr>
          <p:cNvSpPr/>
          <p:nvPr/>
        </p:nvSpPr>
        <p:spPr>
          <a:xfrm>
            <a:off x="711200" y="2019300"/>
            <a:ext cx="10769600" cy="901700"/>
          </a:xfrm>
          <a:prstGeom prst="rect">
            <a:avLst/>
          </a:prstGeom>
          <a:solidFill>
            <a:srgbClr val="EFF3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CC4A9F-8DAE-1B92-347F-EA4AC3BBF8DC}"/>
              </a:ext>
            </a:extLst>
          </p:cNvPr>
          <p:cNvSpPr/>
          <p:nvPr/>
        </p:nvSpPr>
        <p:spPr>
          <a:xfrm>
            <a:off x="711200" y="2019300"/>
            <a:ext cx="38100" cy="9017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B0D42DE-4315-BF8C-B7BC-0EE02B240EBC}"/>
              </a:ext>
            </a:extLst>
          </p:cNvPr>
          <p:cNvSpPr txBox="1"/>
          <p:nvPr/>
        </p:nvSpPr>
        <p:spPr>
          <a:xfrm>
            <a:off x="965200" y="2146300"/>
            <a:ext cx="28194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300" b="1">
              <a:solidFill>
                <a:srgbClr val="245DA8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4AE7ACA-A2BE-2380-43A1-3F0C015337CA}"/>
              </a:ext>
            </a:extLst>
          </p:cNvPr>
          <p:cNvSpPr txBox="1"/>
          <p:nvPr/>
        </p:nvSpPr>
        <p:spPr>
          <a:xfrm>
            <a:off x="4038600" y="2108200"/>
            <a:ext cx="4635500" cy="7493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3600" b="1">
                <a:solidFill>
                  <a:srgbClr val="245DA8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24</a:t>
            </a:r>
            <a:r>
              <a:rPr kumimoji="1" lang="ja-JP" altLang="en-US" sz="3600" b="1">
                <a:solidFill>
                  <a:srgbClr val="245DA8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0670D90-C430-893C-6942-B2A92152A0BE}"/>
              </a:ext>
            </a:extLst>
          </p:cNvPr>
          <p:cNvSpPr txBox="1"/>
          <p:nvPr/>
        </p:nvSpPr>
        <p:spPr>
          <a:xfrm>
            <a:off x="8966200" y="2146300"/>
            <a:ext cx="22479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F3B17D8-2337-D3E3-BA21-A5245FA95B5B}"/>
              </a:ext>
            </a:extLst>
          </p:cNvPr>
          <p:cNvSpPr/>
          <p:nvPr/>
        </p:nvSpPr>
        <p:spPr>
          <a:xfrm>
            <a:off x="711200" y="3022600"/>
            <a:ext cx="10769600" cy="901700"/>
          </a:xfrm>
          <a:prstGeom prst="rect">
            <a:avLst/>
          </a:prstGeom>
          <a:solidFill>
            <a:srgbClr val="ECF5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D91A0D4-ED30-1E23-BBF6-5F4313099E48}"/>
              </a:ext>
            </a:extLst>
          </p:cNvPr>
          <p:cNvSpPr/>
          <p:nvPr/>
        </p:nvSpPr>
        <p:spPr>
          <a:xfrm>
            <a:off x="711200" y="3022600"/>
            <a:ext cx="38100" cy="901700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4D75170-A575-C4C8-CBE0-402138D80D12}"/>
              </a:ext>
            </a:extLst>
          </p:cNvPr>
          <p:cNvSpPr txBox="1"/>
          <p:nvPr/>
        </p:nvSpPr>
        <p:spPr>
          <a:xfrm>
            <a:off x="965200" y="3149600"/>
            <a:ext cx="28194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300" b="1">
              <a:solidFill>
                <a:srgbClr val="087A7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BE10223-FC2A-FCFA-8FF0-29041F967AB1}"/>
              </a:ext>
            </a:extLst>
          </p:cNvPr>
          <p:cNvSpPr txBox="1"/>
          <p:nvPr/>
        </p:nvSpPr>
        <p:spPr>
          <a:xfrm>
            <a:off x="4038600" y="3111500"/>
            <a:ext cx="4635500" cy="7493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3600" b="1">
                <a:solidFill>
                  <a:srgbClr val="087A72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36</a:t>
            </a:r>
            <a:r>
              <a:rPr kumimoji="1" lang="ja-JP" altLang="en-US" sz="3600" b="1">
                <a:solidFill>
                  <a:srgbClr val="087A72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点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3053729-9CF1-E2D2-7C5E-87AB44BDBB7D}"/>
              </a:ext>
            </a:extLst>
          </p:cNvPr>
          <p:cNvSpPr txBox="1"/>
          <p:nvPr/>
        </p:nvSpPr>
        <p:spPr>
          <a:xfrm>
            <a:off x="8966200" y="3149600"/>
            <a:ext cx="22479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E12DCB9-070F-AA96-B60E-2E6AAEAA7F2E}"/>
              </a:ext>
            </a:extLst>
          </p:cNvPr>
          <p:cNvSpPr/>
          <p:nvPr/>
        </p:nvSpPr>
        <p:spPr>
          <a:xfrm>
            <a:off x="711200" y="4025900"/>
            <a:ext cx="10769600" cy="901700"/>
          </a:xfrm>
          <a:prstGeom prst="rect">
            <a:avLst/>
          </a:prstGeom>
          <a:solidFill>
            <a:srgbClr val="F7F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8BB2379-A699-3A73-B05B-A23D01701AA2}"/>
              </a:ext>
            </a:extLst>
          </p:cNvPr>
          <p:cNvSpPr/>
          <p:nvPr/>
        </p:nvSpPr>
        <p:spPr>
          <a:xfrm>
            <a:off x="711200" y="4025900"/>
            <a:ext cx="38100" cy="901700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7E74455-0CE9-78F7-BB46-FFA2E3E01E7E}"/>
              </a:ext>
            </a:extLst>
          </p:cNvPr>
          <p:cNvSpPr txBox="1"/>
          <p:nvPr/>
        </p:nvSpPr>
        <p:spPr>
          <a:xfrm>
            <a:off x="965200" y="4152900"/>
            <a:ext cx="28194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300" b="1">
              <a:solidFill>
                <a:srgbClr val="945F1D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9FAF170-26E1-8469-FA51-78881F61A7A0}"/>
              </a:ext>
            </a:extLst>
          </p:cNvPr>
          <p:cNvSpPr txBox="1"/>
          <p:nvPr/>
        </p:nvSpPr>
        <p:spPr>
          <a:xfrm>
            <a:off x="4038600" y="4114800"/>
            <a:ext cx="4635500" cy="7493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3600" b="1">
                <a:solidFill>
                  <a:srgbClr val="945F1D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48</a:t>
            </a:r>
            <a:r>
              <a:rPr kumimoji="1" lang="ja-JP" altLang="en-US" sz="3600" b="1">
                <a:solidFill>
                  <a:srgbClr val="945F1D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点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FCB3079-D220-9670-63BF-E33A4E958593}"/>
              </a:ext>
            </a:extLst>
          </p:cNvPr>
          <p:cNvSpPr txBox="1"/>
          <p:nvPr/>
        </p:nvSpPr>
        <p:spPr>
          <a:xfrm>
            <a:off x="8966200" y="4152900"/>
            <a:ext cx="22479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633AC8B-5FDD-2617-AE8B-1BBC30AC121C}"/>
              </a:ext>
            </a:extLst>
          </p:cNvPr>
          <p:cNvSpPr/>
          <p:nvPr/>
        </p:nvSpPr>
        <p:spPr>
          <a:xfrm>
            <a:off x="711200" y="5029200"/>
            <a:ext cx="10769600" cy="901700"/>
          </a:xfrm>
          <a:prstGeom prst="rect">
            <a:avLst/>
          </a:prstGeom>
          <a:solidFill>
            <a:srgbClr val="F6F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9A5F621-0EA3-5C58-A2A1-FEC7A1477860}"/>
              </a:ext>
            </a:extLst>
          </p:cNvPr>
          <p:cNvSpPr/>
          <p:nvPr/>
        </p:nvSpPr>
        <p:spPr>
          <a:xfrm>
            <a:off x="711200" y="5029200"/>
            <a:ext cx="38100" cy="901700"/>
          </a:xfrm>
          <a:prstGeom prst="rect">
            <a:avLst/>
          </a:prstGeom>
          <a:solidFill>
            <a:srgbClr val="8651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6A64B68-3686-CFFF-3FC5-BE09280C108E}"/>
              </a:ext>
            </a:extLst>
          </p:cNvPr>
          <p:cNvSpPr txBox="1"/>
          <p:nvPr/>
        </p:nvSpPr>
        <p:spPr>
          <a:xfrm>
            <a:off x="965200" y="5156200"/>
            <a:ext cx="28194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</a:t>
            </a:r>
            <a:endParaRPr kumimoji="1" lang="ja-JP" altLang="en-US" sz="2300" b="1">
              <a:solidFill>
                <a:srgbClr val="86518C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CD51A99-1ED8-FD76-D17E-6AF6282B66A2}"/>
              </a:ext>
            </a:extLst>
          </p:cNvPr>
          <p:cNvSpPr txBox="1"/>
          <p:nvPr/>
        </p:nvSpPr>
        <p:spPr>
          <a:xfrm>
            <a:off x="4038600" y="5118100"/>
            <a:ext cx="4635500" cy="7493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3600" b="1">
                <a:solidFill>
                  <a:srgbClr val="86518C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60</a:t>
            </a:r>
            <a:r>
              <a:rPr kumimoji="1" lang="ja-JP" altLang="en-US" sz="3600" b="1">
                <a:solidFill>
                  <a:srgbClr val="86518C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点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CCF7E59-17E1-11F4-987A-837BE6574265}"/>
              </a:ext>
            </a:extLst>
          </p:cNvPr>
          <p:cNvSpPr txBox="1"/>
          <p:nvPr/>
        </p:nvSpPr>
        <p:spPr>
          <a:xfrm>
            <a:off x="8966200" y="5156200"/>
            <a:ext cx="22479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F3A7F51C-58DE-B695-7634-7C02E6213C2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D987E69-F5DA-0E33-0C05-EE1BD250832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7 / 12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6642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ABD644F-CB49-F963-BE6F-AAE05937BA4C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B847013-DCEA-7B31-A630-DF1D6FB8681F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アイコンと色帯で比べる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C8CB060-3AC2-5497-517E-3C3330A9961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86CE6E1-604D-0F19-89D5-0F1E3322B7D3}"/>
              </a:ext>
            </a:extLst>
          </p:cNvPr>
          <p:cNvSpPr/>
          <p:nvPr/>
        </p:nvSpPr>
        <p:spPr>
          <a:xfrm>
            <a:off x="711200" y="2019300"/>
            <a:ext cx="3386667" cy="401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23AEE11-A397-F814-6649-09BB957BB75D}"/>
              </a:ext>
            </a:extLst>
          </p:cNvPr>
          <p:cNvSpPr/>
          <p:nvPr/>
        </p:nvSpPr>
        <p:spPr>
          <a:xfrm>
            <a:off x="711200" y="2019300"/>
            <a:ext cx="38100" cy="40132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AB719607-B973-C5C9-B484-F46FB94B534F}"/>
              </a:ext>
            </a:extLst>
          </p:cNvPr>
          <p:cNvSpPr/>
          <p:nvPr/>
        </p:nvSpPr>
        <p:spPr>
          <a:xfrm>
            <a:off x="2211917" y="2277533"/>
            <a:ext cx="385233" cy="550334"/>
          </a:xfrm>
          <a:prstGeom prst="roundRect">
            <a:avLst/>
          </a:prstGeom>
          <a:noFill/>
          <a:ln w="38523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4B38222B-6F2D-22F0-CB33-6DFA4DC315DF}"/>
              </a:ext>
            </a:extLst>
          </p:cNvPr>
          <p:cNvCxnSpPr/>
          <p:nvPr/>
        </p:nvCxnSpPr>
        <p:spPr>
          <a:xfrm>
            <a:off x="2294467" y="2415117"/>
            <a:ext cx="220133" cy="0"/>
          </a:xfrm>
          <a:prstGeom prst="line">
            <a:avLst/>
          </a:prstGeom>
          <a:ln w="38523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19F46E06-5F09-54F2-E316-888CAE337593}"/>
              </a:ext>
            </a:extLst>
          </p:cNvPr>
          <p:cNvCxnSpPr/>
          <p:nvPr/>
        </p:nvCxnSpPr>
        <p:spPr>
          <a:xfrm>
            <a:off x="2294467" y="2525183"/>
            <a:ext cx="220133" cy="0"/>
          </a:xfrm>
          <a:prstGeom prst="line">
            <a:avLst/>
          </a:prstGeom>
          <a:ln w="38523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8A1E059-F533-1173-121D-7543273DFB7C}"/>
              </a:ext>
            </a:extLst>
          </p:cNvPr>
          <p:cNvCxnSpPr/>
          <p:nvPr/>
        </p:nvCxnSpPr>
        <p:spPr>
          <a:xfrm>
            <a:off x="2294467" y="2635250"/>
            <a:ext cx="220133" cy="0"/>
          </a:xfrm>
          <a:prstGeom prst="line">
            <a:avLst/>
          </a:prstGeom>
          <a:ln w="38523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169D39A-13B8-6B17-F14F-A4EEDFF14B0A}"/>
              </a:ext>
            </a:extLst>
          </p:cNvPr>
          <p:cNvSpPr/>
          <p:nvPr/>
        </p:nvSpPr>
        <p:spPr>
          <a:xfrm>
            <a:off x="711200" y="3124200"/>
            <a:ext cx="3386667" cy="9779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6B11BA5-590C-8431-5CD4-F0AC7CD3DD1A}"/>
              </a:ext>
            </a:extLst>
          </p:cNvPr>
          <p:cNvSpPr txBox="1"/>
          <p:nvPr/>
        </p:nvSpPr>
        <p:spPr>
          <a:xfrm>
            <a:off x="889000" y="3213100"/>
            <a:ext cx="3031067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600" b="1">
              <a:solidFill>
                <a:srgbClr val="FFFFF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826518B-D81B-DA41-4961-B5B3CEE10D43}"/>
              </a:ext>
            </a:extLst>
          </p:cNvPr>
          <p:cNvSpPr txBox="1"/>
          <p:nvPr/>
        </p:nvSpPr>
        <p:spPr>
          <a:xfrm>
            <a:off x="965200" y="4343400"/>
            <a:ext cx="2878667" cy="144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11F4B5E-E766-CAA0-CA65-E7CB27A54F4A}"/>
              </a:ext>
            </a:extLst>
          </p:cNvPr>
          <p:cNvSpPr/>
          <p:nvPr/>
        </p:nvSpPr>
        <p:spPr>
          <a:xfrm>
            <a:off x="4402667" y="2019300"/>
            <a:ext cx="3386666" cy="401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67BF221-518B-553A-2696-593AFEEF9E68}"/>
              </a:ext>
            </a:extLst>
          </p:cNvPr>
          <p:cNvSpPr/>
          <p:nvPr/>
        </p:nvSpPr>
        <p:spPr>
          <a:xfrm>
            <a:off x="4402667" y="2019300"/>
            <a:ext cx="38100" cy="4013200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37414D99-FA03-906B-A1AE-FEBF1F2C34FF}"/>
              </a:ext>
            </a:extLst>
          </p:cNvPr>
          <p:cNvCxnSpPr/>
          <p:nvPr/>
        </p:nvCxnSpPr>
        <p:spPr>
          <a:xfrm>
            <a:off x="5848350" y="2305050"/>
            <a:ext cx="0" cy="495300"/>
          </a:xfrm>
          <a:prstGeom prst="line">
            <a:avLst/>
          </a:prstGeom>
          <a:ln w="38523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709DE442-9974-2A80-795C-17D6A51D2867}"/>
              </a:ext>
            </a:extLst>
          </p:cNvPr>
          <p:cNvCxnSpPr/>
          <p:nvPr/>
        </p:nvCxnSpPr>
        <p:spPr>
          <a:xfrm>
            <a:off x="5848350" y="2800350"/>
            <a:ext cx="522817" cy="0"/>
          </a:xfrm>
          <a:prstGeom prst="line">
            <a:avLst/>
          </a:prstGeom>
          <a:ln w="38523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3B5BFFA-A1D8-07E5-017A-721F0728AB0E}"/>
              </a:ext>
            </a:extLst>
          </p:cNvPr>
          <p:cNvSpPr/>
          <p:nvPr/>
        </p:nvSpPr>
        <p:spPr>
          <a:xfrm>
            <a:off x="5930900" y="2552700"/>
            <a:ext cx="82550" cy="192617"/>
          </a:xfrm>
          <a:prstGeom prst="rect">
            <a:avLst/>
          </a:prstGeom>
          <a:noFill/>
          <a:ln w="38523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D3AF7B4-2EC4-D895-E8DB-9AC2145E36C8}"/>
              </a:ext>
            </a:extLst>
          </p:cNvPr>
          <p:cNvSpPr/>
          <p:nvPr/>
        </p:nvSpPr>
        <p:spPr>
          <a:xfrm>
            <a:off x="6068483" y="2415117"/>
            <a:ext cx="82550" cy="330200"/>
          </a:xfrm>
          <a:prstGeom prst="rect">
            <a:avLst/>
          </a:prstGeom>
          <a:noFill/>
          <a:ln w="38523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6033A50-0012-D2D5-13FF-F5FA3B207A3F}"/>
              </a:ext>
            </a:extLst>
          </p:cNvPr>
          <p:cNvSpPr/>
          <p:nvPr/>
        </p:nvSpPr>
        <p:spPr>
          <a:xfrm>
            <a:off x="6206067" y="2305050"/>
            <a:ext cx="82550" cy="440267"/>
          </a:xfrm>
          <a:prstGeom prst="rect">
            <a:avLst/>
          </a:prstGeom>
          <a:noFill/>
          <a:ln w="38523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3C0C3CC-6AD6-9B3C-84D3-09EEE4989561}"/>
              </a:ext>
            </a:extLst>
          </p:cNvPr>
          <p:cNvSpPr/>
          <p:nvPr/>
        </p:nvSpPr>
        <p:spPr>
          <a:xfrm>
            <a:off x="4402667" y="3124200"/>
            <a:ext cx="3386666" cy="977900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3257D8B-07D6-63DF-84C6-6D11CA307965}"/>
              </a:ext>
            </a:extLst>
          </p:cNvPr>
          <p:cNvSpPr txBox="1"/>
          <p:nvPr/>
        </p:nvSpPr>
        <p:spPr>
          <a:xfrm>
            <a:off x="4580467" y="3213100"/>
            <a:ext cx="3031067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600" b="1">
              <a:solidFill>
                <a:srgbClr val="FFFFF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4C85BB8-150A-A02B-4F97-FE97F6FA6B9A}"/>
              </a:ext>
            </a:extLst>
          </p:cNvPr>
          <p:cNvSpPr txBox="1"/>
          <p:nvPr/>
        </p:nvSpPr>
        <p:spPr>
          <a:xfrm>
            <a:off x="4656667" y="4343400"/>
            <a:ext cx="2878667" cy="144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689B87A-51D1-E1DB-1774-BC0AA6DE94ED}"/>
              </a:ext>
            </a:extLst>
          </p:cNvPr>
          <p:cNvSpPr/>
          <p:nvPr/>
        </p:nvSpPr>
        <p:spPr>
          <a:xfrm>
            <a:off x="8094133" y="2019300"/>
            <a:ext cx="3386667" cy="401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83BBB89-9FDD-C306-2754-8ACB4BCEF8E2}"/>
              </a:ext>
            </a:extLst>
          </p:cNvPr>
          <p:cNvSpPr/>
          <p:nvPr/>
        </p:nvSpPr>
        <p:spPr>
          <a:xfrm>
            <a:off x="8094133" y="2019300"/>
            <a:ext cx="38100" cy="4013200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28F2C66-8F40-1983-7CFC-E5F9F74F8292}"/>
              </a:ext>
            </a:extLst>
          </p:cNvPr>
          <p:cNvSpPr/>
          <p:nvPr/>
        </p:nvSpPr>
        <p:spPr>
          <a:xfrm>
            <a:off x="9677400" y="2305050"/>
            <a:ext cx="220133" cy="220133"/>
          </a:xfrm>
          <a:prstGeom prst="ellipse">
            <a:avLst/>
          </a:prstGeom>
          <a:noFill/>
          <a:ln w="38523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C88515A6-717C-6EC0-9C86-0CA817D88C6C}"/>
              </a:ext>
            </a:extLst>
          </p:cNvPr>
          <p:cNvSpPr/>
          <p:nvPr/>
        </p:nvSpPr>
        <p:spPr>
          <a:xfrm>
            <a:off x="9594850" y="2580217"/>
            <a:ext cx="385233" cy="247650"/>
          </a:xfrm>
          <a:prstGeom prst="roundRect">
            <a:avLst/>
          </a:prstGeom>
          <a:noFill/>
          <a:ln w="38523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EB95347-DB66-1563-8584-078A7E4FD9B4}"/>
              </a:ext>
            </a:extLst>
          </p:cNvPr>
          <p:cNvSpPr/>
          <p:nvPr/>
        </p:nvSpPr>
        <p:spPr>
          <a:xfrm>
            <a:off x="9484783" y="2415117"/>
            <a:ext cx="110067" cy="110066"/>
          </a:xfrm>
          <a:prstGeom prst="ellipse">
            <a:avLst/>
          </a:prstGeom>
          <a:noFill/>
          <a:ln w="38523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97D71D80-B104-7AEA-0E00-B7D2949A84F4}"/>
              </a:ext>
            </a:extLst>
          </p:cNvPr>
          <p:cNvSpPr/>
          <p:nvPr/>
        </p:nvSpPr>
        <p:spPr>
          <a:xfrm>
            <a:off x="9980083" y="2415117"/>
            <a:ext cx="110067" cy="110066"/>
          </a:xfrm>
          <a:prstGeom prst="ellipse">
            <a:avLst/>
          </a:prstGeom>
          <a:noFill/>
          <a:ln w="38523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331DAEA1-9605-9FBA-DFBE-D1566C95739B}"/>
              </a:ext>
            </a:extLst>
          </p:cNvPr>
          <p:cNvCxnSpPr/>
          <p:nvPr/>
        </p:nvCxnSpPr>
        <p:spPr>
          <a:xfrm>
            <a:off x="9512300" y="2607733"/>
            <a:ext cx="0" cy="165100"/>
          </a:xfrm>
          <a:prstGeom prst="line">
            <a:avLst/>
          </a:prstGeom>
          <a:ln w="38523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06CE6994-B0B4-F917-8323-E8CFE31D7152}"/>
              </a:ext>
            </a:extLst>
          </p:cNvPr>
          <p:cNvCxnSpPr/>
          <p:nvPr/>
        </p:nvCxnSpPr>
        <p:spPr>
          <a:xfrm>
            <a:off x="10062633" y="2607733"/>
            <a:ext cx="0" cy="165100"/>
          </a:xfrm>
          <a:prstGeom prst="line">
            <a:avLst/>
          </a:prstGeom>
          <a:ln w="38523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2AB3F9D-05CA-AF01-BF3A-E851FC5497D5}"/>
              </a:ext>
            </a:extLst>
          </p:cNvPr>
          <p:cNvSpPr/>
          <p:nvPr/>
        </p:nvSpPr>
        <p:spPr>
          <a:xfrm>
            <a:off x="8094133" y="3124200"/>
            <a:ext cx="3386667" cy="977900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D1E6C30E-2AC3-1B1C-ECA3-D1128CABD736}"/>
              </a:ext>
            </a:extLst>
          </p:cNvPr>
          <p:cNvSpPr txBox="1"/>
          <p:nvPr/>
        </p:nvSpPr>
        <p:spPr>
          <a:xfrm>
            <a:off x="8271933" y="3213100"/>
            <a:ext cx="3031067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600" b="1">
              <a:solidFill>
                <a:srgbClr val="FFFFF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4299BD4-3FC2-40B2-401A-7DB303F69F9D}"/>
              </a:ext>
            </a:extLst>
          </p:cNvPr>
          <p:cNvSpPr txBox="1"/>
          <p:nvPr/>
        </p:nvSpPr>
        <p:spPr>
          <a:xfrm>
            <a:off x="8348133" y="4343400"/>
            <a:ext cx="2878667" cy="144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4301D468-0638-948E-954F-1E247E02E41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04A9C1D1-DCAD-2648-0AD5-D0EE30D5359E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8 / 12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34452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3C3B71F-0C2F-558D-2F74-D02E42672661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7C4D862-FFCD-CF4D-20BF-C3F650C81785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丸い番号と工程の図形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4B394AC-BC02-CC2D-11CC-7C8C64D9641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D4DF685D-D1CA-F52A-7FE0-A81426664D65}"/>
              </a:ext>
            </a:extLst>
          </p:cNvPr>
          <p:cNvSpPr/>
          <p:nvPr/>
        </p:nvSpPr>
        <p:spPr>
          <a:xfrm>
            <a:off x="1498600" y="2133600"/>
            <a:ext cx="889000" cy="8890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7DCA28E-3085-9345-EAEE-B1D591EAC170}"/>
              </a:ext>
            </a:extLst>
          </p:cNvPr>
          <p:cNvSpPr txBox="1"/>
          <p:nvPr/>
        </p:nvSpPr>
        <p:spPr>
          <a:xfrm>
            <a:off x="1600200" y="2247900"/>
            <a:ext cx="685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FFFFF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1</a:t>
            </a:r>
            <a:endParaRPr kumimoji="1" lang="ja-JP" altLang="en-US" sz="3200" b="1">
              <a:solidFill>
                <a:srgbClr val="FFFFFF"/>
              </a:solidFill>
              <a:latin typeface="Arial" panose="020B0604020202020204" pitchFamily="34" charset="0"/>
              <a:ea typeface="BIZ UDP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13548E7-1C36-B448-2D98-3648EE72482F}"/>
              </a:ext>
            </a:extLst>
          </p:cNvPr>
          <p:cNvSpPr/>
          <p:nvPr/>
        </p:nvSpPr>
        <p:spPr>
          <a:xfrm>
            <a:off x="711200" y="3327400"/>
            <a:ext cx="2463800" cy="1181100"/>
          </a:xfrm>
          <a:prstGeom prst="roundRect">
            <a:avLst/>
          </a:prstGeom>
          <a:solidFill>
            <a:srgbClr val="EFF3F8"/>
          </a:solidFill>
          <a:ln w="12700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A7657E0-FA11-9D2F-04BD-E73B4068AAF1}"/>
              </a:ext>
            </a:extLst>
          </p:cNvPr>
          <p:cNvSpPr txBox="1"/>
          <p:nvPr/>
        </p:nvSpPr>
        <p:spPr>
          <a:xfrm>
            <a:off x="863600" y="3479800"/>
            <a:ext cx="2159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4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400" b="1">
              <a:solidFill>
                <a:srgbClr val="245DA8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945DF52-50A0-A245-663D-5AF43D55A00C}"/>
              </a:ext>
            </a:extLst>
          </p:cNvPr>
          <p:cNvSpPr txBox="1"/>
          <p:nvPr/>
        </p:nvSpPr>
        <p:spPr>
          <a:xfrm>
            <a:off x="838200" y="4813300"/>
            <a:ext cx="22098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8CD53643-F21C-73B4-D492-9627B0BED072}"/>
              </a:ext>
            </a:extLst>
          </p:cNvPr>
          <p:cNvSpPr/>
          <p:nvPr/>
        </p:nvSpPr>
        <p:spPr>
          <a:xfrm>
            <a:off x="3225800" y="3759200"/>
            <a:ext cx="203200" cy="228600"/>
          </a:xfrm>
          <a:prstGeom prst="rightArrow">
            <a:avLst/>
          </a:prstGeom>
          <a:solidFill>
            <a:srgbClr val="52627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2C9042D1-A42B-3E1F-812F-377B60E4169E}"/>
              </a:ext>
            </a:extLst>
          </p:cNvPr>
          <p:cNvSpPr/>
          <p:nvPr/>
        </p:nvSpPr>
        <p:spPr>
          <a:xfrm>
            <a:off x="4267200" y="2133600"/>
            <a:ext cx="889000" cy="889000"/>
          </a:xfrm>
          <a:prstGeom prst="ellipse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38877BF-0DA4-A3BC-A11D-B83ECE379B9E}"/>
              </a:ext>
            </a:extLst>
          </p:cNvPr>
          <p:cNvSpPr txBox="1"/>
          <p:nvPr/>
        </p:nvSpPr>
        <p:spPr>
          <a:xfrm>
            <a:off x="4368800" y="2247900"/>
            <a:ext cx="685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FFFFF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2</a:t>
            </a:r>
            <a:endParaRPr kumimoji="1" lang="ja-JP" altLang="en-US" sz="3200" b="1">
              <a:solidFill>
                <a:srgbClr val="FFFFFF"/>
              </a:solidFill>
              <a:latin typeface="Arial" panose="020B0604020202020204" pitchFamily="34" charset="0"/>
              <a:ea typeface="BIZ UDPGothic" panose="020B0400000000000000" pitchFamily="50" charset="-128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4E85463A-267E-44E7-F8D2-81060CA1249D}"/>
              </a:ext>
            </a:extLst>
          </p:cNvPr>
          <p:cNvSpPr/>
          <p:nvPr/>
        </p:nvSpPr>
        <p:spPr>
          <a:xfrm>
            <a:off x="3479800" y="3327400"/>
            <a:ext cx="2463800" cy="1181100"/>
          </a:xfrm>
          <a:prstGeom prst="roundRect">
            <a:avLst/>
          </a:prstGeom>
          <a:solidFill>
            <a:srgbClr val="ECF5F4"/>
          </a:solidFill>
          <a:ln w="12700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B964ED6-2373-4D7F-6F1E-B213611C9126}"/>
              </a:ext>
            </a:extLst>
          </p:cNvPr>
          <p:cNvSpPr txBox="1"/>
          <p:nvPr/>
        </p:nvSpPr>
        <p:spPr>
          <a:xfrm>
            <a:off x="3632200" y="3479800"/>
            <a:ext cx="2159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4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400" b="1">
              <a:solidFill>
                <a:srgbClr val="087A7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C99A5B2-075E-45A5-9737-74775B95B871}"/>
              </a:ext>
            </a:extLst>
          </p:cNvPr>
          <p:cNvSpPr txBox="1"/>
          <p:nvPr/>
        </p:nvSpPr>
        <p:spPr>
          <a:xfrm>
            <a:off x="3606800" y="4813300"/>
            <a:ext cx="22098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49CB4232-64E4-FE09-0CB2-773EB2891513}"/>
              </a:ext>
            </a:extLst>
          </p:cNvPr>
          <p:cNvSpPr/>
          <p:nvPr/>
        </p:nvSpPr>
        <p:spPr>
          <a:xfrm>
            <a:off x="5994400" y="3759200"/>
            <a:ext cx="203200" cy="228600"/>
          </a:xfrm>
          <a:prstGeom prst="rightArrow">
            <a:avLst/>
          </a:prstGeom>
          <a:solidFill>
            <a:srgbClr val="52627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6099E101-31AA-BAF5-E24D-EE67B71EBDBA}"/>
              </a:ext>
            </a:extLst>
          </p:cNvPr>
          <p:cNvSpPr/>
          <p:nvPr/>
        </p:nvSpPr>
        <p:spPr>
          <a:xfrm>
            <a:off x="7035800" y="2133600"/>
            <a:ext cx="889000" cy="889000"/>
          </a:xfrm>
          <a:prstGeom prst="ellipse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660BD04-CE11-D75A-1A39-5CF377791C32}"/>
              </a:ext>
            </a:extLst>
          </p:cNvPr>
          <p:cNvSpPr txBox="1"/>
          <p:nvPr/>
        </p:nvSpPr>
        <p:spPr>
          <a:xfrm>
            <a:off x="7137400" y="2247900"/>
            <a:ext cx="685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FFFFF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3</a:t>
            </a:r>
            <a:endParaRPr kumimoji="1" lang="ja-JP" altLang="en-US" sz="3200" b="1">
              <a:solidFill>
                <a:srgbClr val="FFFFFF"/>
              </a:solidFill>
              <a:latin typeface="Arial" panose="020B0604020202020204" pitchFamily="34" charset="0"/>
              <a:ea typeface="BIZ UDPGothic" panose="020B0400000000000000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651B5F58-A1C8-C2F1-E02A-E47E92CEBA29}"/>
              </a:ext>
            </a:extLst>
          </p:cNvPr>
          <p:cNvSpPr/>
          <p:nvPr/>
        </p:nvSpPr>
        <p:spPr>
          <a:xfrm>
            <a:off x="6248400" y="3327400"/>
            <a:ext cx="2463800" cy="1181100"/>
          </a:xfrm>
          <a:prstGeom prst="roundRect">
            <a:avLst/>
          </a:prstGeom>
          <a:solidFill>
            <a:srgbClr val="F7F3EE"/>
          </a:solidFill>
          <a:ln w="12700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C8193FA-B6A5-9AFD-40A8-E704FAF0C006}"/>
              </a:ext>
            </a:extLst>
          </p:cNvPr>
          <p:cNvSpPr txBox="1"/>
          <p:nvPr/>
        </p:nvSpPr>
        <p:spPr>
          <a:xfrm>
            <a:off x="6400800" y="3479800"/>
            <a:ext cx="2159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4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400" b="1">
              <a:solidFill>
                <a:srgbClr val="945F1D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192AE3B-35E9-3647-7408-CE1A8AD73D1F}"/>
              </a:ext>
            </a:extLst>
          </p:cNvPr>
          <p:cNvSpPr txBox="1"/>
          <p:nvPr/>
        </p:nvSpPr>
        <p:spPr>
          <a:xfrm>
            <a:off x="6375400" y="4813300"/>
            <a:ext cx="22098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866D5A55-B26E-7D8E-3D49-F3904F03710C}"/>
              </a:ext>
            </a:extLst>
          </p:cNvPr>
          <p:cNvSpPr/>
          <p:nvPr/>
        </p:nvSpPr>
        <p:spPr>
          <a:xfrm>
            <a:off x="8763000" y="3759200"/>
            <a:ext cx="203200" cy="228600"/>
          </a:xfrm>
          <a:prstGeom prst="rightArrow">
            <a:avLst/>
          </a:prstGeom>
          <a:solidFill>
            <a:srgbClr val="52627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7A47354F-C7DB-3F99-1AB2-BDC4397DC993}"/>
              </a:ext>
            </a:extLst>
          </p:cNvPr>
          <p:cNvSpPr/>
          <p:nvPr/>
        </p:nvSpPr>
        <p:spPr>
          <a:xfrm>
            <a:off x="9804400" y="2133600"/>
            <a:ext cx="889000" cy="889000"/>
          </a:xfrm>
          <a:prstGeom prst="ellipse">
            <a:avLst/>
          </a:prstGeom>
          <a:solidFill>
            <a:srgbClr val="8651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0791880-EF79-FBBD-802B-77762FFF3714}"/>
              </a:ext>
            </a:extLst>
          </p:cNvPr>
          <p:cNvSpPr txBox="1"/>
          <p:nvPr/>
        </p:nvSpPr>
        <p:spPr>
          <a:xfrm>
            <a:off x="9906000" y="2247900"/>
            <a:ext cx="685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FFFFF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4</a:t>
            </a:r>
            <a:endParaRPr kumimoji="1" lang="ja-JP" altLang="en-US" sz="3200" b="1">
              <a:solidFill>
                <a:srgbClr val="FFFFFF"/>
              </a:solidFill>
              <a:latin typeface="Arial" panose="020B0604020202020204" pitchFamily="34" charset="0"/>
              <a:ea typeface="BIZ UDPGothic" panose="020B0400000000000000" pitchFamily="50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90BBE335-A544-2971-14D6-FE40375C31EF}"/>
              </a:ext>
            </a:extLst>
          </p:cNvPr>
          <p:cNvSpPr/>
          <p:nvPr/>
        </p:nvSpPr>
        <p:spPr>
          <a:xfrm>
            <a:off x="9017000" y="3327400"/>
            <a:ext cx="2463800" cy="1181100"/>
          </a:xfrm>
          <a:prstGeom prst="roundRect">
            <a:avLst/>
          </a:prstGeom>
          <a:solidFill>
            <a:srgbClr val="F6F2F6"/>
          </a:solidFill>
          <a:ln w="12700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B7E05DE-CC38-1680-4A71-B25C61C88170}"/>
              </a:ext>
            </a:extLst>
          </p:cNvPr>
          <p:cNvSpPr txBox="1"/>
          <p:nvPr/>
        </p:nvSpPr>
        <p:spPr>
          <a:xfrm>
            <a:off x="9169400" y="3479800"/>
            <a:ext cx="2159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4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</a:t>
            </a:r>
            <a:endParaRPr kumimoji="1" lang="ja-JP" altLang="en-US" sz="2400" b="1">
              <a:solidFill>
                <a:srgbClr val="86518C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BF28AF4-A28F-5504-970C-E3C5BDFEFD94}"/>
              </a:ext>
            </a:extLst>
          </p:cNvPr>
          <p:cNvSpPr txBox="1"/>
          <p:nvPr/>
        </p:nvSpPr>
        <p:spPr>
          <a:xfrm>
            <a:off x="9144000" y="4813300"/>
            <a:ext cx="22098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D556686A-38D7-94BC-8EA3-9D1FD59E6A9B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0F8081D-7012-3C5E-1963-2E98A2492D3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9 / 12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18620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6F81257-9814-A2FE-3C6B-F3CF93570F5E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5E90AAD-DBFC-E0DF-BECF-4159E4D45BC8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縦の工程と大きな段階番号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1F8A560-8100-51E2-207B-3AA495C114C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4F323864-D394-C8D1-3F84-6935D683FC23}"/>
              </a:ext>
            </a:extLst>
          </p:cNvPr>
          <p:cNvCxnSpPr/>
          <p:nvPr/>
        </p:nvCxnSpPr>
        <p:spPr>
          <a:xfrm>
            <a:off x="1066800" y="2654300"/>
            <a:ext cx="0" cy="368300"/>
          </a:xfrm>
          <a:prstGeom prst="line">
            <a:avLst/>
          </a:prstGeom>
          <a:ln w="25400">
            <a:solidFill>
              <a:srgbClr val="5262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FBC2E159-41EB-6315-231A-3AF1065F211A}"/>
              </a:ext>
            </a:extLst>
          </p:cNvPr>
          <p:cNvSpPr/>
          <p:nvPr/>
        </p:nvSpPr>
        <p:spPr>
          <a:xfrm>
            <a:off x="749300" y="2019300"/>
            <a:ext cx="635000" cy="6350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BC49F8A-5D4F-D4A3-222E-364A1CD340C6}"/>
              </a:ext>
            </a:extLst>
          </p:cNvPr>
          <p:cNvSpPr txBox="1"/>
          <p:nvPr/>
        </p:nvSpPr>
        <p:spPr>
          <a:xfrm>
            <a:off x="812800" y="2082800"/>
            <a:ext cx="508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2800" b="1">
                <a:solidFill>
                  <a:srgbClr val="FFFFF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1</a:t>
            </a:r>
            <a:endParaRPr kumimoji="1" lang="ja-JP" altLang="en-US" sz="2800" b="1">
              <a:solidFill>
                <a:srgbClr val="FFFFFF"/>
              </a:solidFill>
              <a:latin typeface="Arial" panose="020B0604020202020204" pitchFamily="34" charset="0"/>
              <a:ea typeface="BIZ UDPGothic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8E29972-15C9-C71C-F3CA-7743A77EA716}"/>
              </a:ext>
            </a:extLst>
          </p:cNvPr>
          <p:cNvSpPr/>
          <p:nvPr/>
        </p:nvSpPr>
        <p:spPr>
          <a:xfrm>
            <a:off x="1651000" y="2019300"/>
            <a:ext cx="9829800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6BCC1CF-11CD-E49B-3D81-25B2A0531F2E}"/>
              </a:ext>
            </a:extLst>
          </p:cNvPr>
          <p:cNvSpPr/>
          <p:nvPr/>
        </p:nvSpPr>
        <p:spPr>
          <a:xfrm>
            <a:off x="1651000" y="2019300"/>
            <a:ext cx="38100" cy="8763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0B0FA68-748E-855B-7655-D57AD46B3D60}"/>
              </a:ext>
            </a:extLst>
          </p:cNvPr>
          <p:cNvSpPr txBox="1"/>
          <p:nvPr/>
        </p:nvSpPr>
        <p:spPr>
          <a:xfrm>
            <a:off x="1905000" y="2146300"/>
            <a:ext cx="30226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400" b="1">
              <a:solidFill>
                <a:srgbClr val="245DA8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1ADB9BD-5021-4ECC-C133-B403CCADDB9B}"/>
              </a:ext>
            </a:extLst>
          </p:cNvPr>
          <p:cNvSpPr txBox="1"/>
          <p:nvPr/>
        </p:nvSpPr>
        <p:spPr>
          <a:xfrm>
            <a:off x="5181600" y="2146300"/>
            <a:ext cx="60325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4F8941C3-3435-CFB8-26EC-6C41724E53AA}"/>
              </a:ext>
            </a:extLst>
          </p:cNvPr>
          <p:cNvCxnSpPr/>
          <p:nvPr/>
        </p:nvCxnSpPr>
        <p:spPr>
          <a:xfrm>
            <a:off x="1066800" y="3657600"/>
            <a:ext cx="0" cy="368300"/>
          </a:xfrm>
          <a:prstGeom prst="line">
            <a:avLst/>
          </a:prstGeom>
          <a:ln w="25400">
            <a:solidFill>
              <a:srgbClr val="5262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B4F162AA-4F7E-2FCF-88C3-F72132EDA670}"/>
              </a:ext>
            </a:extLst>
          </p:cNvPr>
          <p:cNvSpPr/>
          <p:nvPr/>
        </p:nvSpPr>
        <p:spPr>
          <a:xfrm>
            <a:off x="749300" y="3022600"/>
            <a:ext cx="635000" cy="635000"/>
          </a:xfrm>
          <a:prstGeom prst="ellipse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25A3851-03E6-CE73-8664-40D0A7D04828}"/>
              </a:ext>
            </a:extLst>
          </p:cNvPr>
          <p:cNvSpPr txBox="1"/>
          <p:nvPr/>
        </p:nvSpPr>
        <p:spPr>
          <a:xfrm>
            <a:off x="812800" y="3086100"/>
            <a:ext cx="508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2800" b="1">
                <a:solidFill>
                  <a:srgbClr val="FFFFF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2</a:t>
            </a:r>
            <a:endParaRPr kumimoji="1" lang="ja-JP" altLang="en-US" sz="2800" b="1">
              <a:solidFill>
                <a:srgbClr val="FFFFFF"/>
              </a:solidFill>
              <a:latin typeface="Arial" panose="020B0604020202020204" pitchFamily="34" charset="0"/>
              <a:ea typeface="BIZ UDPGothic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83BF21B-7F83-1D23-91A8-FD3329B7781F}"/>
              </a:ext>
            </a:extLst>
          </p:cNvPr>
          <p:cNvSpPr/>
          <p:nvPr/>
        </p:nvSpPr>
        <p:spPr>
          <a:xfrm>
            <a:off x="1651000" y="3022600"/>
            <a:ext cx="9829800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B6B8610-99D4-E348-6CB8-33A78B54BC0F}"/>
              </a:ext>
            </a:extLst>
          </p:cNvPr>
          <p:cNvSpPr/>
          <p:nvPr/>
        </p:nvSpPr>
        <p:spPr>
          <a:xfrm>
            <a:off x="1651000" y="3022600"/>
            <a:ext cx="38100" cy="876300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02C70CC-F604-F463-152C-0DD12975DE04}"/>
              </a:ext>
            </a:extLst>
          </p:cNvPr>
          <p:cNvSpPr txBox="1"/>
          <p:nvPr/>
        </p:nvSpPr>
        <p:spPr>
          <a:xfrm>
            <a:off x="1905000" y="3149600"/>
            <a:ext cx="30226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400" b="1">
              <a:solidFill>
                <a:srgbClr val="087A7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08D13C0-A7A5-556E-07F4-0ACA8432C5BA}"/>
              </a:ext>
            </a:extLst>
          </p:cNvPr>
          <p:cNvSpPr txBox="1"/>
          <p:nvPr/>
        </p:nvSpPr>
        <p:spPr>
          <a:xfrm>
            <a:off x="5181600" y="3149600"/>
            <a:ext cx="60325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53172BE8-4BEE-02D5-D602-1E8EA3B93B29}"/>
              </a:ext>
            </a:extLst>
          </p:cNvPr>
          <p:cNvCxnSpPr/>
          <p:nvPr/>
        </p:nvCxnSpPr>
        <p:spPr>
          <a:xfrm>
            <a:off x="1066800" y="4660900"/>
            <a:ext cx="0" cy="368300"/>
          </a:xfrm>
          <a:prstGeom prst="line">
            <a:avLst/>
          </a:prstGeom>
          <a:ln w="25400">
            <a:solidFill>
              <a:srgbClr val="5262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楕円 19">
            <a:extLst>
              <a:ext uri="{FF2B5EF4-FFF2-40B4-BE49-F238E27FC236}">
                <a16:creationId xmlns:a16="http://schemas.microsoft.com/office/drawing/2014/main" id="{B3EABCEB-BE4F-5BC8-8650-ABF5DE877463}"/>
              </a:ext>
            </a:extLst>
          </p:cNvPr>
          <p:cNvSpPr/>
          <p:nvPr/>
        </p:nvSpPr>
        <p:spPr>
          <a:xfrm>
            <a:off x="749300" y="4025900"/>
            <a:ext cx="635000" cy="635000"/>
          </a:xfrm>
          <a:prstGeom prst="ellipse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9A1488D-7FDC-C35A-7A84-786541F0843C}"/>
              </a:ext>
            </a:extLst>
          </p:cNvPr>
          <p:cNvSpPr txBox="1"/>
          <p:nvPr/>
        </p:nvSpPr>
        <p:spPr>
          <a:xfrm>
            <a:off x="812800" y="4089400"/>
            <a:ext cx="508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2800" b="1">
                <a:solidFill>
                  <a:srgbClr val="FFFFF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3</a:t>
            </a:r>
            <a:endParaRPr kumimoji="1" lang="ja-JP" altLang="en-US" sz="2800" b="1">
              <a:solidFill>
                <a:srgbClr val="FFFFFF"/>
              </a:solidFill>
              <a:latin typeface="Arial" panose="020B0604020202020204" pitchFamily="34" charset="0"/>
              <a:ea typeface="BIZ UDPGothic" panose="020B0400000000000000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1EABA52-BABA-FB9C-7CFF-65C60FC1BA40}"/>
              </a:ext>
            </a:extLst>
          </p:cNvPr>
          <p:cNvSpPr/>
          <p:nvPr/>
        </p:nvSpPr>
        <p:spPr>
          <a:xfrm>
            <a:off x="1651000" y="4025900"/>
            <a:ext cx="9829800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2C7BA48-68CB-53CC-C3D3-272D668ECE84}"/>
              </a:ext>
            </a:extLst>
          </p:cNvPr>
          <p:cNvSpPr/>
          <p:nvPr/>
        </p:nvSpPr>
        <p:spPr>
          <a:xfrm>
            <a:off x="1651000" y="4025900"/>
            <a:ext cx="38100" cy="876300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C37631C-229A-19E8-700C-549C37D55BBC}"/>
              </a:ext>
            </a:extLst>
          </p:cNvPr>
          <p:cNvSpPr txBox="1"/>
          <p:nvPr/>
        </p:nvSpPr>
        <p:spPr>
          <a:xfrm>
            <a:off x="1905000" y="4152900"/>
            <a:ext cx="30226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400" b="1">
              <a:solidFill>
                <a:srgbClr val="945F1D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21F4EB2-46C9-116A-7E9D-C367D1C66644}"/>
              </a:ext>
            </a:extLst>
          </p:cNvPr>
          <p:cNvSpPr txBox="1"/>
          <p:nvPr/>
        </p:nvSpPr>
        <p:spPr>
          <a:xfrm>
            <a:off x="5181600" y="4152900"/>
            <a:ext cx="60325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B2C73676-3F37-5049-E10F-9974165623BA}"/>
              </a:ext>
            </a:extLst>
          </p:cNvPr>
          <p:cNvSpPr/>
          <p:nvPr/>
        </p:nvSpPr>
        <p:spPr>
          <a:xfrm>
            <a:off x="749300" y="5029200"/>
            <a:ext cx="635000" cy="635000"/>
          </a:xfrm>
          <a:prstGeom prst="ellipse">
            <a:avLst/>
          </a:prstGeom>
          <a:solidFill>
            <a:srgbClr val="8651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D9B51333-9C64-F9FC-6E19-2F09869AD740}"/>
              </a:ext>
            </a:extLst>
          </p:cNvPr>
          <p:cNvSpPr txBox="1"/>
          <p:nvPr/>
        </p:nvSpPr>
        <p:spPr>
          <a:xfrm>
            <a:off x="812800" y="5092700"/>
            <a:ext cx="508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2800" b="1">
                <a:solidFill>
                  <a:srgbClr val="FFFFFF"/>
                </a:solidFill>
                <a:latin typeface="Arial" panose="020B0604020202020204" pitchFamily="34" charset="0"/>
                <a:ea typeface="BIZ UDPGothic" panose="020B0400000000000000" pitchFamily="50" charset="-128"/>
              </a:rPr>
              <a:t>4</a:t>
            </a:r>
            <a:endParaRPr kumimoji="1" lang="ja-JP" altLang="en-US" sz="2800" b="1">
              <a:solidFill>
                <a:srgbClr val="FFFFFF"/>
              </a:solidFill>
              <a:latin typeface="Arial" panose="020B0604020202020204" pitchFamily="34" charset="0"/>
              <a:ea typeface="BIZ UDPGothic" panose="020B0400000000000000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E8A3628C-D35C-A385-765B-22BFD308F9FE}"/>
              </a:ext>
            </a:extLst>
          </p:cNvPr>
          <p:cNvSpPr/>
          <p:nvPr/>
        </p:nvSpPr>
        <p:spPr>
          <a:xfrm>
            <a:off x="1651000" y="5029200"/>
            <a:ext cx="9829800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D421B57-723A-8D20-0A2D-6D77D090131F}"/>
              </a:ext>
            </a:extLst>
          </p:cNvPr>
          <p:cNvSpPr/>
          <p:nvPr/>
        </p:nvSpPr>
        <p:spPr>
          <a:xfrm>
            <a:off x="1651000" y="5029200"/>
            <a:ext cx="38100" cy="876300"/>
          </a:xfrm>
          <a:prstGeom prst="rect">
            <a:avLst/>
          </a:prstGeom>
          <a:solidFill>
            <a:srgbClr val="8651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45B702F-E72B-928A-4D94-F302CBE4088B}"/>
              </a:ext>
            </a:extLst>
          </p:cNvPr>
          <p:cNvSpPr txBox="1"/>
          <p:nvPr/>
        </p:nvSpPr>
        <p:spPr>
          <a:xfrm>
            <a:off x="1905000" y="5156200"/>
            <a:ext cx="30226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86518C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</a:t>
            </a:r>
            <a:endParaRPr kumimoji="1" lang="ja-JP" altLang="en-US" sz="2400" b="1">
              <a:solidFill>
                <a:srgbClr val="86518C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1B11C0FC-9F40-8733-627E-8D1EB295EC3F}"/>
              </a:ext>
            </a:extLst>
          </p:cNvPr>
          <p:cNvSpPr txBox="1"/>
          <p:nvPr/>
        </p:nvSpPr>
        <p:spPr>
          <a:xfrm>
            <a:off x="5181600" y="5156200"/>
            <a:ext cx="60325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5FA68F76-F686-20A5-5265-A7F93FAC647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C104B0B-6BC8-00FD-17C6-8A4B3384118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10 / 12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97946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C6DAD47-C4C7-0645-CF07-D2E9155CF079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FB9890C-ADF2-AC35-0293-B1D3EE8B52A7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数式と意味を図形で分ける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D1E4C8C-19FA-CA64-A593-39BA167379C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94827DE-515F-EF52-E4FA-DC78BDAEFB06}"/>
              </a:ext>
            </a:extLst>
          </p:cNvPr>
          <p:cNvSpPr/>
          <p:nvPr/>
        </p:nvSpPr>
        <p:spPr>
          <a:xfrm>
            <a:off x="711200" y="2019300"/>
            <a:ext cx="5232400" cy="4013200"/>
          </a:xfrm>
          <a:prstGeom prst="round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AA3FA3D9-BF87-3675-7A35-491379F11575}"/>
              </a:ext>
            </a:extLst>
          </p:cNvPr>
          <p:cNvSpPr/>
          <p:nvPr/>
        </p:nvSpPr>
        <p:spPr>
          <a:xfrm>
            <a:off x="1079500" y="2317750"/>
            <a:ext cx="355600" cy="444500"/>
          </a:xfrm>
          <a:prstGeom prst="roundRect">
            <a:avLst/>
          </a:prstGeom>
          <a:noFill/>
          <a:ln w="31115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D760566-4A8C-FFC0-7C16-6A11FEAF0ADD}"/>
              </a:ext>
            </a:extLst>
          </p:cNvPr>
          <p:cNvSpPr/>
          <p:nvPr/>
        </p:nvSpPr>
        <p:spPr>
          <a:xfrm>
            <a:off x="1146175" y="2384425"/>
            <a:ext cx="222250" cy="88900"/>
          </a:xfrm>
          <a:prstGeom prst="rect">
            <a:avLst/>
          </a:prstGeom>
          <a:noFill/>
          <a:ln w="31115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5C0F42D7-A071-212E-9C88-47E950734502}"/>
              </a:ext>
            </a:extLst>
          </p:cNvPr>
          <p:cNvSpPr/>
          <p:nvPr/>
        </p:nvSpPr>
        <p:spPr>
          <a:xfrm>
            <a:off x="1168400" y="2540000"/>
            <a:ext cx="22225" cy="22225"/>
          </a:xfrm>
          <a:prstGeom prst="ellipse">
            <a:avLst/>
          </a:prstGeom>
          <a:solidFill>
            <a:srgbClr val="245DA8"/>
          </a:solidFill>
          <a:ln w="31115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954780A1-C8D1-D242-2499-7CDD3B176B31}"/>
              </a:ext>
            </a:extLst>
          </p:cNvPr>
          <p:cNvSpPr/>
          <p:nvPr/>
        </p:nvSpPr>
        <p:spPr>
          <a:xfrm>
            <a:off x="1323975" y="2540000"/>
            <a:ext cx="22225" cy="22225"/>
          </a:xfrm>
          <a:prstGeom prst="ellipse">
            <a:avLst/>
          </a:prstGeom>
          <a:solidFill>
            <a:srgbClr val="245DA8"/>
          </a:solidFill>
          <a:ln w="31115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9D374F-D114-4C5F-5696-119C759AF82A}"/>
              </a:ext>
            </a:extLst>
          </p:cNvPr>
          <p:cNvSpPr/>
          <p:nvPr/>
        </p:nvSpPr>
        <p:spPr>
          <a:xfrm>
            <a:off x="1168400" y="2651125"/>
            <a:ext cx="22225" cy="22225"/>
          </a:xfrm>
          <a:prstGeom prst="ellipse">
            <a:avLst/>
          </a:prstGeom>
          <a:solidFill>
            <a:srgbClr val="245DA8"/>
          </a:solidFill>
          <a:ln w="31115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72AF03A4-CBF7-767E-669C-D37063B7AA72}"/>
              </a:ext>
            </a:extLst>
          </p:cNvPr>
          <p:cNvSpPr/>
          <p:nvPr/>
        </p:nvSpPr>
        <p:spPr>
          <a:xfrm>
            <a:off x="1323975" y="2651125"/>
            <a:ext cx="22225" cy="22225"/>
          </a:xfrm>
          <a:prstGeom prst="ellipse">
            <a:avLst/>
          </a:prstGeom>
          <a:solidFill>
            <a:srgbClr val="245DA8"/>
          </a:solidFill>
          <a:ln w="31115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FC7F5EE-2095-8FFB-51D2-8F7843394AAA}"/>
              </a:ext>
            </a:extLst>
          </p:cNvPr>
          <p:cNvSpPr txBox="1"/>
          <p:nvPr/>
        </p:nvSpPr>
        <p:spPr>
          <a:xfrm>
            <a:off x="1016000" y="3111500"/>
            <a:ext cx="46228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600" b="1">
                <a:solidFill>
                  <a:srgbClr val="245DA8"/>
                </a:solidFill>
                <a:latin typeface="Cambria Math" panose="02040503050406030204" pitchFamily="18" charset="0"/>
                <a:ea typeface="BIZ UDPGothic" panose="020B0400000000000000" pitchFamily="50" charset="-128"/>
              </a:rPr>
              <a:t>1 + 3 + 5 = 9</a:t>
            </a:r>
            <a:endParaRPr kumimoji="1" lang="ja-JP" altLang="en-US" sz="3600" b="1">
              <a:solidFill>
                <a:srgbClr val="245DA8"/>
              </a:solidFill>
              <a:latin typeface="Cambria Math" panose="02040503050406030204" pitchFamily="18" charset="0"/>
              <a:ea typeface="BIZ UDP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6F862FD-3F24-68D1-E310-9C28229D65C3}"/>
              </a:ext>
            </a:extLst>
          </p:cNvPr>
          <p:cNvSpPr txBox="1"/>
          <p:nvPr/>
        </p:nvSpPr>
        <p:spPr>
          <a:xfrm>
            <a:off x="1016000" y="5016500"/>
            <a:ext cx="46228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最初の</a:t>
            </a:r>
            <a:r>
              <a:rPr kumimoji="1" lang="en-US" altLang="ja-JP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個の奇数の和。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CB4024B-A759-4DF7-184F-0C61F52012B1}"/>
              </a:ext>
            </a:extLst>
          </p:cNvPr>
          <p:cNvSpPr/>
          <p:nvPr/>
        </p:nvSpPr>
        <p:spPr>
          <a:xfrm>
            <a:off x="6273800" y="2019300"/>
            <a:ext cx="5207000" cy="1185333"/>
          </a:xfrm>
          <a:prstGeom prst="rect">
            <a:avLst/>
          </a:prstGeom>
          <a:solidFill>
            <a:srgbClr val="EFF3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49C1008-B358-5F42-BE5F-885A2E250D04}"/>
              </a:ext>
            </a:extLst>
          </p:cNvPr>
          <p:cNvSpPr/>
          <p:nvPr/>
        </p:nvSpPr>
        <p:spPr>
          <a:xfrm>
            <a:off x="6273800" y="2019300"/>
            <a:ext cx="5207000" cy="635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7605EA8-93FB-268D-04AC-65DA5D94E725}"/>
              </a:ext>
            </a:extLst>
          </p:cNvPr>
          <p:cNvSpPr txBox="1"/>
          <p:nvPr/>
        </p:nvSpPr>
        <p:spPr>
          <a:xfrm>
            <a:off x="6527800" y="2133600"/>
            <a:ext cx="4699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300" b="1">
              <a:solidFill>
                <a:srgbClr val="245DA8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5026CEE-E4B2-DA2C-2487-13F214FD51BE}"/>
              </a:ext>
            </a:extLst>
          </p:cNvPr>
          <p:cNvSpPr txBox="1"/>
          <p:nvPr/>
        </p:nvSpPr>
        <p:spPr>
          <a:xfrm>
            <a:off x="6527800" y="2641600"/>
            <a:ext cx="4699000" cy="5376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A4A7087-62DD-9A61-CAA9-28075E8B0C8C}"/>
              </a:ext>
            </a:extLst>
          </p:cNvPr>
          <p:cNvSpPr/>
          <p:nvPr/>
        </p:nvSpPr>
        <p:spPr>
          <a:xfrm>
            <a:off x="6273800" y="3357033"/>
            <a:ext cx="5207000" cy="1185334"/>
          </a:xfrm>
          <a:prstGeom prst="rect">
            <a:avLst/>
          </a:prstGeom>
          <a:solidFill>
            <a:srgbClr val="ECF5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AE496AF-17D3-7934-6210-0E3DF707A0E8}"/>
              </a:ext>
            </a:extLst>
          </p:cNvPr>
          <p:cNvSpPr/>
          <p:nvPr/>
        </p:nvSpPr>
        <p:spPr>
          <a:xfrm>
            <a:off x="6273800" y="3357033"/>
            <a:ext cx="5207000" cy="63500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EF29B9B-EE94-58C8-97CC-3281467FDB64}"/>
              </a:ext>
            </a:extLst>
          </p:cNvPr>
          <p:cNvSpPr txBox="1"/>
          <p:nvPr/>
        </p:nvSpPr>
        <p:spPr>
          <a:xfrm>
            <a:off x="6527800" y="3471333"/>
            <a:ext cx="4699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300" b="1">
              <a:solidFill>
                <a:srgbClr val="087A72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65CF1AA-9C87-7171-746C-D3530AE5D5EF}"/>
              </a:ext>
            </a:extLst>
          </p:cNvPr>
          <p:cNvSpPr txBox="1"/>
          <p:nvPr/>
        </p:nvSpPr>
        <p:spPr>
          <a:xfrm>
            <a:off x="6527800" y="3979333"/>
            <a:ext cx="4699000" cy="5376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7E04502-D81A-13D0-8D99-751E5D439859}"/>
              </a:ext>
            </a:extLst>
          </p:cNvPr>
          <p:cNvSpPr/>
          <p:nvPr/>
        </p:nvSpPr>
        <p:spPr>
          <a:xfrm>
            <a:off x="6273800" y="4694767"/>
            <a:ext cx="5207000" cy="1185333"/>
          </a:xfrm>
          <a:prstGeom prst="rect">
            <a:avLst/>
          </a:prstGeom>
          <a:solidFill>
            <a:srgbClr val="F7F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9E75244-DD0C-C393-12D7-457CC304DDA2}"/>
              </a:ext>
            </a:extLst>
          </p:cNvPr>
          <p:cNvSpPr/>
          <p:nvPr/>
        </p:nvSpPr>
        <p:spPr>
          <a:xfrm>
            <a:off x="6273800" y="4694767"/>
            <a:ext cx="5207000" cy="63500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6A49445-0B44-7AA7-3C3C-F19A74F2A848}"/>
              </a:ext>
            </a:extLst>
          </p:cNvPr>
          <p:cNvSpPr txBox="1"/>
          <p:nvPr/>
        </p:nvSpPr>
        <p:spPr>
          <a:xfrm>
            <a:off x="6527800" y="4809067"/>
            <a:ext cx="4699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300" b="1">
              <a:solidFill>
                <a:srgbClr val="945F1D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66F49E6-8C6F-7F71-546C-8C3E9347B9F2}"/>
              </a:ext>
            </a:extLst>
          </p:cNvPr>
          <p:cNvSpPr txBox="1"/>
          <p:nvPr/>
        </p:nvSpPr>
        <p:spPr>
          <a:xfrm>
            <a:off x="6527800" y="5317067"/>
            <a:ext cx="4699000" cy="5376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D94663C8-1FA5-E209-7978-3D160E99E1E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2394F514-A4C8-D61E-B875-27AE74282886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11 / 12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689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AF2AA47-8B94-B125-B950-9F69D2087CC0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E188627-E901-6E2B-5387-565366B93E73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意味を表す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12</a:t>
            </a:r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種類のアイコン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B13C1A4-ACCD-2B5A-BC78-76131F69E846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5B764AD8-9932-0959-0A00-EAAA838E8DD0}"/>
              </a:ext>
            </a:extLst>
          </p:cNvPr>
          <p:cNvSpPr/>
          <p:nvPr/>
        </p:nvSpPr>
        <p:spPr>
          <a:xfrm>
            <a:off x="1492250" y="2282825"/>
            <a:ext cx="393700" cy="393700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EF0371C7-07E7-FC15-0535-CC8BD99C6A56}"/>
              </a:ext>
            </a:extLst>
          </p:cNvPr>
          <p:cNvCxnSpPr/>
          <p:nvPr/>
        </p:nvCxnSpPr>
        <p:spPr>
          <a:xfrm>
            <a:off x="1590675" y="2643717"/>
            <a:ext cx="0" cy="131233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70FBABA2-6989-2DE1-C988-D9F40ED8ADD3}"/>
              </a:ext>
            </a:extLst>
          </p:cNvPr>
          <p:cNvCxnSpPr/>
          <p:nvPr/>
        </p:nvCxnSpPr>
        <p:spPr>
          <a:xfrm>
            <a:off x="1787525" y="2643717"/>
            <a:ext cx="0" cy="131233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7E5F337-754C-1F9E-0F10-8736B9F8D9C6}"/>
              </a:ext>
            </a:extLst>
          </p:cNvPr>
          <p:cNvCxnSpPr/>
          <p:nvPr/>
        </p:nvCxnSpPr>
        <p:spPr>
          <a:xfrm>
            <a:off x="1590675" y="2807758"/>
            <a:ext cx="196850" cy="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F69173D-1E72-FF62-FD84-AC51E7156C2E}"/>
              </a:ext>
            </a:extLst>
          </p:cNvPr>
          <p:cNvCxnSpPr/>
          <p:nvPr/>
        </p:nvCxnSpPr>
        <p:spPr>
          <a:xfrm>
            <a:off x="1623483" y="2906183"/>
            <a:ext cx="131234" cy="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D0F5A9A2-D0CB-F695-F1FD-0D11B61BC9B5}"/>
              </a:ext>
            </a:extLst>
          </p:cNvPr>
          <p:cNvCxnSpPr/>
          <p:nvPr/>
        </p:nvCxnSpPr>
        <p:spPr>
          <a:xfrm>
            <a:off x="1328208" y="2446867"/>
            <a:ext cx="65617" cy="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FF71C11F-9D44-778A-5BD7-E89F7336E675}"/>
              </a:ext>
            </a:extLst>
          </p:cNvPr>
          <p:cNvCxnSpPr/>
          <p:nvPr/>
        </p:nvCxnSpPr>
        <p:spPr>
          <a:xfrm>
            <a:off x="1984375" y="2446867"/>
            <a:ext cx="65617" cy="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DF3D189E-6423-156D-DB4E-39EBD708141C}"/>
              </a:ext>
            </a:extLst>
          </p:cNvPr>
          <p:cNvCxnSpPr/>
          <p:nvPr/>
        </p:nvCxnSpPr>
        <p:spPr>
          <a:xfrm>
            <a:off x="1689100" y="2184400"/>
            <a:ext cx="0" cy="32808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9C38777-837E-4017-A3ED-F6D736F9A1BB}"/>
              </a:ext>
            </a:extLst>
          </p:cNvPr>
          <p:cNvSpPr txBox="1"/>
          <p:nvPr/>
        </p:nvSpPr>
        <p:spPr>
          <a:xfrm>
            <a:off x="863600" y="32258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アイデア・発想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D1D88023-AF99-34CE-A695-8994BFBA5776}"/>
              </a:ext>
            </a:extLst>
          </p:cNvPr>
          <p:cNvSpPr/>
          <p:nvPr/>
        </p:nvSpPr>
        <p:spPr>
          <a:xfrm>
            <a:off x="3300942" y="2250017"/>
            <a:ext cx="459316" cy="656166"/>
          </a:xfrm>
          <a:prstGeom prst="round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57344452-2A89-3C36-AE99-41D8884D2527}"/>
              </a:ext>
            </a:extLst>
          </p:cNvPr>
          <p:cNvCxnSpPr/>
          <p:nvPr/>
        </p:nvCxnSpPr>
        <p:spPr>
          <a:xfrm>
            <a:off x="3399367" y="2414058"/>
            <a:ext cx="262466" cy="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59A97A63-6FC6-D943-BC06-DF04AF86BA28}"/>
              </a:ext>
            </a:extLst>
          </p:cNvPr>
          <p:cNvCxnSpPr/>
          <p:nvPr/>
        </p:nvCxnSpPr>
        <p:spPr>
          <a:xfrm>
            <a:off x="3399367" y="2545292"/>
            <a:ext cx="262466" cy="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ECB4C40F-3C82-7EA0-74E3-DD53014E01BE}"/>
              </a:ext>
            </a:extLst>
          </p:cNvPr>
          <p:cNvCxnSpPr/>
          <p:nvPr/>
        </p:nvCxnSpPr>
        <p:spPr>
          <a:xfrm>
            <a:off x="3399367" y="2676525"/>
            <a:ext cx="262466" cy="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DB74275-A697-730F-7DA5-5E1966AC3508}"/>
              </a:ext>
            </a:extLst>
          </p:cNvPr>
          <p:cNvSpPr txBox="1"/>
          <p:nvPr/>
        </p:nvSpPr>
        <p:spPr>
          <a:xfrm>
            <a:off x="2705100" y="32258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資料・記録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07BDD5F-2BA5-6832-E9FD-FB03D2E6C527}"/>
              </a:ext>
            </a:extLst>
          </p:cNvPr>
          <p:cNvCxnSpPr/>
          <p:nvPr/>
        </p:nvCxnSpPr>
        <p:spPr>
          <a:xfrm>
            <a:off x="5076825" y="2282825"/>
            <a:ext cx="0" cy="59055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B2C50E35-D2B1-2556-C09D-D53F9A06D18E}"/>
              </a:ext>
            </a:extLst>
          </p:cNvPr>
          <p:cNvCxnSpPr/>
          <p:nvPr/>
        </p:nvCxnSpPr>
        <p:spPr>
          <a:xfrm>
            <a:off x="5076825" y="2873375"/>
            <a:ext cx="623358" cy="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26EEBD0-1464-D3B9-B4EE-F322FE966A10}"/>
              </a:ext>
            </a:extLst>
          </p:cNvPr>
          <p:cNvSpPr/>
          <p:nvPr/>
        </p:nvSpPr>
        <p:spPr>
          <a:xfrm>
            <a:off x="5175250" y="2578100"/>
            <a:ext cx="98425" cy="229658"/>
          </a:xfrm>
          <a:prstGeom prst="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F4481ECA-8B08-2846-69EE-2786EBD721EC}"/>
              </a:ext>
            </a:extLst>
          </p:cNvPr>
          <p:cNvSpPr/>
          <p:nvPr/>
        </p:nvSpPr>
        <p:spPr>
          <a:xfrm>
            <a:off x="5339292" y="2414058"/>
            <a:ext cx="98425" cy="393700"/>
          </a:xfrm>
          <a:prstGeom prst="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9387DDD-41B1-D1CF-056B-6720C9D82EDF}"/>
              </a:ext>
            </a:extLst>
          </p:cNvPr>
          <p:cNvSpPr/>
          <p:nvPr/>
        </p:nvSpPr>
        <p:spPr>
          <a:xfrm>
            <a:off x="5503333" y="2282825"/>
            <a:ext cx="98425" cy="524933"/>
          </a:xfrm>
          <a:prstGeom prst="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420D907-3F96-5BA9-DEAE-19EC4B4C3924}"/>
              </a:ext>
            </a:extLst>
          </p:cNvPr>
          <p:cNvSpPr txBox="1"/>
          <p:nvPr/>
        </p:nvSpPr>
        <p:spPr>
          <a:xfrm>
            <a:off x="4546600" y="32258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グラフ・分析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D2E15442-2B17-6FA9-6D53-B3244F02B573}"/>
              </a:ext>
            </a:extLst>
          </p:cNvPr>
          <p:cNvSpPr/>
          <p:nvPr/>
        </p:nvSpPr>
        <p:spPr>
          <a:xfrm>
            <a:off x="7082367" y="2282825"/>
            <a:ext cx="262467" cy="262467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6059D6A7-7B4F-4475-8F68-6F6E5F25FD12}"/>
              </a:ext>
            </a:extLst>
          </p:cNvPr>
          <p:cNvSpPr/>
          <p:nvPr/>
        </p:nvSpPr>
        <p:spPr>
          <a:xfrm>
            <a:off x="6983942" y="2610908"/>
            <a:ext cx="459317" cy="295275"/>
          </a:xfrm>
          <a:prstGeom prst="round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1BC14A3-49A4-B5E9-74B9-698435966479}"/>
              </a:ext>
            </a:extLst>
          </p:cNvPr>
          <p:cNvSpPr/>
          <p:nvPr/>
        </p:nvSpPr>
        <p:spPr>
          <a:xfrm>
            <a:off x="6852708" y="2414058"/>
            <a:ext cx="131233" cy="131234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A9E5DB8-0A65-C62B-33CD-F2E92BA80FEF}"/>
              </a:ext>
            </a:extLst>
          </p:cNvPr>
          <p:cNvSpPr/>
          <p:nvPr/>
        </p:nvSpPr>
        <p:spPr>
          <a:xfrm>
            <a:off x="7443258" y="2414058"/>
            <a:ext cx="131233" cy="131234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D5583F2D-0725-E020-DC1E-AFBFC1C3DB34}"/>
              </a:ext>
            </a:extLst>
          </p:cNvPr>
          <p:cNvCxnSpPr/>
          <p:nvPr/>
        </p:nvCxnSpPr>
        <p:spPr>
          <a:xfrm>
            <a:off x="6885517" y="2643717"/>
            <a:ext cx="0" cy="19685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C3D1BF44-0253-060A-1CC7-1CCA1C33C04A}"/>
              </a:ext>
            </a:extLst>
          </p:cNvPr>
          <p:cNvCxnSpPr/>
          <p:nvPr/>
        </p:nvCxnSpPr>
        <p:spPr>
          <a:xfrm>
            <a:off x="7541683" y="2643717"/>
            <a:ext cx="0" cy="19685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E8277F6-16CF-C9AB-D4F2-AC19CF3A99E8}"/>
              </a:ext>
            </a:extLst>
          </p:cNvPr>
          <p:cNvSpPr txBox="1"/>
          <p:nvPr/>
        </p:nvSpPr>
        <p:spPr>
          <a:xfrm>
            <a:off x="6388100" y="32258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人・チーム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36FE51D7-F1E1-45AB-2D87-41BB4596FE68}"/>
              </a:ext>
            </a:extLst>
          </p:cNvPr>
          <p:cNvSpPr/>
          <p:nvPr/>
        </p:nvSpPr>
        <p:spPr>
          <a:xfrm>
            <a:off x="8727017" y="2250017"/>
            <a:ext cx="656167" cy="656166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70A23DB3-D2FD-D6B3-F1C5-57520878AB86}"/>
              </a:ext>
            </a:extLst>
          </p:cNvPr>
          <p:cNvSpPr/>
          <p:nvPr/>
        </p:nvSpPr>
        <p:spPr>
          <a:xfrm>
            <a:off x="8891058" y="2250017"/>
            <a:ext cx="328083" cy="656166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DDC614D8-F93E-86D9-4AA8-219BEEF17246}"/>
              </a:ext>
            </a:extLst>
          </p:cNvPr>
          <p:cNvCxnSpPr/>
          <p:nvPr/>
        </p:nvCxnSpPr>
        <p:spPr>
          <a:xfrm>
            <a:off x="8727017" y="2578100"/>
            <a:ext cx="656167" cy="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9DB4162C-149F-53DC-3F79-2B7C6DD8AB29}"/>
              </a:ext>
            </a:extLst>
          </p:cNvPr>
          <p:cNvSpPr txBox="1"/>
          <p:nvPr/>
        </p:nvSpPr>
        <p:spPr>
          <a:xfrm>
            <a:off x="8229600" y="32258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地域・国際</a:t>
            </a: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80FB5E51-3E9F-2D37-D783-58393F29A5B4}"/>
              </a:ext>
            </a:extLst>
          </p:cNvPr>
          <p:cNvCxnSpPr/>
          <p:nvPr/>
        </p:nvCxnSpPr>
        <p:spPr>
          <a:xfrm>
            <a:off x="10896600" y="2250017"/>
            <a:ext cx="295275" cy="98425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A3EF34EB-036F-A091-9F63-469AD5708412}"/>
              </a:ext>
            </a:extLst>
          </p:cNvPr>
          <p:cNvCxnSpPr/>
          <p:nvPr/>
        </p:nvCxnSpPr>
        <p:spPr>
          <a:xfrm flipV="1">
            <a:off x="11159067" y="2348442"/>
            <a:ext cx="32808" cy="328083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77F00C5F-9AE4-6A30-0CD0-D6590B77366B}"/>
              </a:ext>
            </a:extLst>
          </p:cNvPr>
          <p:cNvCxnSpPr/>
          <p:nvPr/>
        </p:nvCxnSpPr>
        <p:spPr>
          <a:xfrm flipV="1">
            <a:off x="10896600" y="2676525"/>
            <a:ext cx="262467" cy="229658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6129E681-1811-E1CC-A5AB-C67A3BED1ABA}"/>
              </a:ext>
            </a:extLst>
          </p:cNvPr>
          <p:cNvCxnSpPr/>
          <p:nvPr/>
        </p:nvCxnSpPr>
        <p:spPr>
          <a:xfrm>
            <a:off x="10634133" y="2676525"/>
            <a:ext cx="262467" cy="229658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1B225541-14E3-76F7-EA39-8F724972779D}"/>
              </a:ext>
            </a:extLst>
          </p:cNvPr>
          <p:cNvCxnSpPr/>
          <p:nvPr/>
        </p:nvCxnSpPr>
        <p:spPr>
          <a:xfrm>
            <a:off x="10601325" y="2348442"/>
            <a:ext cx="32808" cy="328083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F0086B7A-38F6-5E5E-6B3E-6DF5EA19BB8B}"/>
              </a:ext>
            </a:extLst>
          </p:cNvPr>
          <p:cNvCxnSpPr/>
          <p:nvPr/>
        </p:nvCxnSpPr>
        <p:spPr>
          <a:xfrm flipV="1">
            <a:off x="10601325" y="2250017"/>
            <a:ext cx="295275" cy="98425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11DE0565-0BAD-0B2E-B72F-24C8EE0E1C7B}"/>
              </a:ext>
            </a:extLst>
          </p:cNvPr>
          <p:cNvSpPr/>
          <p:nvPr/>
        </p:nvSpPr>
        <p:spPr>
          <a:xfrm>
            <a:off x="10798175" y="2479675"/>
            <a:ext cx="196850" cy="196850"/>
          </a:xfrm>
          <a:prstGeom prst="round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699C62D4-97EF-2D8C-4A93-7B941156200D}"/>
              </a:ext>
            </a:extLst>
          </p:cNvPr>
          <p:cNvCxnSpPr/>
          <p:nvPr/>
        </p:nvCxnSpPr>
        <p:spPr>
          <a:xfrm>
            <a:off x="10896600" y="2545292"/>
            <a:ext cx="0" cy="65616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78AC9936-2100-3217-95BF-5E18B2DBDAA7}"/>
              </a:ext>
            </a:extLst>
          </p:cNvPr>
          <p:cNvSpPr txBox="1"/>
          <p:nvPr/>
        </p:nvSpPr>
        <p:spPr>
          <a:xfrm>
            <a:off x="10071100" y="32258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機密・保護</a:t>
            </a: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6B05D67C-122F-6DE1-AB09-004317538FD7}"/>
              </a:ext>
            </a:extLst>
          </p:cNvPr>
          <p:cNvSpPr/>
          <p:nvPr/>
        </p:nvSpPr>
        <p:spPr>
          <a:xfrm>
            <a:off x="1426633" y="4193117"/>
            <a:ext cx="524934" cy="656166"/>
          </a:xfrm>
          <a:prstGeom prst="round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8B035B82-0C69-797A-8227-0F486CCA7D83}"/>
              </a:ext>
            </a:extLst>
          </p:cNvPr>
          <p:cNvSpPr/>
          <p:nvPr/>
        </p:nvSpPr>
        <p:spPr>
          <a:xfrm>
            <a:off x="1525058" y="4291542"/>
            <a:ext cx="328084" cy="131233"/>
          </a:xfrm>
          <a:prstGeom prst="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2D8B0A8D-1376-147E-014F-AAA10416776F}"/>
              </a:ext>
            </a:extLst>
          </p:cNvPr>
          <p:cNvSpPr/>
          <p:nvPr/>
        </p:nvSpPr>
        <p:spPr>
          <a:xfrm>
            <a:off x="1557867" y="4521200"/>
            <a:ext cx="32808" cy="32808"/>
          </a:xfrm>
          <a:prstGeom prst="ellipse">
            <a:avLst/>
          </a:prstGeom>
          <a:solidFill>
            <a:srgbClr val="245DA8"/>
          </a:solidFill>
          <a:ln w="45932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F2F15F77-8665-CBF6-C3F7-5943016FEED6}"/>
              </a:ext>
            </a:extLst>
          </p:cNvPr>
          <p:cNvSpPr/>
          <p:nvPr/>
        </p:nvSpPr>
        <p:spPr>
          <a:xfrm>
            <a:off x="1787525" y="4521200"/>
            <a:ext cx="32808" cy="32808"/>
          </a:xfrm>
          <a:prstGeom prst="ellipse">
            <a:avLst/>
          </a:prstGeom>
          <a:solidFill>
            <a:srgbClr val="245DA8"/>
          </a:solidFill>
          <a:ln w="45932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9649B2ED-ACA3-5DEE-5B47-9435F006C8FF}"/>
              </a:ext>
            </a:extLst>
          </p:cNvPr>
          <p:cNvSpPr/>
          <p:nvPr/>
        </p:nvSpPr>
        <p:spPr>
          <a:xfrm>
            <a:off x="1557867" y="4685242"/>
            <a:ext cx="32808" cy="32808"/>
          </a:xfrm>
          <a:prstGeom prst="ellipse">
            <a:avLst/>
          </a:prstGeom>
          <a:solidFill>
            <a:srgbClr val="245DA8"/>
          </a:solidFill>
          <a:ln w="45932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0380B9D3-D26E-6E67-436E-FBC5E73A4544}"/>
              </a:ext>
            </a:extLst>
          </p:cNvPr>
          <p:cNvSpPr/>
          <p:nvPr/>
        </p:nvSpPr>
        <p:spPr>
          <a:xfrm>
            <a:off x="1787525" y="4685242"/>
            <a:ext cx="32808" cy="32808"/>
          </a:xfrm>
          <a:prstGeom prst="ellipse">
            <a:avLst/>
          </a:prstGeom>
          <a:solidFill>
            <a:srgbClr val="245DA8"/>
          </a:solidFill>
          <a:ln w="45932">
            <a:solidFill>
              <a:srgbClr val="245D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24CC0C5A-4A9E-A69C-F551-F0EC034C7BA6}"/>
              </a:ext>
            </a:extLst>
          </p:cNvPr>
          <p:cNvSpPr txBox="1"/>
          <p:nvPr/>
        </p:nvSpPr>
        <p:spPr>
          <a:xfrm>
            <a:off x="863600" y="51689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数学・計算</a:t>
            </a:r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F8399456-DDE8-9207-A4B4-320F521D1EF6}"/>
              </a:ext>
            </a:extLst>
          </p:cNvPr>
          <p:cNvSpPr/>
          <p:nvPr/>
        </p:nvSpPr>
        <p:spPr>
          <a:xfrm>
            <a:off x="3202517" y="4193117"/>
            <a:ext cx="656166" cy="656166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661672DF-3E98-8382-9055-55D66144A503}"/>
              </a:ext>
            </a:extLst>
          </p:cNvPr>
          <p:cNvCxnSpPr/>
          <p:nvPr/>
        </p:nvCxnSpPr>
        <p:spPr>
          <a:xfrm>
            <a:off x="3530600" y="4291542"/>
            <a:ext cx="0" cy="229658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86FC0C7C-4E45-F6F2-22EC-ADAECFE3FAC0}"/>
              </a:ext>
            </a:extLst>
          </p:cNvPr>
          <p:cNvCxnSpPr/>
          <p:nvPr/>
        </p:nvCxnSpPr>
        <p:spPr>
          <a:xfrm>
            <a:off x="3530600" y="4521200"/>
            <a:ext cx="164042" cy="98425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F527AE2B-1B1F-6529-3CFD-1500172ACCA1}"/>
              </a:ext>
            </a:extLst>
          </p:cNvPr>
          <p:cNvSpPr txBox="1"/>
          <p:nvPr/>
        </p:nvSpPr>
        <p:spPr>
          <a:xfrm>
            <a:off x="2705100" y="51689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時間・予定</a:t>
            </a:r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A7E98468-1F89-1191-862E-7FBD9CCA8B02}"/>
              </a:ext>
            </a:extLst>
          </p:cNvPr>
          <p:cNvSpPr/>
          <p:nvPr/>
        </p:nvSpPr>
        <p:spPr>
          <a:xfrm>
            <a:off x="5044017" y="4193117"/>
            <a:ext cx="656166" cy="656166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51B04201-9099-56E1-1D7F-45BD1C982201}"/>
              </a:ext>
            </a:extLst>
          </p:cNvPr>
          <p:cNvSpPr/>
          <p:nvPr/>
        </p:nvSpPr>
        <p:spPr>
          <a:xfrm>
            <a:off x="5175250" y="4324350"/>
            <a:ext cx="393700" cy="393700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9A3F20E5-D061-0F9F-AEC4-2598C0B98488}"/>
              </a:ext>
            </a:extLst>
          </p:cNvPr>
          <p:cNvSpPr/>
          <p:nvPr/>
        </p:nvSpPr>
        <p:spPr>
          <a:xfrm>
            <a:off x="5306483" y="4455583"/>
            <a:ext cx="131234" cy="131234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AEA149C8-23EB-C8D5-E379-6F35BDAE0194}"/>
              </a:ext>
            </a:extLst>
          </p:cNvPr>
          <p:cNvSpPr txBox="1"/>
          <p:nvPr/>
        </p:nvSpPr>
        <p:spPr>
          <a:xfrm>
            <a:off x="4546600" y="51689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目的・目標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34595640-2E50-D10B-0A7A-75B4B574B2F8}"/>
              </a:ext>
            </a:extLst>
          </p:cNvPr>
          <p:cNvSpPr/>
          <p:nvPr/>
        </p:nvSpPr>
        <p:spPr>
          <a:xfrm>
            <a:off x="6983942" y="4193117"/>
            <a:ext cx="459317" cy="656166"/>
          </a:xfrm>
          <a:prstGeom prst="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936C00E6-6D32-11F5-7ECF-61FC3B9F648D}"/>
              </a:ext>
            </a:extLst>
          </p:cNvPr>
          <p:cNvSpPr/>
          <p:nvPr/>
        </p:nvSpPr>
        <p:spPr>
          <a:xfrm>
            <a:off x="7082367" y="4324350"/>
            <a:ext cx="65617" cy="65617"/>
          </a:xfrm>
          <a:prstGeom prst="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71E76317-3F94-4879-BC92-A2D22D807AE8}"/>
              </a:ext>
            </a:extLst>
          </p:cNvPr>
          <p:cNvSpPr/>
          <p:nvPr/>
        </p:nvSpPr>
        <p:spPr>
          <a:xfrm>
            <a:off x="7279217" y="4324350"/>
            <a:ext cx="65617" cy="65617"/>
          </a:xfrm>
          <a:prstGeom prst="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113CDB1D-B160-06AA-2199-938EBA2D8DF2}"/>
              </a:ext>
            </a:extLst>
          </p:cNvPr>
          <p:cNvSpPr/>
          <p:nvPr/>
        </p:nvSpPr>
        <p:spPr>
          <a:xfrm>
            <a:off x="7082367" y="4488392"/>
            <a:ext cx="65617" cy="65616"/>
          </a:xfrm>
          <a:prstGeom prst="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55AFCA06-F806-0A39-B727-35AC10EBDFD0}"/>
              </a:ext>
            </a:extLst>
          </p:cNvPr>
          <p:cNvSpPr/>
          <p:nvPr/>
        </p:nvSpPr>
        <p:spPr>
          <a:xfrm>
            <a:off x="7279217" y="4488392"/>
            <a:ext cx="65617" cy="65616"/>
          </a:xfrm>
          <a:prstGeom prst="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5A0C4D92-7406-25BA-98C2-5C01D91059ED}"/>
              </a:ext>
            </a:extLst>
          </p:cNvPr>
          <p:cNvSpPr/>
          <p:nvPr/>
        </p:nvSpPr>
        <p:spPr>
          <a:xfrm>
            <a:off x="7082367" y="4652433"/>
            <a:ext cx="65617" cy="65617"/>
          </a:xfrm>
          <a:prstGeom prst="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D20AD821-E0A8-9CB2-2BEA-1ECBEEF2BE7A}"/>
              </a:ext>
            </a:extLst>
          </p:cNvPr>
          <p:cNvSpPr/>
          <p:nvPr/>
        </p:nvSpPr>
        <p:spPr>
          <a:xfrm>
            <a:off x="7279217" y="4652433"/>
            <a:ext cx="65617" cy="65617"/>
          </a:xfrm>
          <a:prstGeom prst="rect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EC2E5ACF-0445-A6B6-6DCA-469A0AA70221}"/>
              </a:ext>
            </a:extLst>
          </p:cNvPr>
          <p:cNvCxnSpPr/>
          <p:nvPr/>
        </p:nvCxnSpPr>
        <p:spPr>
          <a:xfrm>
            <a:off x="6885517" y="4849283"/>
            <a:ext cx="656167" cy="0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6576B36B-2C14-58E4-EE67-D4C02D96F609}"/>
              </a:ext>
            </a:extLst>
          </p:cNvPr>
          <p:cNvSpPr txBox="1"/>
          <p:nvPr/>
        </p:nvSpPr>
        <p:spPr>
          <a:xfrm>
            <a:off x="6388100" y="51689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会社・組織</a:t>
            </a:r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846D9F32-C06E-AACA-E82F-3203A0DB05FD}"/>
              </a:ext>
            </a:extLst>
          </p:cNvPr>
          <p:cNvSpPr/>
          <p:nvPr/>
        </p:nvSpPr>
        <p:spPr>
          <a:xfrm>
            <a:off x="8759825" y="4324350"/>
            <a:ext cx="590550" cy="229658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91EE6C2C-8A08-AAE9-C5C5-272690262388}"/>
              </a:ext>
            </a:extLst>
          </p:cNvPr>
          <p:cNvSpPr/>
          <p:nvPr/>
        </p:nvSpPr>
        <p:spPr>
          <a:xfrm>
            <a:off x="8759825" y="4455583"/>
            <a:ext cx="590550" cy="229659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楕円 70">
            <a:extLst>
              <a:ext uri="{FF2B5EF4-FFF2-40B4-BE49-F238E27FC236}">
                <a16:creationId xmlns:a16="http://schemas.microsoft.com/office/drawing/2014/main" id="{C060E7E5-2E72-0034-DBF5-A1E63C1464BF}"/>
              </a:ext>
            </a:extLst>
          </p:cNvPr>
          <p:cNvSpPr/>
          <p:nvPr/>
        </p:nvSpPr>
        <p:spPr>
          <a:xfrm>
            <a:off x="8759825" y="4586817"/>
            <a:ext cx="590550" cy="229658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13E2F91A-3FEA-9F0E-E904-71B2210D480A}"/>
              </a:ext>
            </a:extLst>
          </p:cNvPr>
          <p:cNvSpPr txBox="1"/>
          <p:nvPr/>
        </p:nvSpPr>
        <p:spPr>
          <a:xfrm>
            <a:off x="8229600" y="51689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金額・費用・資
産</a:t>
            </a:r>
          </a:p>
        </p:txBody>
      </p:sp>
      <p:sp>
        <p:nvSpPr>
          <p:cNvPr id="73" name="楕円 72">
            <a:extLst>
              <a:ext uri="{FF2B5EF4-FFF2-40B4-BE49-F238E27FC236}">
                <a16:creationId xmlns:a16="http://schemas.microsoft.com/office/drawing/2014/main" id="{7878B93B-81F0-42EB-61B3-195222347CA5}"/>
              </a:ext>
            </a:extLst>
          </p:cNvPr>
          <p:cNvSpPr/>
          <p:nvPr/>
        </p:nvSpPr>
        <p:spPr>
          <a:xfrm>
            <a:off x="10568517" y="4193117"/>
            <a:ext cx="459317" cy="459316"/>
          </a:xfrm>
          <a:prstGeom prst="ellipse">
            <a:avLst/>
          </a:prstGeom>
          <a:noFill/>
          <a:ln w="45932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43BCC2F0-ADE7-FF87-1EC9-17C499CF0EFE}"/>
              </a:ext>
            </a:extLst>
          </p:cNvPr>
          <p:cNvCxnSpPr/>
          <p:nvPr/>
        </p:nvCxnSpPr>
        <p:spPr>
          <a:xfrm>
            <a:off x="10995025" y="4619625"/>
            <a:ext cx="229658" cy="229658"/>
          </a:xfrm>
          <a:prstGeom prst="line">
            <a:avLst/>
          </a:prstGeom>
          <a:ln w="45932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27B7A67A-6336-B258-5935-1199A5D08DE0}"/>
              </a:ext>
            </a:extLst>
          </p:cNvPr>
          <p:cNvSpPr txBox="1"/>
          <p:nvPr/>
        </p:nvSpPr>
        <p:spPr>
          <a:xfrm>
            <a:off x="10071100" y="51689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確認・調査</a:t>
            </a:r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A22983B5-70FB-7E1B-340D-E3944448082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A921CE6D-075B-02B8-914B-53D292EF3AE6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12 / 12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0741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172D4A"/>
      </a:dk1>
      <a:lt1>
        <a:sysClr val="window" lastClr="FFFFFF"/>
      </a:lt1>
      <a:dk2>
        <a:srgbClr val="0E2841"/>
      </a:dk2>
      <a:lt2>
        <a:srgbClr val="E8E8E8"/>
      </a:lt2>
      <a:accent1>
        <a:srgbClr val="245DA8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2078</Words>
  <Application>Microsoft Office PowerPoint</Application>
  <PresentationFormat>ユーザー設定</PresentationFormat>
  <Paragraphs>153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BIZ UDPGothic</vt:lpstr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2026-10-01T06:08:34Z</dcterms:created>
  <dcterms:modified xsi:type="dcterms:W3CDTF">2026-10-01T06:08:34Z</dcterms:modified>
</cp:coreProperties>
</file>