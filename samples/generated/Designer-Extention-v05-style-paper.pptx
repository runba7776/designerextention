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C1DC1-8684-4E16-A4BF-61B4729E715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3F88B-0945-4F17-9A3F-4EC8B87591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06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端正なゴシック・編集できる図形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3F88B-0945-4F17-9A3F-4EC8B875912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796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3F88B-0945-4F17-9A3F-4EC8B875912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440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3F88B-0945-4F17-9A3F-4EC8B875912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859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13F88B-0945-4F17-9A3F-4EC8B875912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042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2AE871-7223-EE3E-DAAB-0196A4AC5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AB6D78-0124-7E15-F8A9-23CFB9C7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A8C36A-6F8C-01EC-C7E0-D4D1BEFB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A04890-A856-5C44-E749-E9CF583E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0F6867-9322-4F73-2150-9C7F8022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850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F20D1-5098-41E5-F69C-F4FEF137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B101B1-D4AA-6ABE-EC1C-5A12588D0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749E80-7CAE-6D89-291A-A57963D66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7FABEE-90B8-C1C1-5E32-3767E4EA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7214B0-A47E-EDB5-498F-191C7EA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62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AC5D3-A522-4D66-7881-DC961C85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78FDE0-C1D9-6EEC-F3D8-DAA34C4A7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6254CF-4C1F-98E7-E9A1-FE0546AE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6B93B6-D665-BB41-F880-D1DB4BEE1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147DFA-6D18-EE9A-93ED-5C9118F0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734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35B03-74D4-9E7E-231F-68C0E1CC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E8047B-C983-04C4-3E74-058112E00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6FAD634-CDF5-FD39-3C6A-96E6E379C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14B4D3-12E8-57ED-BB59-0A2FF38C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B4B1B0-95A0-E3CE-1C8D-D7C1A9A3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1537B8-53A2-8315-1718-6E9BC8B2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602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CA326-623B-AAAE-8CCF-E101BF49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8F149C-1F9F-27BD-F2CC-30C527A82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E71AE2-7D2B-C280-657C-F4CCAC3FC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A022F1-173B-C555-77A5-893862721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CBAB54-A344-769A-CF25-C723108AB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079F8A7-572F-674A-E5F0-B53CE856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2FEF94-2062-6D43-EFE3-56986B8A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327682-04BC-A82D-442A-F4DA42E4C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36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552DD-ECAF-517E-FA23-14EF8A3E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C9BF00-3B22-593E-6F87-8C40CAE1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DB8F63-F06A-48F4-6DEB-F948E8F4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4BF3128-2D47-1D52-194D-00C68A22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215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C836A8-943F-1DC8-DA92-82AD90C9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5128417-AF22-D466-4C98-62047230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A7BE6F-3708-9F05-324C-83598AC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86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9BEE2C-D92E-C6BF-9EE7-5D3CF21F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AE90FE-8A1C-2F49-B022-6BDE15FC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29D236-AC50-A634-157C-37F8D662A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803572-20F0-AE1F-08D5-997FD4F5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5C911A-F266-B50C-E17D-CF330B28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18A8E3-11BC-188E-23C3-C0D3606C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95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3CAF54-8B2D-55B0-3721-589A5ACE1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F1AAEA-CDAC-91D8-D6C0-051A1BC2A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06081E-2CFF-3F3F-F3D6-4B61A4D82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5DD94C-BE98-784B-9364-404A4BBC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C84DD4-F835-92FA-986D-D1457D53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051638-1BB7-0E96-25FC-A857C383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30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D7F3D6-F0AF-A247-A2F4-DB444C9F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582BD0-91D7-1307-AAD5-8BD369934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213FA8-1727-6E06-FAD1-A6C85A0B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EBDDBC-7339-C6E4-F0B0-7AA11114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87C181-0DF8-8FBA-AFE6-1CB0569C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36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8E172A-2FA0-F2D8-57F3-5808BAD56E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08631C-8CD1-A000-92BB-B89907125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212AA-E10B-8273-9E2C-98240DC64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5FD5B8-853A-7104-3E0B-0B04EA70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5B1789-820A-3FB0-E36C-7699A6B7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89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A90D27-CF5A-64EE-40E4-1C6EEB84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96876-6211-61FC-7709-9BA123153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D06C45-F494-EA80-68C4-305D8DAEF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1BB23D-C4CF-4BCC-A9D1-C47F99E4CB47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AB902-1965-FA0A-8A33-FC3EF3E0F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D6C636-D9E7-5827-8329-C87AF7404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CAAFF-FAC1-4632-AF88-94096883AD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02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5F88CF-E3AE-6637-72C7-4F05696ACE78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87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5CD4DF5-F9DD-118E-1D89-FD3B7DE3C48D}"/>
              </a:ext>
            </a:extLst>
          </p:cNvPr>
          <p:cNvSpPr txBox="1"/>
          <p:nvPr/>
        </p:nvSpPr>
        <p:spPr>
          <a:xfrm>
            <a:off x="838200" y="1676400"/>
            <a:ext cx="100330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ペーパー </a:t>
            </a:r>
            <a:r>
              <a:rPr kumimoji="1" lang="en-US" altLang="ja-JP" sz="42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書体と配色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8584F11-7AAF-7BB7-4662-6DF7BDEE41E6}"/>
              </a:ext>
            </a:extLst>
          </p:cNvPr>
          <p:cNvCxnSpPr/>
          <p:nvPr/>
        </p:nvCxnSpPr>
        <p:spPr>
          <a:xfrm>
            <a:off x="863600" y="4178300"/>
            <a:ext cx="914400" cy="0"/>
          </a:xfrm>
          <a:prstGeom prst="line">
            <a:avLst/>
          </a:prstGeom>
          <a:ln w="127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AF63AD-5717-6744-AE1B-E79860DA33C5}"/>
              </a:ext>
            </a:extLst>
          </p:cNvPr>
          <p:cNvSpPr txBox="1"/>
          <p:nvPr/>
        </p:nvSpPr>
        <p:spPr>
          <a:xfrm>
            <a:off x="863600" y="4546600"/>
            <a:ext cx="97536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端正なゴシック・編集できる図形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D056B4A-AD4F-B875-2E31-117F21C2726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D4C3257-65A3-E707-AF85-2D5D52273CA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4</a:t>
            </a:r>
            <a:endParaRPr kumimoji="1" lang="ja-JP" altLang="en-US" sz="1000">
              <a:solidFill>
                <a:srgbClr val="56666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118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9E72D6-FE9A-4F06-ACF3-3AD70F14165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色の見出しと囲まれた比較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B99601D-F568-A2AD-EFDB-0387B1717BE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D444D9-2E99-229F-63C9-C1192D1AF820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AFAF7"/>
          </a:solidFill>
          <a:ln w="12700">
            <a:solidFill>
              <a:srgbClr val="1823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1A1BE7-1A44-0BF5-E53D-832055CB4900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ADEC422-0E80-3AB3-52F4-D850C08CCE95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D0E3FB-3BE9-28C8-A1CF-3D9B4A0DADA2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CADB15-AA13-A2BD-6803-782FB890095B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2660E71-00D5-F2F3-7FAF-400B94975520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AFAF7"/>
          </a:solidFill>
          <a:ln w="12700">
            <a:solidFill>
              <a:srgbClr val="346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F4557D-8D79-4029-5A9F-C6420E1001BE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34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944E494-B220-1A4C-845D-13AFB5C976DA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34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5EC5E4-7028-9F17-4851-EF3763E8A2AA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8BD046-AFC1-46A2-C3FB-1587D3F1FD91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B92952-E873-7743-C154-7494901C9083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AFAF7"/>
          </a:solidFill>
          <a:ln w="12700">
            <a:solidFill>
              <a:srgbClr val="9761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00389F2-634A-09F4-69D6-5F6243DA7844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761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14B037A-50D6-B1EA-5125-B43E1D40AD5A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9761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E0F7BCD-48A1-76FE-86E6-8247B512321E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56761FF-AA83-C8EB-60A3-DC3D1EA79E16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DC7B364-80EC-8F80-776A-F2EB5527BA6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E2D60BA-98F5-5BC2-1706-679C214BE22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4</a:t>
            </a:r>
            <a:endParaRPr kumimoji="1" lang="ja-JP" altLang="en-US" sz="1000">
              <a:solidFill>
                <a:srgbClr val="56666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404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E16EEF5-B6E0-52B8-E255-70F5F348207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色面で分ける横の説明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17B324F-C2AC-216C-444A-62131597EFF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E9D808-19E2-3850-FD27-2C7E160AB22B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E9EA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3C67E4-FD97-02C9-84D0-D586D6D9F52E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781D02-9E77-99A3-5A4C-3EB6A95D9A04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CB41A6-591B-E14F-E7F8-E61DD9724F87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67F81B-08E5-6EEF-0F5D-FDB63A814984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EBEF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6D48DC-F8CC-BCC8-B567-747E51D62F90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34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7E6470-141D-E530-C8C0-21909D9C1E0F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46CB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46CB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346CB0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E2BC0E4-0441-A936-B792-200E3D8BCA56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3C60298-D744-A872-03C0-CE838211AD4D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3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CB4649E-D896-835B-BE03-F74F19CCFF5F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761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D4589A-39AD-5C2D-CD77-73707F3F3B1F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7612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7612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97612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ACB5E7-1EAA-02D1-5E41-52AA0A8EFF31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0DB4512-11A3-C638-0748-1568146AE745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F1ED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45E606C-EBE0-8A0D-9772-B96E27257C69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050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BA555D-D8A0-F192-CD3D-0D672037430E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80509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80509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805099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E492A7-A0C8-AE28-4FD4-26812B5A7D54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BD65921-A086-A566-A42E-87EA0BC3D65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06DFB02-1A86-B3F2-F6B5-878C1931B64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4</a:t>
            </a:r>
            <a:endParaRPr kumimoji="1" lang="ja-JP" altLang="en-US" sz="1000">
              <a:solidFill>
                <a:srgbClr val="56666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7829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338380-67FB-171F-2838-E781259C751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82E39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中央の式と下の具体例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99002BD-9BCC-8FF7-764E-9490AD72E7C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D74E03-D5ED-0AA9-B69B-E3E6640FC220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087F78"/>
                </a:solidFill>
                <a:latin typeface="Cambria Math" panose="02040503050406030204" pitchFamily="18" charset="0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087F78"/>
              </a:solidFill>
              <a:latin typeface="Cambria Math" panose="02040503050406030204" pitchFamily="18" charset="0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CC675C-D4EC-3B56-6D1F-7C11CB730587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C7442F-BAD5-25CD-5775-E57E52A9E434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E9EA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DD8948C-010D-9791-3F60-80ABC096B2C2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9F80E1-54D8-ED1A-0960-37B652DF3679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8232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AF83CE-5AE4-0A72-4511-FC74CA015AE6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D05E91-4B22-C391-4195-BE1556F7F730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EBEF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214817B-4F5E-167D-1EED-866A144C01E1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34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F352E1-7D6E-AB40-F512-6C2B17BBA2C2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46CB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46CB0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346CB0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C32387-FA96-5CE3-BC18-3851EA25E343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87230B4-FE4C-572E-C4BC-A23AB8072F3B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3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99F423-EC9E-37BD-37D2-2A85A9F9A4FF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9761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AC68E9-E5CA-E13C-FD19-EB5EFBB6AEB4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7612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7612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97612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8822EA-FB84-C403-0A9C-62D641A0B0DF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23BE7BF-D017-DA43-296E-D3FECBA1E79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0733839-3828-39DB-3D89-7A42CC126EC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6666E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4</a:t>
            </a:r>
            <a:endParaRPr kumimoji="1" lang="ja-JP" altLang="en-US" sz="1000">
              <a:solidFill>
                <a:srgbClr val="56666E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314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82E39"/>
      </a:dk1>
      <a:lt1>
        <a:sysClr val="window" lastClr="FFFFFF"/>
      </a:lt1>
      <a:dk2>
        <a:srgbClr val="0E2841"/>
      </a:dk2>
      <a:lt2>
        <a:srgbClr val="E8E8E8"/>
      </a:lt2>
      <a:accent1>
        <a:srgbClr val="087F7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游ゴシック</vt:lpstr>
      <vt:lpstr>游ゴシック Light</vt:lpstr>
      <vt:lpstr>Yu Gothic Medium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2026-09-30T14:15:29Z</dcterms:created>
  <dcterms:modified xsi:type="dcterms:W3CDTF">2026-09-30T14:15:29Z</dcterms:modified>
</cp:coreProperties>
</file>