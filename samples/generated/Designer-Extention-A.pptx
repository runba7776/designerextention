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サンプル値</c:v>
                </c:pt>
              </c:strCache>
            </c:strRef>
          </c:tx>
          <c:spPr>
            <a:solidFill>
              <a:srgbClr val="087F7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cat>
            <c:strRef>
              <c:f>Sheet1!$A$2:$A$4</c:f>
              <c:strCache>
                <c:ptCount val="3"/>
                <c:pt idx="0">
                  <c:v>例 A</c:v>
                </c:pt>
                <c:pt idx="1">
                  <c:v>例 B</c:v>
                </c:pt>
                <c:pt idx="2">
                  <c:v>例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42</c:v>
                </c:pt>
                <c:pt idx="2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F4D-41A9-AB3D-A3A11A26AD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06502367"/>
        <c:axId val="1369476015"/>
      </c:barChart>
      <c:catAx>
        <c:axId val="14065023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82E39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1369476015"/>
        <c:crosses val="autoZero"/>
        <c:auto val="1"/>
        <c:lblAlgn val="ctr"/>
        <c:lblOffset val="100"/>
        <c:noMultiLvlLbl val="0"/>
      </c:catAx>
      <c:valAx>
        <c:axId val="1369476015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E3E8EE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182E39"/>
                    </a:solidFill>
                    <a:latin typeface="Yu Gothic Medium"/>
                    <a:ea typeface="Yu Gothic Medium"/>
                    <a:cs typeface="Yu Gothic Medium"/>
                  </a:defRPr>
                </a:pPr>
                <a:r>
                  <a:rPr lang="ja-JP"/>
                  <a:t>点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182E39"/>
                  </a:solidFill>
                  <a:latin typeface="Yu Gothic Medium"/>
                  <a:ea typeface="Yu Gothic Medium"/>
                  <a:cs typeface="Yu Gothic Medium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182E39"/>
                </a:solidFill>
                <a:latin typeface="Yu Gothic Medium"/>
                <a:ea typeface="Yu Gothic Medium"/>
                <a:cs typeface="Yu Gothic Medium"/>
              </a:defRPr>
            </a:pPr>
            <a:endParaRPr lang="ja-JP"/>
          </a:p>
        </c:txPr>
        <c:crossAx val="1406502367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182E39"/>
          </a:solidFill>
          <a:latin typeface="Yu Gothic Medium"/>
          <a:ea typeface="Yu Gothic Medium"/>
          <a:cs typeface="Yu Gothic Medium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3F9257F-B108-4F57-8A5B-997D95B87562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722682B5-C13B-4253-88B6-A3516C7E6AB2}">
      <dgm:prSet phldrT="[テキスト]" custT="1"/>
      <dgm:spPr>
        <a:solidFill>
          <a:srgbClr val="087F78"/>
        </a:solidFill>
        <a:ln/>
      </dgm:spPr>
      <dgm:t>
        <a:bodyPr/>
        <a:lstStyle/>
        <a:p>
          <a:r>
            <a:rPr kumimoji="1" lang="ja-JP" altLang="en-US" sz="20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中心となる問い</a:t>
          </a:r>
        </a:p>
      </dgm:t>
    </dgm:pt>
    <dgm:pt modelId="{4C00DD67-AE6B-4FF5-BF54-5BBE1CAAD328}" type="parTrans" cxnId="{35AFF2C8-14DC-4C86-A699-25F660821998}">
      <dgm:prSet/>
      <dgm:spPr/>
      <dgm:t>
        <a:bodyPr/>
        <a:lstStyle/>
        <a:p>
          <a:endParaRPr kumimoji="1" lang="ja-JP" altLang="en-US"/>
        </a:p>
      </dgm:t>
    </dgm:pt>
    <dgm:pt modelId="{AB36BA1D-2684-4AEB-B70B-C8DCED99BE74}" type="sibTrans" cxnId="{35AFF2C8-14DC-4C86-A699-25F660821998}">
      <dgm:prSet/>
      <dgm:spPr/>
      <dgm:t>
        <a:bodyPr/>
        <a:lstStyle/>
        <a:p>
          <a:endParaRPr kumimoji="1" lang="ja-JP" altLang="en-US"/>
        </a:p>
      </dgm:t>
    </dgm:pt>
    <dgm:pt modelId="{B3C6995F-0D35-4766-8625-3F6FB8BB6B58}">
      <dgm:prSet phldrT="[テキスト]" custT="1"/>
      <dgm:spPr>
        <a:solidFill>
          <a:srgbClr val="087F78"/>
        </a:solidFill>
        <a:ln/>
      </dgm:spPr>
      <dgm:t>
        <a:bodyPr/>
        <a:lstStyle/>
        <a:p>
          <a:r>
            <a:rPr kumimoji="1" lang="ja-JP" altLang="en-US" sz="20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観察した事実</a:t>
          </a:r>
        </a:p>
      </dgm:t>
    </dgm:pt>
    <dgm:pt modelId="{8DD180A4-B332-4A75-91D8-C83273740DDB}" type="parTrans" cxnId="{2991B06A-7CA9-4076-94B0-8ED01E35E3C5}">
      <dgm:prSet/>
      <dgm:spPr/>
    </dgm:pt>
    <dgm:pt modelId="{6E21E26D-8CBD-4BB0-95CF-E2B35A870F5B}" type="sibTrans" cxnId="{2991B06A-7CA9-4076-94B0-8ED01E35E3C5}">
      <dgm:prSet/>
      <dgm:spPr/>
    </dgm:pt>
    <dgm:pt modelId="{579E16A9-74E7-4CD7-8E3F-AAB8EBA2BA15}">
      <dgm:prSet phldrT="[テキスト]" custT="1"/>
      <dgm:spPr>
        <a:solidFill>
          <a:srgbClr val="087F78"/>
        </a:solidFill>
        <a:ln/>
      </dgm:spPr>
      <dgm:t>
        <a:bodyPr/>
        <a:lstStyle/>
        <a:p>
          <a:r>
            <a:rPr kumimoji="1" lang="ja-JP" altLang="en-US" sz="20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説明する内容</a:t>
          </a:r>
        </a:p>
      </dgm:t>
    </dgm:pt>
    <dgm:pt modelId="{D3CD4589-52E0-47B6-86BC-79B6E8755503}" type="parTrans" cxnId="{AC97CFBB-E512-41DE-A41C-8DABAB84D65B}">
      <dgm:prSet/>
      <dgm:spPr/>
    </dgm:pt>
    <dgm:pt modelId="{B60FEF2E-8042-4FE7-BE35-BB79CE262243}" type="sibTrans" cxnId="{AC97CFBB-E512-41DE-A41C-8DABAB84D65B}">
      <dgm:prSet/>
      <dgm:spPr/>
    </dgm:pt>
    <dgm:pt modelId="{40842F37-6895-4AD4-86C0-69954BB6B10A}">
      <dgm:prSet phldrT="[テキスト]" custT="1"/>
      <dgm:spPr>
        <a:solidFill>
          <a:srgbClr val="087F78"/>
        </a:solidFill>
        <a:ln/>
      </dgm:spPr>
      <dgm:t>
        <a:bodyPr/>
        <a:lstStyle/>
        <a:p>
          <a:r>
            <a:rPr kumimoji="1" lang="ja-JP" altLang="en-US" sz="20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資料の根拠</a:t>
          </a:r>
        </a:p>
      </dgm:t>
    </dgm:pt>
    <dgm:pt modelId="{BE8F8B70-7387-41A4-AA19-C8BB7B9F4014}" type="parTrans" cxnId="{84B54FDE-2709-4B1F-BE7E-DCD87CB33720}">
      <dgm:prSet/>
      <dgm:spPr/>
    </dgm:pt>
    <dgm:pt modelId="{FC546028-A760-40D5-BAB8-C56338639BF8}" type="sibTrans" cxnId="{84B54FDE-2709-4B1F-BE7E-DCD87CB33720}">
      <dgm:prSet/>
      <dgm:spPr/>
    </dgm:pt>
    <dgm:pt modelId="{8410B7C5-A783-4FE7-82F4-8F8D67E6389F}">
      <dgm:prSet phldrT="[テキスト]" custT="1"/>
      <dgm:spPr>
        <a:solidFill>
          <a:srgbClr val="087F78"/>
        </a:solidFill>
        <a:ln/>
      </dgm:spPr>
      <dgm:t>
        <a:bodyPr/>
        <a:lstStyle/>
        <a:p>
          <a:r>
            <a:rPr kumimoji="1" lang="ja-JP" altLang="en-US" sz="20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具体的な例</a:t>
          </a:r>
        </a:p>
      </dgm:t>
    </dgm:pt>
    <dgm:pt modelId="{15BD8A90-1F0E-470C-BA47-DCCAA0B764FC}" type="parTrans" cxnId="{A59B4A36-1D3A-45F9-B08C-06A198D04DBE}">
      <dgm:prSet/>
      <dgm:spPr/>
    </dgm:pt>
    <dgm:pt modelId="{EDFB5289-E4E7-43C7-B75B-C75626D872B2}" type="sibTrans" cxnId="{A59B4A36-1D3A-45F9-B08C-06A198D04DBE}">
      <dgm:prSet/>
      <dgm:spPr/>
    </dgm:pt>
    <dgm:pt modelId="{2E7E4FB1-EF7D-4581-A0F5-D0A5AD65EC64}" type="pres">
      <dgm:prSet presAssocID="{23F9257F-B108-4F57-8A5B-997D95B8756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C2434AA-EE70-4648-9DE1-FFACF3114B84}" type="pres">
      <dgm:prSet presAssocID="{722682B5-C13B-4253-88B6-A3516C7E6AB2}" presName="hierRoot1" presStyleCnt="0">
        <dgm:presLayoutVars>
          <dgm:hierBranch val="init"/>
        </dgm:presLayoutVars>
      </dgm:prSet>
      <dgm:spPr/>
    </dgm:pt>
    <dgm:pt modelId="{E3C2E9FE-3EAF-4381-B985-3886A8C3E646}" type="pres">
      <dgm:prSet presAssocID="{722682B5-C13B-4253-88B6-A3516C7E6AB2}" presName="rootComposite1" presStyleCnt="0"/>
      <dgm:spPr/>
    </dgm:pt>
    <dgm:pt modelId="{E8B77E87-CA01-417F-B58F-69F3A096DA9A}" type="pres">
      <dgm:prSet presAssocID="{722682B5-C13B-4253-88B6-A3516C7E6AB2}" presName="rootText1" presStyleLbl="node0" presStyleIdx="0" presStyleCnt="1">
        <dgm:presLayoutVars>
          <dgm:chPref val="3"/>
        </dgm:presLayoutVars>
      </dgm:prSet>
      <dgm:spPr/>
    </dgm:pt>
    <dgm:pt modelId="{D649AE7D-ABE3-4524-B5A5-C0CD48705786}" type="pres">
      <dgm:prSet presAssocID="{722682B5-C13B-4253-88B6-A3516C7E6AB2}" presName="rootConnector1" presStyleLbl="node1" presStyleIdx="0" presStyleCnt="0"/>
      <dgm:spPr/>
    </dgm:pt>
    <dgm:pt modelId="{2C062852-819F-4921-A922-217668C3606C}" type="pres">
      <dgm:prSet presAssocID="{722682B5-C13B-4253-88B6-A3516C7E6AB2}" presName="hierChild2" presStyleCnt="0"/>
      <dgm:spPr/>
    </dgm:pt>
    <dgm:pt modelId="{14E70275-CB0A-4711-B53A-4F7A42149506}" type="pres">
      <dgm:prSet presAssocID="{8DD180A4-B332-4A75-91D8-C83273740DDB}" presName="Name37" presStyleLbl="parChTrans1D2" presStyleIdx="0" presStyleCnt="2"/>
      <dgm:spPr/>
    </dgm:pt>
    <dgm:pt modelId="{7323742C-5476-4574-84F5-4D0D6D070F92}" type="pres">
      <dgm:prSet presAssocID="{B3C6995F-0D35-4766-8625-3F6FB8BB6B58}" presName="hierRoot2" presStyleCnt="0">
        <dgm:presLayoutVars>
          <dgm:hierBranch val="init"/>
        </dgm:presLayoutVars>
      </dgm:prSet>
      <dgm:spPr/>
    </dgm:pt>
    <dgm:pt modelId="{5CCCB409-C892-4231-AF97-CC9D2FDC37CB}" type="pres">
      <dgm:prSet presAssocID="{B3C6995F-0D35-4766-8625-3F6FB8BB6B58}" presName="rootComposite" presStyleCnt="0"/>
      <dgm:spPr/>
    </dgm:pt>
    <dgm:pt modelId="{13A083CA-D4E0-44F5-AE99-B909936FC005}" type="pres">
      <dgm:prSet presAssocID="{B3C6995F-0D35-4766-8625-3F6FB8BB6B58}" presName="rootText" presStyleLbl="node2" presStyleIdx="0" presStyleCnt="2">
        <dgm:presLayoutVars>
          <dgm:chPref val="3"/>
        </dgm:presLayoutVars>
      </dgm:prSet>
      <dgm:spPr/>
    </dgm:pt>
    <dgm:pt modelId="{901315FD-1234-4E0C-AE25-3C866C5D8249}" type="pres">
      <dgm:prSet presAssocID="{B3C6995F-0D35-4766-8625-3F6FB8BB6B58}" presName="rootConnector" presStyleLbl="node2" presStyleIdx="0" presStyleCnt="2"/>
      <dgm:spPr/>
    </dgm:pt>
    <dgm:pt modelId="{B9DF8E78-76ED-4C8C-8623-ABE7772C16D8}" type="pres">
      <dgm:prSet presAssocID="{B3C6995F-0D35-4766-8625-3F6FB8BB6B58}" presName="hierChild4" presStyleCnt="0"/>
      <dgm:spPr/>
    </dgm:pt>
    <dgm:pt modelId="{17CE80C5-AF1E-4B28-A01A-11FDED151E5A}" type="pres">
      <dgm:prSet presAssocID="{BE8F8B70-7387-41A4-AA19-C8BB7B9F4014}" presName="Name37" presStyleLbl="parChTrans1D3" presStyleIdx="0" presStyleCnt="2"/>
      <dgm:spPr/>
    </dgm:pt>
    <dgm:pt modelId="{4116EA6A-0EA3-492E-80DF-1AF7ADF4F0A2}" type="pres">
      <dgm:prSet presAssocID="{40842F37-6895-4AD4-86C0-69954BB6B10A}" presName="hierRoot2" presStyleCnt="0">
        <dgm:presLayoutVars>
          <dgm:hierBranch val="init"/>
        </dgm:presLayoutVars>
      </dgm:prSet>
      <dgm:spPr/>
    </dgm:pt>
    <dgm:pt modelId="{24682F87-0653-4F84-8B25-C9F8DB17ADBE}" type="pres">
      <dgm:prSet presAssocID="{40842F37-6895-4AD4-86C0-69954BB6B10A}" presName="rootComposite" presStyleCnt="0"/>
      <dgm:spPr/>
    </dgm:pt>
    <dgm:pt modelId="{663C4BEA-0555-4C25-9D6E-A6696739C1CF}" type="pres">
      <dgm:prSet presAssocID="{40842F37-6895-4AD4-86C0-69954BB6B10A}" presName="rootText" presStyleLbl="node3" presStyleIdx="0" presStyleCnt="2">
        <dgm:presLayoutVars>
          <dgm:chPref val="3"/>
        </dgm:presLayoutVars>
      </dgm:prSet>
      <dgm:spPr/>
    </dgm:pt>
    <dgm:pt modelId="{EE9A17D1-00A8-4B4C-B158-22BEE5441EAE}" type="pres">
      <dgm:prSet presAssocID="{40842F37-6895-4AD4-86C0-69954BB6B10A}" presName="rootConnector" presStyleLbl="node3" presStyleIdx="0" presStyleCnt="2"/>
      <dgm:spPr/>
    </dgm:pt>
    <dgm:pt modelId="{22524578-6287-4EB4-814F-59496E182934}" type="pres">
      <dgm:prSet presAssocID="{40842F37-6895-4AD4-86C0-69954BB6B10A}" presName="hierChild4" presStyleCnt="0"/>
      <dgm:spPr/>
    </dgm:pt>
    <dgm:pt modelId="{660C0E5E-CD85-450E-825A-46C8674CA3FD}" type="pres">
      <dgm:prSet presAssocID="{40842F37-6895-4AD4-86C0-69954BB6B10A}" presName="hierChild5" presStyleCnt="0"/>
      <dgm:spPr/>
    </dgm:pt>
    <dgm:pt modelId="{0AE2F271-C964-4BC1-A393-0A905BB4B456}" type="pres">
      <dgm:prSet presAssocID="{B3C6995F-0D35-4766-8625-3F6FB8BB6B58}" presName="hierChild5" presStyleCnt="0"/>
      <dgm:spPr/>
    </dgm:pt>
    <dgm:pt modelId="{1D6CE17C-9423-4036-BCF9-F9D9151D68BD}" type="pres">
      <dgm:prSet presAssocID="{D3CD4589-52E0-47B6-86BC-79B6E8755503}" presName="Name37" presStyleLbl="parChTrans1D2" presStyleIdx="1" presStyleCnt="2"/>
      <dgm:spPr/>
    </dgm:pt>
    <dgm:pt modelId="{072BF435-FE20-42DD-A703-5487D7C6E288}" type="pres">
      <dgm:prSet presAssocID="{579E16A9-74E7-4CD7-8E3F-AAB8EBA2BA15}" presName="hierRoot2" presStyleCnt="0">
        <dgm:presLayoutVars>
          <dgm:hierBranch val="init"/>
        </dgm:presLayoutVars>
      </dgm:prSet>
      <dgm:spPr/>
    </dgm:pt>
    <dgm:pt modelId="{981AFE94-5811-4848-9185-3983A4AD54AE}" type="pres">
      <dgm:prSet presAssocID="{579E16A9-74E7-4CD7-8E3F-AAB8EBA2BA15}" presName="rootComposite" presStyleCnt="0"/>
      <dgm:spPr/>
    </dgm:pt>
    <dgm:pt modelId="{2674BC3F-323F-4B22-A30C-FDCC16EA1A5B}" type="pres">
      <dgm:prSet presAssocID="{579E16A9-74E7-4CD7-8E3F-AAB8EBA2BA15}" presName="rootText" presStyleLbl="node2" presStyleIdx="1" presStyleCnt="2">
        <dgm:presLayoutVars>
          <dgm:chPref val="3"/>
        </dgm:presLayoutVars>
      </dgm:prSet>
      <dgm:spPr/>
    </dgm:pt>
    <dgm:pt modelId="{FF487B4D-E4D6-450F-8E89-EF323E3E17AA}" type="pres">
      <dgm:prSet presAssocID="{579E16A9-74E7-4CD7-8E3F-AAB8EBA2BA15}" presName="rootConnector" presStyleLbl="node2" presStyleIdx="1" presStyleCnt="2"/>
      <dgm:spPr/>
    </dgm:pt>
    <dgm:pt modelId="{60C16305-5D37-4979-A6FF-EA66A07D62D4}" type="pres">
      <dgm:prSet presAssocID="{579E16A9-74E7-4CD7-8E3F-AAB8EBA2BA15}" presName="hierChild4" presStyleCnt="0"/>
      <dgm:spPr/>
    </dgm:pt>
    <dgm:pt modelId="{FF87A407-E3B8-46C3-A440-60A9961CD83E}" type="pres">
      <dgm:prSet presAssocID="{15BD8A90-1F0E-470C-BA47-DCCAA0B764FC}" presName="Name37" presStyleLbl="parChTrans1D3" presStyleIdx="1" presStyleCnt="2"/>
      <dgm:spPr/>
    </dgm:pt>
    <dgm:pt modelId="{F2E8709C-1E5D-4266-8CBF-B49B6241EBCF}" type="pres">
      <dgm:prSet presAssocID="{8410B7C5-A783-4FE7-82F4-8F8D67E6389F}" presName="hierRoot2" presStyleCnt="0">
        <dgm:presLayoutVars>
          <dgm:hierBranch val="init"/>
        </dgm:presLayoutVars>
      </dgm:prSet>
      <dgm:spPr/>
    </dgm:pt>
    <dgm:pt modelId="{FF0CA452-ECD2-439E-A390-0FAB525EB896}" type="pres">
      <dgm:prSet presAssocID="{8410B7C5-A783-4FE7-82F4-8F8D67E6389F}" presName="rootComposite" presStyleCnt="0"/>
      <dgm:spPr/>
    </dgm:pt>
    <dgm:pt modelId="{6541B98F-8A06-4AA1-949D-912038D61A7A}" type="pres">
      <dgm:prSet presAssocID="{8410B7C5-A783-4FE7-82F4-8F8D67E6389F}" presName="rootText" presStyleLbl="node3" presStyleIdx="1" presStyleCnt="2">
        <dgm:presLayoutVars>
          <dgm:chPref val="3"/>
        </dgm:presLayoutVars>
      </dgm:prSet>
      <dgm:spPr/>
    </dgm:pt>
    <dgm:pt modelId="{C9B1C77F-5F92-43A2-8335-1B55CD7401C1}" type="pres">
      <dgm:prSet presAssocID="{8410B7C5-A783-4FE7-82F4-8F8D67E6389F}" presName="rootConnector" presStyleLbl="node3" presStyleIdx="1" presStyleCnt="2"/>
      <dgm:spPr/>
    </dgm:pt>
    <dgm:pt modelId="{8178C374-1C18-4DF7-9722-B67BC31E597C}" type="pres">
      <dgm:prSet presAssocID="{8410B7C5-A783-4FE7-82F4-8F8D67E6389F}" presName="hierChild4" presStyleCnt="0"/>
      <dgm:spPr/>
    </dgm:pt>
    <dgm:pt modelId="{35468D63-6D9A-4CF2-B31A-42CA7BD90E59}" type="pres">
      <dgm:prSet presAssocID="{8410B7C5-A783-4FE7-82F4-8F8D67E6389F}" presName="hierChild5" presStyleCnt="0"/>
      <dgm:spPr/>
    </dgm:pt>
    <dgm:pt modelId="{B23CD55C-1BB9-446A-9178-8836ADBBE1D0}" type="pres">
      <dgm:prSet presAssocID="{579E16A9-74E7-4CD7-8E3F-AAB8EBA2BA15}" presName="hierChild5" presStyleCnt="0"/>
      <dgm:spPr/>
    </dgm:pt>
    <dgm:pt modelId="{C48CC46C-B2FF-4667-A528-5463388996EF}" type="pres">
      <dgm:prSet presAssocID="{722682B5-C13B-4253-88B6-A3516C7E6AB2}" presName="hierChild3" presStyleCnt="0"/>
      <dgm:spPr/>
    </dgm:pt>
  </dgm:ptLst>
  <dgm:cxnLst>
    <dgm:cxn modelId="{82B34802-8B50-4005-A287-1ABA48A77D16}" type="presOf" srcId="{722682B5-C13B-4253-88B6-A3516C7E6AB2}" destId="{E8B77E87-CA01-417F-B58F-69F3A096DA9A}" srcOrd="0" destOrd="0" presId="urn:microsoft.com/office/officeart/2005/8/layout/orgChart1"/>
    <dgm:cxn modelId="{97F8CC0F-3E99-459E-99EA-395F84163553}" type="presOf" srcId="{722682B5-C13B-4253-88B6-A3516C7E6AB2}" destId="{D649AE7D-ABE3-4524-B5A5-C0CD48705786}" srcOrd="1" destOrd="0" presId="urn:microsoft.com/office/officeart/2005/8/layout/orgChart1"/>
    <dgm:cxn modelId="{1ADFE510-D351-4040-ABCB-0945B1387E91}" type="presOf" srcId="{BE8F8B70-7387-41A4-AA19-C8BB7B9F4014}" destId="{17CE80C5-AF1E-4B28-A01A-11FDED151E5A}" srcOrd="0" destOrd="0" presId="urn:microsoft.com/office/officeart/2005/8/layout/orgChart1"/>
    <dgm:cxn modelId="{A5F6D514-A2E1-4853-850D-7E6BC8C5E80B}" type="presOf" srcId="{40842F37-6895-4AD4-86C0-69954BB6B10A}" destId="{663C4BEA-0555-4C25-9D6E-A6696739C1CF}" srcOrd="0" destOrd="0" presId="urn:microsoft.com/office/officeart/2005/8/layout/orgChart1"/>
    <dgm:cxn modelId="{14EE6331-CF9A-4203-AAC0-9E1DEDF8AD9A}" type="presOf" srcId="{B3C6995F-0D35-4766-8625-3F6FB8BB6B58}" destId="{13A083CA-D4E0-44F5-AE99-B909936FC005}" srcOrd="0" destOrd="0" presId="urn:microsoft.com/office/officeart/2005/8/layout/orgChart1"/>
    <dgm:cxn modelId="{A59B4A36-1D3A-45F9-B08C-06A198D04DBE}" srcId="{579E16A9-74E7-4CD7-8E3F-AAB8EBA2BA15}" destId="{8410B7C5-A783-4FE7-82F4-8F8D67E6389F}" srcOrd="0" destOrd="0" parTransId="{15BD8A90-1F0E-470C-BA47-DCCAA0B764FC}" sibTransId="{EDFB5289-E4E7-43C7-B75B-C75626D872B2}"/>
    <dgm:cxn modelId="{E26F305F-E713-4346-BE6D-D06D03D62739}" type="presOf" srcId="{8410B7C5-A783-4FE7-82F4-8F8D67E6389F}" destId="{C9B1C77F-5F92-43A2-8335-1B55CD7401C1}" srcOrd="1" destOrd="0" presId="urn:microsoft.com/office/officeart/2005/8/layout/orgChart1"/>
    <dgm:cxn modelId="{1A43DE68-2DE0-498C-9F89-A50B291579F2}" type="presOf" srcId="{579E16A9-74E7-4CD7-8E3F-AAB8EBA2BA15}" destId="{FF487B4D-E4D6-450F-8E89-EF323E3E17AA}" srcOrd="1" destOrd="0" presId="urn:microsoft.com/office/officeart/2005/8/layout/orgChart1"/>
    <dgm:cxn modelId="{2991B06A-7CA9-4076-94B0-8ED01E35E3C5}" srcId="{722682B5-C13B-4253-88B6-A3516C7E6AB2}" destId="{B3C6995F-0D35-4766-8625-3F6FB8BB6B58}" srcOrd="0" destOrd="0" parTransId="{8DD180A4-B332-4A75-91D8-C83273740DDB}" sibTransId="{6E21E26D-8CBD-4BB0-95CF-E2B35A870F5B}"/>
    <dgm:cxn modelId="{BB70BE4A-5F3F-4AEC-AB4F-9E4E5E32265E}" type="presOf" srcId="{B3C6995F-0D35-4766-8625-3F6FB8BB6B58}" destId="{901315FD-1234-4E0C-AE25-3C866C5D8249}" srcOrd="1" destOrd="0" presId="urn:microsoft.com/office/officeart/2005/8/layout/orgChart1"/>
    <dgm:cxn modelId="{2DFBB86C-69D0-486D-B783-A5046FDEB93D}" type="presOf" srcId="{15BD8A90-1F0E-470C-BA47-DCCAA0B764FC}" destId="{FF87A407-E3B8-46C3-A440-60A9961CD83E}" srcOrd="0" destOrd="0" presId="urn:microsoft.com/office/officeart/2005/8/layout/orgChart1"/>
    <dgm:cxn modelId="{8ADDFE8F-4D72-4964-88F2-D4C18B09D4EC}" type="presOf" srcId="{8DD180A4-B332-4A75-91D8-C83273740DDB}" destId="{14E70275-CB0A-4711-B53A-4F7A42149506}" srcOrd="0" destOrd="0" presId="urn:microsoft.com/office/officeart/2005/8/layout/orgChart1"/>
    <dgm:cxn modelId="{D6081AA6-B032-479F-A413-E94983F45054}" type="presOf" srcId="{579E16A9-74E7-4CD7-8E3F-AAB8EBA2BA15}" destId="{2674BC3F-323F-4B22-A30C-FDCC16EA1A5B}" srcOrd="0" destOrd="0" presId="urn:microsoft.com/office/officeart/2005/8/layout/orgChart1"/>
    <dgm:cxn modelId="{AC97CFBB-E512-41DE-A41C-8DABAB84D65B}" srcId="{722682B5-C13B-4253-88B6-A3516C7E6AB2}" destId="{579E16A9-74E7-4CD7-8E3F-AAB8EBA2BA15}" srcOrd="1" destOrd="0" parTransId="{D3CD4589-52E0-47B6-86BC-79B6E8755503}" sibTransId="{B60FEF2E-8042-4FE7-BE35-BB79CE262243}"/>
    <dgm:cxn modelId="{35AFF2C8-14DC-4C86-A699-25F660821998}" srcId="{23F9257F-B108-4F57-8A5B-997D95B87562}" destId="{722682B5-C13B-4253-88B6-A3516C7E6AB2}" srcOrd="0" destOrd="0" parTransId="{4C00DD67-AE6B-4FF5-BF54-5BBE1CAAD328}" sibTransId="{AB36BA1D-2684-4AEB-B70B-C8DCED99BE74}"/>
    <dgm:cxn modelId="{84B54FDE-2709-4B1F-BE7E-DCD87CB33720}" srcId="{B3C6995F-0D35-4766-8625-3F6FB8BB6B58}" destId="{40842F37-6895-4AD4-86C0-69954BB6B10A}" srcOrd="0" destOrd="0" parTransId="{BE8F8B70-7387-41A4-AA19-C8BB7B9F4014}" sibTransId="{FC546028-A760-40D5-BAB8-C56338639BF8}"/>
    <dgm:cxn modelId="{E4C225E7-2582-4DEC-8DED-FF1C8B75B408}" type="presOf" srcId="{D3CD4589-52E0-47B6-86BC-79B6E8755503}" destId="{1D6CE17C-9423-4036-BCF9-F9D9151D68BD}" srcOrd="0" destOrd="0" presId="urn:microsoft.com/office/officeart/2005/8/layout/orgChart1"/>
    <dgm:cxn modelId="{C59A72E7-BFC7-49EE-A226-4060CD51DFAB}" type="presOf" srcId="{8410B7C5-A783-4FE7-82F4-8F8D67E6389F}" destId="{6541B98F-8A06-4AA1-949D-912038D61A7A}" srcOrd="0" destOrd="0" presId="urn:microsoft.com/office/officeart/2005/8/layout/orgChart1"/>
    <dgm:cxn modelId="{7B9498EA-AE14-4E52-89A9-BF372D201812}" type="presOf" srcId="{40842F37-6895-4AD4-86C0-69954BB6B10A}" destId="{EE9A17D1-00A8-4B4C-B158-22BEE5441EAE}" srcOrd="1" destOrd="0" presId="urn:microsoft.com/office/officeart/2005/8/layout/orgChart1"/>
    <dgm:cxn modelId="{ABD793FD-B13D-432C-9CC1-28CDBB903295}" type="presOf" srcId="{23F9257F-B108-4F57-8A5B-997D95B87562}" destId="{2E7E4FB1-EF7D-4581-A0F5-D0A5AD65EC64}" srcOrd="0" destOrd="0" presId="urn:microsoft.com/office/officeart/2005/8/layout/orgChart1"/>
    <dgm:cxn modelId="{1D065F1D-2340-47A2-8543-1871F8D30E1A}" type="presParOf" srcId="{2E7E4FB1-EF7D-4581-A0F5-D0A5AD65EC64}" destId="{FC2434AA-EE70-4648-9DE1-FFACF3114B84}" srcOrd="0" destOrd="0" presId="urn:microsoft.com/office/officeart/2005/8/layout/orgChart1"/>
    <dgm:cxn modelId="{94E695D0-B471-46B0-92D0-AE266730C43B}" type="presParOf" srcId="{FC2434AA-EE70-4648-9DE1-FFACF3114B84}" destId="{E3C2E9FE-3EAF-4381-B985-3886A8C3E646}" srcOrd="0" destOrd="0" presId="urn:microsoft.com/office/officeart/2005/8/layout/orgChart1"/>
    <dgm:cxn modelId="{48EFA059-7BB0-4F95-8C05-AF38BBD8B58C}" type="presParOf" srcId="{E3C2E9FE-3EAF-4381-B985-3886A8C3E646}" destId="{E8B77E87-CA01-417F-B58F-69F3A096DA9A}" srcOrd="0" destOrd="0" presId="urn:microsoft.com/office/officeart/2005/8/layout/orgChart1"/>
    <dgm:cxn modelId="{B7ED40AD-F9B4-436F-AE47-32144E4D0C22}" type="presParOf" srcId="{E3C2E9FE-3EAF-4381-B985-3886A8C3E646}" destId="{D649AE7D-ABE3-4524-B5A5-C0CD48705786}" srcOrd="1" destOrd="0" presId="urn:microsoft.com/office/officeart/2005/8/layout/orgChart1"/>
    <dgm:cxn modelId="{4C02F1D5-3428-45C1-9FA6-6FCE740AF121}" type="presParOf" srcId="{FC2434AA-EE70-4648-9DE1-FFACF3114B84}" destId="{2C062852-819F-4921-A922-217668C3606C}" srcOrd="1" destOrd="0" presId="urn:microsoft.com/office/officeart/2005/8/layout/orgChart1"/>
    <dgm:cxn modelId="{4EDAB6EB-2685-4079-BF45-3F5207B53BC9}" type="presParOf" srcId="{2C062852-819F-4921-A922-217668C3606C}" destId="{14E70275-CB0A-4711-B53A-4F7A42149506}" srcOrd="0" destOrd="0" presId="urn:microsoft.com/office/officeart/2005/8/layout/orgChart1"/>
    <dgm:cxn modelId="{BEC5445B-61DE-4F4B-B728-B09320934F0F}" type="presParOf" srcId="{2C062852-819F-4921-A922-217668C3606C}" destId="{7323742C-5476-4574-84F5-4D0D6D070F92}" srcOrd="1" destOrd="0" presId="urn:microsoft.com/office/officeart/2005/8/layout/orgChart1"/>
    <dgm:cxn modelId="{7E071128-D0E2-42AA-93E9-9700ACD437AB}" type="presParOf" srcId="{7323742C-5476-4574-84F5-4D0D6D070F92}" destId="{5CCCB409-C892-4231-AF97-CC9D2FDC37CB}" srcOrd="0" destOrd="0" presId="urn:microsoft.com/office/officeart/2005/8/layout/orgChart1"/>
    <dgm:cxn modelId="{C49C0981-C7E6-4CCC-8DAA-E15C09588828}" type="presParOf" srcId="{5CCCB409-C892-4231-AF97-CC9D2FDC37CB}" destId="{13A083CA-D4E0-44F5-AE99-B909936FC005}" srcOrd="0" destOrd="0" presId="urn:microsoft.com/office/officeart/2005/8/layout/orgChart1"/>
    <dgm:cxn modelId="{5AE0E6B2-9C5E-49AD-818F-1D3FA0CC897C}" type="presParOf" srcId="{5CCCB409-C892-4231-AF97-CC9D2FDC37CB}" destId="{901315FD-1234-4E0C-AE25-3C866C5D8249}" srcOrd="1" destOrd="0" presId="urn:microsoft.com/office/officeart/2005/8/layout/orgChart1"/>
    <dgm:cxn modelId="{63CE16A7-C546-4CB1-AF2A-972E314B28EF}" type="presParOf" srcId="{7323742C-5476-4574-84F5-4D0D6D070F92}" destId="{B9DF8E78-76ED-4C8C-8623-ABE7772C16D8}" srcOrd="1" destOrd="0" presId="urn:microsoft.com/office/officeart/2005/8/layout/orgChart1"/>
    <dgm:cxn modelId="{C1BF8970-FD8D-4303-9B0F-66785172B459}" type="presParOf" srcId="{B9DF8E78-76ED-4C8C-8623-ABE7772C16D8}" destId="{17CE80C5-AF1E-4B28-A01A-11FDED151E5A}" srcOrd="0" destOrd="0" presId="urn:microsoft.com/office/officeart/2005/8/layout/orgChart1"/>
    <dgm:cxn modelId="{CDD32179-80B9-4E96-ACEA-8AB607266C80}" type="presParOf" srcId="{B9DF8E78-76ED-4C8C-8623-ABE7772C16D8}" destId="{4116EA6A-0EA3-492E-80DF-1AF7ADF4F0A2}" srcOrd="1" destOrd="0" presId="urn:microsoft.com/office/officeart/2005/8/layout/orgChart1"/>
    <dgm:cxn modelId="{79F220BB-22C3-41F5-8E57-0045E8C28EE5}" type="presParOf" srcId="{4116EA6A-0EA3-492E-80DF-1AF7ADF4F0A2}" destId="{24682F87-0653-4F84-8B25-C9F8DB17ADBE}" srcOrd="0" destOrd="0" presId="urn:microsoft.com/office/officeart/2005/8/layout/orgChart1"/>
    <dgm:cxn modelId="{83C09EA9-6F4C-469F-BEC2-A07B429CE416}" type="presParOf" srcId="{24682F87-0653-4F84-8B25-C9F8DB17ADBE}" destId="{663C4BEA-0555-4C25-9D6E-A6696739C1CF}" srcOrd="0" destOrd="0" presId="urn:microsoft.com/office/officeart/2005/8/layout/orgChart1"/>
    <dgm:cxn modelId="{7B0113DE-4845-4D1F-ADFE-5131A8DCC9E9}" type="presParOf" srcId="{24682F87-0653-4F84-8B25-C9F8DB17ADBE}" destId="{EE9A17D1-00A8-4B4C-B158-22BEE5441EAE}" srcOrd="1" destOrd="0" presId="urn:microsoft.com/office/officeart/2005/8/layout/orgChart1"/>
    <dgm:cxn modelId="{619803D7-5988-475E-B77A-A0F079888843}" type="presParOf" srcId="{4116EA6A-0EA3-492E-80DF-1AF7ADF4F0A2}" destId="{22524578-6287-4EB4-814F-59496E182934}" srcOrd="1" destOrd="0" presId="urn:microsoft.com/office/officeart/2005/8/layout/orgChart1"/>
    <dgm:cxn modelId="{3BB987EC-FD02-478C-AD2A-4518195C99D9}" type="presParOf" srcId="{4116EA6A-0EA3-492E-80DF-1AF7ADF4F0A2}" destId="{660C0E5E-CD85-450E-825A-46C8674CA3FD}" srcOrd="2" destOrd="0" presId="urn:microsoft.com/office/officeart/2005/8/layout/orgChart1"/>
    <dgm:cxn modelId="{8E58F16C-D2DA-44B2-9988-66B43E942F11}" type="presParOf" srcId="{7323742C-5476-4574-84F5-4D0D6D070F92}" destId="{0AE2F271-C964-4BC1-A393-0A905BB4B456}" srcOrd="2" destOrd="0" presId="urn:microsoft.com/office/officeart/2005/8/layout/orgChart1"/>
    <dgm:cxn modelId="{C34F266C-57E4-4EF0-85ED-9C0D7BBA6B57}" type="presParOf" srcId="{2C062852-819F-4921-A922-217668C3606C}" destId="{1D6CE17C-9423-4036-BCF9-F9D9151D68BD}" srcOrd="2" destOrd="0" presId="urn:microsoft.com/office/officeart/2005/8/layout/orgChart1"/>
    <dgm:cxn modelId="{18E5B669-625B-4D4C-80B1-2B795BC7A14B}" type="presParOf" srcId="{2C062852-819F-4921-A922-217668C3606C}" destId="{072BF435-FE20-42DD-A703-5487D7C6E288}" srcOrd="3" destOrd="0" presId="urn:microsoft.com/office/officeart/2005/8/layout/orgChart1"/>
    <dgm:cxn modelId="{975771AB-D15D-4887-B7DF-B221CA668C41}" type="presParOf" srcId="{072BF435-FE20-42DD-A703-5487D7C6E288}" destId="{981AFE94-5811-4848-9185-3983A4AD54AE}" srcOrd="0" destOrd="0" presId="urn:microsoft.com/office/officeart/2005/8/layout/orgChart1"/>
    <dgm:cxn modelId="{9F3F29DE-56CA-4912-AB0E-93FAF7CD79E8}" type="presParOf" srcId="{981AFE94-5811-4848-9185-3983A4AD54AE}" destId="{2674BC3F-323F-4B22-A30C-FDCC16EA1A5B}" srcOrd="0" destOrd="0" presId="urn:microsoft.com/office/officeart/2005/8/layout/orgChart1"/>
    <dgm:cxn modelId="{D48A7834-33A4-4F8E-BB37-210ABB8C40A3}" type="presParOf" srcId="{981AFE94-5811-4848-9185-3983A4AD54AE}" destId="{FF487B4D-E4D6-450F-8E89-EF323E3E17AA}" srcOrd="1" destOrd="0" presId="urn:microsoft.com/office/officeart/2005/8/layout/orgChart1"/>
    <dgm:cxn modelId="{36513824-65B2-44FD-8FEF-3E6885EFCB0C}" type="presParOf" srcId="{072BF435-FE20-42DD-A703-5487D7C6E288}" destId="{60C16305-5D37-4979-A6FF-EA66A07D62D4}" srcOrd="1" destOrd="0" presId="urn:microsoft.com/office/officeart/2005/8/layout/orgChart1"/>
    <dgm:cxn modelId="{79910E13-AD22-4F06-AFE9-C34B1E48E5D1}" type="presParOf" srcId="{60C16305-5D37-4979-A6FF-EA66A07D62D4}" destId="{FF87A407-E3B8-46C3-A440-60A9961CD83E}" srcOrd="0" destOrd="0" presId="urn:microsoft.com/office/officeart/2005/8/layout/orgChart1"/>
    <dgm:cxn modelId="{2E189E1F-D13A-4EF8-AABB-852F2DE80AEA}" type="presParOf" srcId="{60C16305-5D37-4979-A6FF-EA66A07D62D4}" destId="{F2E8709C-1E5D-4266-8CBF-B49B6241EBCF}" srcOrd="1" destOrd="0" presId="urn:microsoft.com/office/officeart/2005/8/layout/orgChart1"/>
    <dgm:cxn modelId="{BD8AB45D-F809-4E33-8A3B-4D192BCDD4D2}" type="presParOf" srcId="{F2E8709C-1E5D-4266-8CBF-B49B6241EBCF}" destId="{FF0CA452-ECD2-439E-A390-0FAB525EB896}" srcOrd="0" destOrd="0" presId="urn:microsoft.com/office/officeart/2005/8/layout/orgChart1"/>
    <dgm:cxn modelId="{C69322C6-C914-4B4A-B35A-B6E027559FCB}" type="presParOf" srcId="{FF0CA452-ECD2-439E-A390-0FAB525EB896}" destId="{6541B98F-8A06-4AA1-949D-912038D61A7A}" srcOrd="0" destOrd="0" presId="urn:microsoft.com/office/officeart/2005/8/layout/orgChart1"/>
    <dgm:cxn modelId="{C83C6CE7-B8F7-4AE5-B2CA-4DDF8D52DA74}" type="presParOf" srcId="{FF0CA452-ECD2-439E-A390-0FAB525EB896}" destId="{C9B1C77F-5F92-43A2-8335-1B55CD7401C1}" srcOrd="1" destOrd="0" presId="urn:microsoft.com/office/officeart/2005/8/layout/orgChart1"/>
    <dgm:cxn modelId="{C742D158-325B-4F8B-89FC-8633CE849E51}" type="presParOf" srcId="{F2E8709C-1E5D-4266-8CBF-B49B6241EBCF}" destId="{8178C374-1C18-4DF7-9722-B67BC31E597C}" srcOrd="1" destOrd="0" presId="urn:microsoft.com/office/officeart/2005/8/layout/orgChart1"/>
    <dgm:cxn modelId="{60DF8926-EA95-480B-904E-3355927A8872}" type="presParOf" srcId="{F2E8709C-1E5D-4266-8CBF-B49B6241EBCF}" destId="{35468D63-6D9A-4CF2-B31A-42CA7BD90E59}" srcOrd="2" destOrd="0" presId="urn:microsoft.com/office/officeart/2005/8/layout/orgChart1"/>
    <dgm:cxn modelId="{ED63E00D-EDE1-4B38-B456-42605E805636}" type="presParOf" srcId="{072BF435-FE20-42DD-A703-5487D7C6E288}" destId="{B23CD55C-1BB9-446A-9178-8836ADBBE1D0}" srcOrd="2" destOrd="0" presId="urn:microsoft.com/office/officeart/2005/8/layout/orgChart1"/>
    <dgm:cxn modelId="{C8C120FC-42D5-41D5-AEC4-BFB7D6C344B8}" type="presParOf" srcId="{FC2434AA-EE70-4648-9DE1-FFACF3114B84}" destId="{C48CC46C-B2FF-4667-A528-5463388996E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E2944AE-F9E4-40F8-A8B7-139B15B9C794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9AFBD7BA-A424-4F61-8313-E1B960B69F31}">
      <dgm:prSet phldrT="[テキスト]" custT="1"/>
      <dgm:spPr>
        <a:solidFill>
          <a:srgbClr val="087F78"/>
        </a:solidFill>
        <a:ln/>
      </dgm:spPr>
      <dgm:t>
        <a:bodyPr/>
        <a:lstStyle/>
        <a:p>
          <a:r>
            <a:rPr kumimoji="1" lang="ja-JP" altLang="en-US" sz="20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問い
何を伝えるか</a:t>
          </a:r>
        </a:p>
      </dgm:t>
    </dgm:pt>
    <dgm:pt modelId="{54D32836-B41C-4ECF-AF8A-CDC7C16EFA7E}" type="parTrans" cxnId="{D04730CB-48F9-49CC-8416-A48B0AF2C658}">
      <dgm:prSet/>
      <dgm:spPr/>
    </dgm:pt>
    <dgm:pt modelId="{82ACAA7F-2995-421F-9F46-EEF351CB201D}" type="sibTrans" cxnId="{D04730CB-48F9-49CC-8416-A48B0AF2C658}">
      <dgm:prSet/>
      <dgm:spPr/>
      <dgm:t>
        <a:bodyPr/>
        <a:lstStyle/>
        <a:p>
          <a:endParaRPr kumimoji="1" lang="ja-JP" altLang="en-US"/>
        </a:p>
      </dgm:t>
    </dgm:pt>
    <dgm:pt modelId="{C196DFF9-EDFB-4FA3-8482-27CB9AB6DCA3}">
      <dgm:prSet phldrT="[テキスト]" custT="1"/>
      <dgm:spPr>
        <a:solidFill>
          <a:srgbClr val="087F78"/>
        </a:solidFill>
        <a:ln/>
      </dgm:spPr>
      <dgm:t>
        <a:bodyPr/>
        <a:lstStyle/>
        <a:p>
          <a:r>
            <a:rPr kumimoji="1" lang="ja-JP" altLang="en-US" sz="20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具体例
身近な例で示す</a:t>
          </a:r>
        </a:p>
      </dgm:t>
    </dgm:pt>
    <dgm:pt modelId="{DEF9DF34-BF78-4B68-8E07-1144EB8DB655}" type="parTrans" cxnId="{CEC52E00-5260-496C-9290-970ABF5C810C}">
      <dgm:prSet/>
      <dgm:spPr/>
    </dgm:pt>
    <dgm:pt modelId="{BB7C8BEF-0361-431F-A635-CC236826A232}" type="sibTrans" cxnId="{CEC52E00-5260-496C-9290-970ABF5C810C}">
      <dgm:prSet/>
      <dgm:spPr/>
      <dgm:t>
        <a:bodyPr/>
        <a:lstStyle/>
        <a:p>
          <a:endParaRPr kumimoji="1" lang="ja-JP" altLang="en-US"/>
        </a:p>
      </dgm:t>
    </dgm:pt>
    <dgm:pt modelId="{E1B81DE5-E60A-4D40-B0EA-63D2ADDAD087}">
      <dgm:prSet phldrT="[テキスト]" custT="1"/>
      <dgm:spPr>
        <a:solidFill>
          <a:srgbClr val="087F78"/>
        </a:solidFill>
        <a:ln/>
      </dgm:spPr>
      <dgm:t>
        <a:bodyPr/>
        <a:lstStyle/>
        <a:p>
          <a:r>
            <a:rPr kumimoji="1" lang="ja-JP" altLang="en-US" sz="20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読み取り
規則を見つける</a:t>
          </a:r>
        </a:p>
      </dgm:t>
    </dgm:pt>
    <dgm:pt modelId="{68BF2C0F-2076-4D2C-A13B-B2A177AC30EE}" type="parTrans" cxnId="{F7155033-D54A-4EF6-893C-2F1F5DE92C66}">
      <dgm:prSet/>
      <dgm:spPr/>
    </dgm:pt>
    <dgm:pt modelId="{7CFB7859-CB82-4045-8BB5-1CC90DAEC4FC}" type="sibTrans" cxnId="{F7155033-D54A-4EF6-893C-2F1F5DE92C66}">
      <dgm:prSet/>
      <dgm:spPr/>
      <dgm:t>
        <a:bodyPr/>
        <a:lstStyle/>
        <a:p>
          <a:endParaRPr kumimoji="1" lang="ja-JP" altLang="en-US"/>
        </a:p>
      </dgm:t>
    </dgm:pt>
    <dgm:pt modelId="{35CFFB72-6295-4985-9740-FA2B510AD1C5}">
      <dgm:prSet phldrT="[テキスト]" custT="1"/>
      <dgm:spPr>
        <a:solidFill>
          <a:srgbClr val="087F78"/>
        </a:solidFill>
        <a:ln/>
      </dgm:spPr>
      <dgm:t>
        <a:bodyPr/>
        <a:lstStyle/>
        <a:p>
          <a:r>
            <a:rPr kumimoji="1" lang="ja-JP" altLang="en-US" sz="20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まとめ
問いへの答え</a:t>
          </a:r>
        </a:p>
      </dgm:t>
    </dgm:pt>
    <dgm:pt modelId="{F38E7F99-75D3-439F-B4EA-5DBC9292A4D0}" type="parTrans" cxnId="{44E6E0D3-D460-42A2-A9F4-F50950C1E21C}">
      <dgm:prSet/>
      <dgm:spPr/>
    </dgm:pt>
    <dgm:pt modelId="{95FB8237-C8BF-42C1-813D-7E376DC6BAD0}" type="sibTrans" cxnId="{44E6E0D3-D460-42A2-A9F4-F50950C1E21C}">
      <dgm:prSet/>
      <dgm:spPr/>
    </dgm:pt>
    <dgm:pt modelId="{F00BE9F8-7CD6-4955-9929-3EC1957AB490}" type="pres">
      <dgm:prSet presAssocID="{1E2944AE-F9E4-40F8-A8B7-139B15B9C794}" presName="Name0" presStyleCnt="0">
        <dgm:presLayoutVars>
          <dgm:dir/>
          <dgm:resizeHandles val="exact"/>
        </dgm:presLayoutVars>
      </dgm:prSet>
      <dgm:spPr/>
    </dgm:pt>
    <dgm:pt modelId="{EE2D051F-4941-47F7-841F-12C197A4A8B4}" type="pres">
      <dgm:prSet presAssocID="{9AFBD7BA-A424-4F61-8313-E1B960B69F31}" presName="node" presStyleLbl="node1" presStyleIdx="0" presStyleCnt="4">
        <dgm:presLayoutVars>
          <dgm:bulletEnabled val="1"/>
        </dgm:presLayoutVars>
      </dgm:prSet>
      <dgm:spPr/>
    </dgm:pt>
    <dgm:pt modelId="{E2A8ED63-DA04-45B0-A45C-B19D48441632}" type="pres">
      <dgm:prSet presAssocID="{82ACAA7F-2995-421F-9F46-EEF351CB201D}" presName="sibTrans" presStyleLbl="sibTrans2D1" presStyleIdx="0" presStyleCnt="3"/>
      <dgm:spPr/>
    </dgm:pt>
    <dgm:pt modelId="{CB451E75-3FEE-42DB-AA13-A4C953F6BF01}" type="pres">
      <dgm:prSet presAssocID="{82ACAA7F-2995-421F-9F46-EEF351CB201D}" presName="connectorText" presStyleLbl="sibTrans2D1" presStyleIdx="0" presStyleCnt="3"/>
      <dgm:spPr/>
    </dgm:pt>
    <dgm:pt modelId="{191B59AB-F6AE-4C41-BDA8-0B57F36335EA}" type="pres">
      <dgm:prSet presAssocID="{C196DFF9-EDFB-4FA3-8482-27CB9AB6DCA3}" presName="node" presStyleLbl="node1" presStyleIdx="1" presStyleCnt="4">
        <dgm:presLayoutVars>
          <dgm:bulletEnabled val="1"/>
        </dgm:presLayoutVars>
      </dgm:prSet>
      <dgm:spPr/>
    </dgm:pt>
    <dgm:pt modelId="{0D5682F3-91D6-499C-B935-1134182C81FA}" type="pres">
      <dgm:prSet presAssocID="{BB7C8BEF-0361-431F-A635-CC236826A232}" presName="sibTrans" presStyleLbl="sibTrans2D1" presStyleIdx="1" presStyleCnt="3"/>
      <dgm:spPr/>
    </dgm:pt>
    <dgm:pt modelId="{AA4C8405-2CA2-4948-9DA2-B3E0585332A7}" type="pres">
      <dgm:prSet presAssocID="{BB7C8BEF-0361-431F-A635-CC236826A232}" presName="connectorText" presStyleLbl="sibTrans2D1" presStyleIdx="1" presStyleCnt="3"/>
      <dgm:spPr/>
    </dgm:pt>
    <dgm:pt modelId="{4C052A25-FBF1-44C7-9751-2CED6D4EC811}" type="pres">
      <dgm:prSet presAssocID="{E1B81DE5-E60A-4D40-B0EA-63D2ADDAD087}" presName="node" presStyleLbl="node1" presStyleIdx="2" presStyleCnt="4">
        <dgm:presLayoutVars>
          <dgm:bulletEnabled val="1"/>
        </dgm:presLayoutVars>
      </dgm:prSet>
      <dgm:spPr/>
    </dgm:pt>
    <dgm:pt modelId="{DA88CC68-E145-4D55-8ACD-84E57900EB64}" type="pres">
      <dgm:prSet presAssocID="{7CFB7859-CB82-4045-8BB5-1CC90DAEC4FC}" presName="sibTrans" presStyleLbl="sibTrans2D1" presStyleIdx="2" presStyleCnt="3"/>
      <dgm:spPr/>
    </dgm:pt>
    <dgm:pt modelId="{9896A2BF-8103-4F89-BBB9-7BB874A7509C}" type="pres">
      <dgm:prSet presAssocID="{7CFB7859-CB82-4045-8BB5-1CC90DAEC4FC}" presName="connectorText" presStyleLbl="sibTrans2D1" presStyleIdx="2" presStyleCnt="3"/>
      <dgm:spPr/>
    </dgm:pt>
    <dgm:pt modelId="{8C53BE39-6791-4B51-982D-EA083F677916}" type="pres">
      <dgm:prSet presAssocID="{35CFFB72-6295-4985-9740-FA2B510AD1C5}" presName="node" presStyleLbl="node1" presStyleIdx="3" presStyleCnt="4">
        <dgm:presLayoutVars>
          <dgm:bulletEnabled val="1"/>
        </dgm:presLayoutVars>
      </dgm:prSet>
      <dgm:spPr/>
    </dgm:pt>
  </dgm:ptLst>
  <dgm:cxnLst>
    <dgm:cxn modelId="{CEC52E00-5260-496C-9290-970ABF5C810C}" srcId="{1E2944AE-F9E4-40F8-A8B7-139B15B9C794}" destId="{C196DFF9-EDFB-4FA3-8482-27CB9AB6DCA3}" srcOrd="1" destOrd="0" parTransId="{DEF9DF34-BF78-4B68-8E07-1144EB8DB655}" sibTransId="{BB7C8BEF-0361-431F-A635-CC236826A232}"/>
    <dgm:cxn modelId="{D7010A19-A8F7-4D31-A3BD-537707223EA6}" type="presOf" srcId="{82ACAA7F-2995-421F-9F46-EEF351CB201D}" destId="{E2A8ED63-DA04-45B0-A45C-B19D48441632}" srcOrd="0" destOrd="0" presId="urn:microsoft.com/office/officeart/2005/8/layout/process1"/>
    <dgm:cxn modelId="{556F5C27-34A9-40BE-B7BE-6F86ABC554BC}" type="presOf" srcId="{7CFB7859-CB82-4045-8BB5-1CC90DAEC4FC}" destId="{9896A2BF-8103-4F89-BBB9-7BB874A7509C}" srcOrd="1" destOrd="0" presId="urn:microsoft.com/office/officeart/2005/8/layout/process1"/>
    <dgm:cxn modelId="{F7155033-D54A-4EF6-893C-2F1F5DE92C66}" srcId="{1E2944AE-F9E4-40F8-A8B7-139B15B9C794}" destId="{E1B81DE5-E60A-4D40-B0EA-63D2ADDAD087}" srcOrd="2" destOrd="0" parTransId="{68BF2C0F-2076-4D2C-A13B-B2A177AC30EE}" sibTransId="{7CFB7859-CB82-4045-8BB5-1CC90DAEC4FC}"/>
    <dgm:cxn modelId="{E771F53A-91DA-403A-B321-326784A8CC03}" type="presOf" srcId="{9AFBD7BA-A424-4F61-8313-E1B960B69F31}" destId="{EE2D051F-4941-47F7-841F-12C197A4A8B4}" srcOrd="0" destOrd="0" presId="urn:microsoft.com/office/officeart/2005/8/layout/process1"/>
    <dgm:cxn modelId="{24CFFB73-4B4C-45D8-BFF6-A7F50177B164}" type="presOf" srcId="{C196DFF9-EDFB-4FA3-8482-27CB9AB6DCA3}" destId="{191B59AB-F6AE-4C41-BDA8-0B57F36335EA}" srcOrd="0" destOrd="0" presId="urn:microsoft.com/office/officeart/2005/8/layout/process1"/>
    <dgm:cxn modelId="{197D029C-EC39-4385-98DF-AC7D31A14B93}" type="presOf" srcId="{7CFB7859-CB82-4045-8BB5-1CC90DAEC4FC}" destId="{DA88CC68-E145-4D55-8ACD-84E57900EB64}" srcOrd="0" destOrd="0" presId="urn:microsoft.com/office/officeart/2005/8/layout/process1"/>
    <dgm:cxn modelId="{31AAB0A2-5131-4DB6-B320-C9310C9385E0}" type="presOf" srcId="{35CFFB72-6295-4985-9740-FA2B510AD1C5}" destId="{8C53BE39-6791-4B51-982D-EA083F677916}" srcOrd="0" destOrd="0" presId="urn:microsoft.com/office/officeart/2005/8/layout/process1"/>
    <dgm:cxn modelId="{9DFE01A3-826D-4521-8595-D02BC97E5C00}" type="presOf" srcId="{BB7C8BEF-0361-431F-A635-CC236826A232}" destId="{0D5682F3-91D6-499C-B935-1134182C81FA}" srcOrd="0" destOrd="0" presId="urn:microsoft.com/office/officeart/2005/8/layout/process1"/>
    <dgm:cxn modelId="{D04730CB-48F9-49CC-8416-A48B0AF2C658}" srcId="{1E2944AE-F9E4-40F8-A8B7-139B15B9C794}" destId="{9AFBD7BA-A424-4F61-8313-E1B960B69F31}" srcOrd="0" destOrd="0" parTransId="{54D32836-B41C-4ECF-AF8A-CDC7C16EFA7E}" sibTransId="{82ACAA7F-2995-421F-9F46-EEF351CB201D}"/>
    <dgm:cxn modelId="{4ABB55D1-107F-4B00-BDBD-444FCC6BA191}" type="presOf" srcId="{82ACAA7F-2995-421F-9F46-EEF351CB201D}" destId="{CB451E75-3FEE-42DB-AA13-A4C953F6BF01}" srcOrd="1" destOrd="0" presId="urn:microsoft.com/office/officeart/2005/8/layout/process1"/>
    <dgm:cxn modelId="{44E6E0D3-D460-42A2-A9F4-F50950C1E21C}" srcId="{1E2944AE-F9E4-40F8-A8B7-139B15B9C794}" destId="{35CFFB72-6295-4985-9740-FA2B510AD1C5}" srcOrd="3" destOrd="0" parTransId="{F38E7F99-75D3-439F-B4EA-5DBC9292A4D0}" sibTransId="{95FB8237-C8BF-42C1-813D-7E376DC6BAD0}"/>
    <dgm:cxn modelId="{5FE788E1-4025-4CA8-BA6A-CE78F0F9F274}" type="presOf" srcId="{1E2944AE-F9E4-40F8-A8B7-139B15B9C794}" destId="{F00BE9F8-7CD6-4955-9929-3EC1957AB490}" srcOrd="0" destOrd="0" presId="urn:microsoft.com/office/officeart/2005/8/layout/process1"/>
    <dgm:cxn modelId="{BFB853E5-74B9-4969-93AD-C0961D24C669}" type="presOf" srcId="{E1B81DE5-E60A-4D40-B0EA-63D2ADDAD087}" destId="{4C052A25-FBF1-44C7-9751-2CED6D4EC811}" srcOrd="0" destOrd="0" presId="urn:microsoft.com/office/officeart/2005/8/layout/process1"/>
    <dgm:cxn modelId="{8BD458F7-F7A4-4F41-847E-E45ED66845A8}" type="presOf" srcId="{BB7C8BEF-0361-431F-A635-CC236826A232}" destId="{AA4C8405-2CA2-4948-9DA2-B3E0585332A7}" srcOrd="1" destOrd="0" presId="urn:microsoft.com/office/officeart/2005/8/layout/process1"/>
    <dgm:cxn modelId="{6C95F445-C8DE-4699-9D9F-8DD2F63FEB2B}" type="presParOf" srcId="{F00BE9F8-7CD6-4955-9929-3EC1957AB490}" destId="{EE2D051F-4941-47F7-841F-12C197A4A8B4}" srcOrd="0" destOrd="0" presId="urn:microsoft.com/office/officeart/2005/8/layout/process1"/>
    <dgm:cxn modelId="{A4D6D7E2-7507-4327-AA5B-AD9AA80E9D48}" type="presParOf" srcId="{F00BE9F8-7CD6-4955-9929-3EC1957AB490}" destId="{E2A8ED63-DA04-45B0-A45C-B19D48441632}" srcOrd="1" destOrd="0" presId="urn:microsoft.com/office/officeart/2005/8/layout/process1"/>
    <dgm:cxn modelId="{B20454E9-AC2D-4C1C-AFCA-3040B828599C}" type="presParOf" srcId="{E2A8ED63-DA04-45B0-A45C-B19D48441632}" destId="{CB451E75-3FEE-42DB-AA13-A4C953F6BF01}" srcOrd="0" destOrd="0" presId="urn:microsoft.com/office/officeart/2005/8/layout/process1"/>
    <dgm:cxn modelId="{44AA2D09-0EA7-47EE-8217-4E771770111B}" type="presParOf" srcId="{F00BE9F8-7CD6-4955-9929-3EC1957AB490}" destId="{191B59AB-F6AE-4C41-BDA8-0B57F36335EA}" srcOrd="2" destOrd="0" presId="urn:microsoft.com/office/officeart/2005/8/layout/process1"/>
    <dgm:cxn modelId="{D0FD6A2F-7A6B-4131-8214-22BBEDCED781}" type="presParOf" srcId="{F00BE9F8-7CD6-4955-9929-3EC1957AB490}" destId="{0D5682F3-91D6-499C-B935-1134182C81FA}" srcOrd="3" destOrd="0" presId="urn:microsoft.com/office/officeart/2005/8/layout/process1"/>
    <dgm:cxn modelId="{2F323537-69CC-4E3C-8ECE-0D256EA914A7}" type="presParOf" srcId="{0D5682F3-91D6-499C-B935-1134182C81FA}" destId="{AA4C8405-2CA2-4948-9DA2-B3E0585332A7}" srcOrd="0" destOrd="0" presId="urn:microsoft.com/office/officeart/2005/8/layout/process1"/>
    <dgm:cxn modelId="{14D01983-A843-4F8E-B102-9B5AEC8A2F2E}" type="presParOf" srcId="{F00BE9F8-7CD6-4955-9929-3EC1957AB490}" destId="{4C052A25-FBF1-44C7-9751-2CED6D4EC811}" srcOrd="4" destOrd="0" presId="urn:microsoft.com/office/officeart/2005/8/layout/process1"/>
    <dgm:cxn modelId="{390D435E-20A2-4736-8D53-59F295A3910C}" type="presParOf" srcId="{F00BE9F8-7CD6-4955-9929-3EC1957AB490}" destId="{DA88CC68-E145-4D55-8ACD-84E57900EB64}" srcOrd="5" destOrd="0" presId="urn:microsoft.com/office/officeart/2005/8/layout/process1"/>
    <dgm:cxn modelId="{3C99804C-60D7-46C4-BDA4-BB64B1797C4C}" type="presParOf" srcId="{DA88CC68-E145-4D55-8ACD-84E57900EB64}" destId="{9896A2BF-8103-4F89-BBB9-7BB874A7509C}" srcOrd="0" destOrd="0" presId="urn:microsoft.com/office/officeart/2005/8/layout/process1"/>
    <dgm:cxn modelId="{3FF19D78-1B5A-4390-85BF-49507019283F}" type="presParOf" srcId="{F00BE9F8-7CD6-4955-9929-3EC1957AB490}" destId="{8C53BE39-6791-4B51-982D-EA083F67791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87A407-E3B8-46C3-A440-60A9961CD83E}">
      <dsp:nvSpPr>
        <dsp:cNvPr id="0" name=""/>
        <dsp:cNvSpPr/>
      </dsp:nvSpPr>
      <dsp:spPr>
        <a:xfrm>
          <a:off x="5546501" y="2448417"/>
          <a:ext cx="303190" cy="929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9785"/>
              </a:lnTo>
              <a:lnTo>
                <a:pt x="303190" y="92978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6CE17C-9423-4036-BCF9-F9D9151D68BD}">
      <dsp:nvSpPr>
        <dsp:cNvPr id="0" name=""/>
        <dsp:cNvSpPr/>
      </dsp:nvSpPr>
      <dsp:spPr>
        <a:xfrm>
          <a:off x="5132141" y="1013314"/>
          <a:ext cx="1222869" cy="4244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2233"/>
              </a:lnTo>
              <a:lnTo>
                <a:pt x="1222869" y="212233"/>
              </a:lnTo>
              <a:lnTo>
                <a:pt x="1222869" y="42446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CE80C5-AF1E-4B28-A01A-11FDED151E5A}">
      <dsp:nvSpPr>
        <dsp:cNvPr id="0" name=""/>
        <dsp:cNvSpPr/>
      </dsp:nvSpPr>
      <dsp:spPr>
        <a:xfrm>
          <a:off x="3100762" y="2448417"/>
          <a:ext cx="303190" cy="9297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9785"/>
              </a:lnTo>
              <a:lnTo>
                <a:pt x="303190" y="92978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E70275-CB0A-4711-B53A-4F7A42149506}">
      <dsp:nvSpPr>
        <dsp:cNvPr id="0" name=""/>
        <dsp:cNvSpPr/>
      </dsp:nvSpPr>
      <dsp:spPr>
        <a:xfrm>
          <a:off x="3909271" y="1013314"/>
          <a:ext cx="1222869" cy="424467"/>
        </a:xfrm>
        <a:custGeom>
          <a:avLst/>
          <a:gdLst/>
          <a:ahLst/>
          <a:cxnLst/>
          <a:rect l="0" t="0" r="0" b="0"/>
          <a:pathLst>
            <a:path>
              <a:moveTo>
                <a:pt x="1222869" y="0"/>
              </a:moveTo>
              <a:lnTo>
                <a:pt x="1222869" y="212233"/>
              </a:lnTo>
              <a:lnTo>
                <a:pt x="0" y="212233"/>
              </a:lnTo>
              <a:lnTo>
                <a:pt x="0" y="42446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B77E87-CA01-417F-B58F-69F3A096DA9A}">
      <dsp:nvSpPr>
        <dsp:cNvPr id="0" name=""/>
        <dsp:cNvSpPr/>
      </dsp:nvSpPr>
      <dsp:spPr>
        <a:xfrm>
          <a:off x="4121505" y="2678"/>
          <a:ext cx="2021271" cy="1010635"/>
        </a:xfrm>
        <a:prstGeom prst="rect">
          <a:avLst/>
        </a:prstGeom>
        <a:solidFill>
          <a:srgbClr val="087F7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中心となる問い</a:t>
          </a:r>
        </a:p>
      </dsp:txBody>
      <dsp:txXfrm>
        <a:off x="4121505" y="2678"/>
        <a:ext cx="2021271" cy="1010635"/>
      </dsp:txXfrm>
    </dsp:sp>
    <dsp:sp modelId="{13A083CA-D4E0-44F5-AE99-B909936FC005}">
      <dsp:nvSpPr>
        <dsp:cNvPr id="0" name=""/>
        <dsp:cNvSpPr/>
      </dsp:nvSpPr>
      <dsp:spPr>
        <a:xfrm>
          <a:off x="2898635" y="1437782"/>
          <a:ext cx="2021271" cy="1010635"/>
        </a:xfrm>
        <a:prstGeom prst="rect">
          <a:avLst/>
        </a:prstGeom>
        <a:solidFill>
          <a:srgbClr val="087F7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観察した事実</a:t>
          </a:r>
        </a:p>
      </dsp:txBody>
      <dsp:txXfrm>
        <a:off x="2898635" y="1437782"/>
        <a:ext cx="2021271" cy="1010635"/>
      </dsp:txXfrm>
    </dsp:sp>
    <dsp:sp modelId="{663C4BEA-0555-4C25-9D6E-A6696739C1CF}">
      <dsp:nvSpPr>
        <dsp:cNvPr id="0" name=""/>
        <dsp:cNvSpPr/>
      </dsp:nvSpPr>
      <dsp:spPr>
        <a:xfrm>
          <a:off x="3403953" y="2872885"/>
          <a:ext cx="2021271" cy="1010635"/>
        </a:xfrm>
        <a:prstGeom prst="rect">
          <a:avLst/>
        </a:prstGeom>
        <a:solidFill>
          <a:srgbClr val="087F7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資料の根拠</a:t>
          </a:r>
        </a:p>
      </dsp:txBody>
      <dsp:txXfrm>
        <a:off x="3403953" y="2872885"/>
        <a:ext cx="2021271" cy="1010635"/>
      </dsp:txXfrm>
    </dsp:sp>
    <dsp:sp modelId="{2674BC3F-323F-4B22-A30C-FDCC16EA1A5B}">
      <dsp:nvSpPr>
        <dsp:cNvPr id="0" name=""/>
        <dsp:cNvSpPr/>
      </dsp:nvSpPr>
      <dsp:spPr>
        <a:xfrm>
          <a:off x="5344374" y="1437782"/>
          <a:ext cx="2021271" cy="1010635"/>
        </a:xfrm>
        <a:prstGeom prst="rect">
          <a:avLst/>
        </a:prstGeom>
        <a:solidFill>
          <a:srgbClr val="087F7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説明する内容</a:t>
          </a:r>
        </a:p>
      </dsp:txBody>
      <dsp:txXfrm>
        <a:off x="5344374" y="1437782"/>
        <a:ext cx="2021271" cy="1010635"/>
      </dsp:txXfrm>
    </dsp:sp>
    <dsp:sp modelId="{6541B98F-8A06-4AA1-949D-912038D61A7A}">
      <dsp:nvSpPr>
        <dsp:cNvPr id="0" name=""/>
        <dsp:cNvSpPr/>
      </dsp:nvSpPr>
      <dsp:spPr>
        <a:xfrm>
          <a:off x="5849692" y="2872885"/>
          <a:ext cx="2021271" cy="1010635"/>
        </a:xfrm>
        <a:prstGeom prst="rect">
          <a:avLst/>
        </a:prstGeom>
        <a:solidFill>
          <a:srgbClr val="087F7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具体的な例</a:t>
          </a:r>
        </a:p>
      </dsp:txBody>
      <dsp:txXfrm>
        <a:off x="5849692" y="2872885"/>
        <a:ext cx="2021271" cy="10106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2D051F-4941-47F7-841F-12C197A4A8B4}">
      <dsp:nvSpPr>
        <dsp:cNvPr id="0" name=""/>
        <dsp:cNvSpPr/>
      </dsp:nvSpPr>
      <dsp:spPr>
        <a:xfrm>
          <a:off x="4732" y="871473"/>
          <a:ext cx="2069256" cy="1241553"/>
        </a:xfrm>
        <a:prstGeom prst="roundRect">
          <a:avLst>
            <a:gd name="adj" fmla="val 10000"/>
          </a:avLst>
        </a:prstGeom>
        <a:solidFill>
          <a:srgbClr val="087F7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問い
何を伝えるか</a:t>
          </a:r>
        </a:p>
      </dsp:txBody>
      <dsp:txXfrm>
        <a:off x="41096" y="907837"/>
        <a:ext cx="1996528" cy="1168825"/>
      </dsp:txXfrm>
    </dsp:sp>
    <dsp:sp modelId="{E2A8ED63-DA04-45B0-A45C-B19D48441632}">
      <dsp:nvSpPr>
        <dsp:cNvPr id="0" name=""/>
        <dsp:cNvSpPr/>
      </dsp:nvSpPr>
      <dsp:spPr>
        <a:xfrm>
          <a:off x="2280915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2280915" y="1338297"/>
        <a:ext cx="307077" cy="307905"/>
      </dsp:txXfrm>
    </dsp:sp>
    <dsp:sp modelId="{191B59AB-F6AE-4C41-BDA8-0B57F36335EA}">
      <dsp:nvSpPr>
        <dsp:cNvPr id="0" name=""/>
        <dsp:cNvSpPr/>
      </dsp:nvSpPr>
      <dsp:spPr>
        <a:xfrm>
          <a:off x="2901692" y="871473"/>
          <a:ext cx="2069256" cy="1241553"/>
        </a:xfrm>
        <a:prstGeom prst="roundRect">
          <a:avLst>
            <a:gd name="adj" fmla="val 10000"/>
          </a:avLst>
        </a:prstGeom>
        <a:solidFill>
          <a:srgbClr val="087F7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具体例
身近な例で示す</a:t>
          </a:r>
        </a:p>
      </dsp:txBody>
      <dsp:txXfrm>
        <a:off x="2938056" y="907837"/>
        <a:ext cx="1996528" cy="1168825"/>
      </dsp:txXfrm>
    </dsp:sp>
    <dsp:sp modelId="{0D5682F3-91D6-499C-B935-1134182C81FA}">
      <dsp:nvSpPr>
        <dsp:cNvPr id="0" name=""/>
        <dsp:cNvSpPr/>
      </dsp:nvSpPr>
      <dsp:spPr>
        <a:xfrm>
          <a:off x="5177874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5177874" y="1338297"/>
        <a:ext cx="307077" cy="307905"/>
      </dsp:txXfrm>
    </dsp:sp>
    <dsp:sp modelId="{4C052A25-FBF1-44C7-9751-2CED6D4EC811}">
      <dsp:nvSpPr>
        <dsp:cNvPr id="0" name=""/>
        <dsp:cNvSpPr/>
      </dsp:nvSpPr>
      <dsp:spPr>
        <a:xfrm>
          <a:off x="5798651" y="871473"/>
          <a:ext cx="2069256" cy="1241553"/>
        </a:xfrm>
        <a:prstGeom prst="roundRect">
          <a:avLst>
            <a:gd name="adj" fmla="val 10000"/>
          </a:avLst>
        </a:prstGeom>
        <a:solidFill>
          <a:srgbClr val="087F7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読み取り
規則を見つける</a:t>
          </a:r>
        </a:p>
      </dsp:txBody>
      <dsp:txXfrm>
        <a:off x="5835015" y="907837"/>
        <a:ext cx="1996528" cy="1168825"/>
      </dsp:txXfrm>
    </dsp:sp>
    <dsp:sp modelId="{DA88CC68-E145-4D55-8ACD-84E57900EB64}">
      <dsp:nvSpPr>
        <dsp:cNvPr id="0" name=""/>
        <dsp:cNvSpPr/>
      </dsp:nvSpPr>
      <dsp:spPr>
        <a:xfrm>
          <a:off x="8074833" y="1235662"/>
          <a:ext cx="438682" cy="51317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500" kern="1200"/>
        </a:p>
      </dsp:txBody>
      <dsp:txXfrm>
        <a:off x="8074833" y="1338297"/>
        <a:ext cx="307077" cy="307905"/>
      </dsp:txXfrm>
    </dsp:sp>
    <dsp:sp modelId="{8C53BE39-6791-4B51-982D-EA083F677916}">
      <dsp:nvSpPr>
        <dsp:cNvPr id="0" name=""/>
        <dsp:cNvSpPr/>
      </dsp:nvSpPr>
      <dsp:spPr>
        <a:xfrm>
          <a:off x="8695610" y="871473"/>
          <a:ext cx="2069256" cy="1241553"/>
        </a:xfrm>
        <a:prstGeom prst="roundRect">
          <a:avLst>
            <a:gd name="adj" fmla="val 10000"/>
          </a:avLst>
        </a:prstGeom>
        <a:solidFill>
          <a:srgbClr val="087F78"/>
        </a:solidFill>
        <a:ln w="19050" cap="flat" cmpd="sng" algn="ctr">
          <a:solidFill>
            <a:scrgbClr r="0" g="0" b="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solidFill>
                <a:srgbClr val="FAFAF7"/>
              </a:solidFill>
              <a:latin typeface="Yu Gothic Medium" panose="020B0500000000000000" pitchFamily="50" charset="-128"/>
              <a:ea typeface="Yu Gothic Medium" panose="020B0500000000000000" pitchFamily="50" charset="-128"/>
            </a:rPr>
            <a:t>まとめ
問いへの答え</a:t>
          </a:r>
        </a:p>
      </dsp:txBody>
      <dsp:txXfrm>
        <a:off x="8731974" y="907837"/>
        <a:ext cx="1996528" cy="11688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DFE8D-D863-446C-AC41-570F9A12F691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534D0-D348-4E17-8E4C-A1E182E461A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7646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操作確認用サンプル </a:t>
            </a:r>
            <a:r>
              <a:rPr kumimoji="1" lang="en-US" altLang="ja-JP"/>
              <a:t>/ AI</a:t>
            </a:r>
            <a:r>
              <a:rPr kumimoji="1" lang="ja-JP" altLang="en-US"/>
              <a:t>未使用
問いに対して、根拠と具体例を順番に示します。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534D0-D348-4E17-8E4C-A1E182E461A5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6894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架空の動作確認用データ
違いを読み取る </a:t>
            </a:r>
            <a:r>
              <a:rPr kumimoji="1" lang="en-US" altLang="ja-JP"/>
              <a:t>— </a:t>
            </a:r>
            <a:r>
              <a:rPr kumimoji="1" lang="ja-JP" altLang="en-US"/>
              <a:t>同じ単位の値を並べ、比較する対象を明確にします。
条件を添える </a:t>
            </a:r>
            <a:r>
              <a:rPr kumimoji="1" lang="en-US" altLang="ja-JP"/>
              <a:t>— </a:t>
            </a:r>
            <a:r>
              <a:rPr kumimoji="1" lang="ja-JP" altLang="en-US"/>
              <a:t>期間・単位・出典を示し、誤解を防ぎます。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534D0-D348-4E17-8E4C-A1E182E461A5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0246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中心の問い </a:t>
            </a:r>
            <a:r>
              <a:rPr kumimoji="1" lang="en-US" altLang="ja-JP"/>
              <a:t>— </a:t>
            </a:r>
            <a:r>
              <a:rPr kumimoji="1" lang="ja-JP" altLang="en-US"/>
              <a:t>「中心の問い」を分かりやすく示すための説明例です。
根拠 </a:t>
            </a:r>
            <a:r>
              <a:rPr kumimoji="1" lang="en-US" altLang="ja-JP"/>
              <a:t>— </a:t>
            </a:r>
            <a:r>
              <a:rPr kumimoji="1" lang="ja-JP" altLang="en-US"/>
              <a:t>「根拠」を分かりやすく示すための説明例です。
説明 </a:t>
            </a:r>
            <a:r>
              <a:rPr kumimoji="1" lang="en-US" altLang="ja-JP"/>
              <a:t>— </a:t>
            </a:r>
            <a:r>
              <a:rPr kumimoji="1" lang="ja-JP" altLang="en-US"/>
              <a:t>「説明」を分かりやすく示すための説明例です。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534D0-D348-4E17-8E4C-A1E182E461A5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7850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問い </a:t>
            </a:r>
            <a:r>
              <a:rPr kumimoji="1" lang="en-US" altLang="ja-JP"/>
              <a:t>— </a:t>
            </a:r>
            <a:r>
              <a:rPr kumimoji="1" lang="ja-JP" altLang="en-US"/>
              <a:t>何を伝えるか
具体例 </a:t>
            </a:r>
            <a:r>
              <a:rPr kumimoji="1" lang="en-US" altLang="ja-JP"/>
              <a:t>— </a:t>
            </a:r>
            <a:r>
              <a:rPr kumimoji="1" lang="ja-JP" altLang="en-US"/>
              <a:t>身近な例で示す
読み取り </a:t>
            </a:r>
            <a:r>
              <a:rPr kumimoji="1" lang="en-US" altLang="ja-JP"/>
              <a:t>— </a:t>
            </a:r>
            <a:r>
              <a:rPr kumimoji="1" lang="ja-JP" altLang="en-US"/>
              <a:t>規則を見つける
まとめ </a:t>
            </a:r>
            <a:r>
              <a:rPr kumimoji="1" lang="en-US" altLang="ja-JP"/>
              <a:t>— </a:t>
            </a:r>
            <a:r>
              <a:rPr kumimoji="1" lang="ja-JP" altLang="en-US"/>
              <a:t>問いへの答え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534D0-D348-4E17-8E4C-A1E182E461A5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3429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この等式は最初の</a:t>
            </a:r>
            <a:r>
              <a:rPr kumimoji="1" lang="en-US" altLang="ja-JP"/>
              <a:t>n</a:t>
            </a:r>
            <a:r>
              <a:rPr kumimoji="1" lang="ja-JP" altLang="en-US"/>
              <a:t>個の奇数の和の公式。</a:t>
            </a:r>
            <a:r>
              <a:rPr kumimoji="1" lang="en-US" altLang="ja-JP"/>
              <a:t>n=1</a:t>
            </a:r>
            <a:r>
              <a:rPr kumimoji="1" lang="ja-JP" altLang="en-US"/>
              <a:t>で成立し、</a:t>
            </a:r>
            <a:r>
              <a:rPr kumimoji="1" lang="en-US" altLang="ja-JP"/>
              <a:t>n²+(2n+1)=(n+1)²</a:t>
            </a:r>
            <a:r>
              <a:rPr kumimoji="1" lang="ja-JP" altLang="en-US"/>
              <a:t>で帰納的に確認できます。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</a:t>
            </a:r>
            <a:r>
              <a:rPr kumimoji="1" lang="en-US" altLang="ja-JP"/>
              <a:t>n = 3 </a:t>
            </a:r>
            <a:r>
              <a:rPr kumimoji="1" lang="ja-JP" altLang="en-US"/>
              <a:t>の例 </a:t>
            </a:r>
            <a:r>
              <a:rPr kumimoji="1" lang="en-US" altLang="ja-JP"/>
              <a:t>— 1 + 3 + 5 = 9 = 3²
</a:t>
            </a:r>
            <a:r>
              <a:rPr kumimoji="1" lang="ja-JP" altLang="en-US"/>
              <a:t>説明と証明を区別 </a:t>
            </a:r>
            <a:r>
              <a:rPr kumimoji="1" lang="en-US" altLang="ja-JP"/>
              <a:t>— </a:t>
            </a:r>
            <a:r>
              <a:rPr kumimoji="1" lang="ja-JP" altLang="en-US"/>
              <a:t>一例の確認だけでは、すべての</a:t>
            </a:r>
            <a:r>
              <a:rPr kumimoji="1" lang="en-US" altLang="ja-JP"/>
              <a:t>n</a:t>
            </a:r>
            <a:r>
              <a:rPr kumimoji="1" lang="ja-JP" altLang="en-US"/>
              <a:t>で成り立つ証明にはなりません。
</a:t>
            </a:r>
            <a:r>
              <a:rPr kumimoji="1" lang="en-US" altLang="ja-JP"/>
              <a:t>1 + 3 + 5 + … + (2n − 1) = n²
</a:t>
            </a:r>
            <a:r>
              <a:rPr kumimoji="1" lang="ja-JP" altLang="en-US"/>
              <a:t>最初の</a:t>
            </a:r>
            <a:r>
              <a:rPr kumimoji="1" lang="en-US" altLang="ja-JP"/>
              <a:t>n</a:t>
            </a:r>
            <a:r>
              <a:rPr kumimoji="1" lang="ja-JP" altLang="en-US"/>
              <a:t>個の奇数の和は</a:t>
            </a:r>
            <a:r>
              <a:rPr kumimoji="1" lang="en-US" altLang="ja-JP"/>
              <a:t>n²</a:t>
            </a:r>
            <a:r>
              <a:rPr kumimoji="1" lang="ja-JP" altLang="en-US"/>
              <a:t>です。</a:t>
            </a:r>
            <a:r>
              <a:rPr kumimoji="1" lang="en-US" altLang="ja-JP"/>
              <a:t>n</a:t>
            </a:r>
            <a:r>
              <a:rPr kumimoji="1" lang="ja-JP" altLang="en-US"/>
              <a:t>は正の整数。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534D0-D348-4E17-8E4C-A1E182E461A5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7043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デモモード</a:t>
            </a:r>
            <a:r>
              <a:rPr kumimoji="1" lang="en-US" altLang="ja-JP"/>
              <a:t>: AI</a:t>
            </a:r>
            <a:r>
              <a:rPr kumimoji="1" lang="ja-JP" altLang="en-US"/>
              <a:t>・外部通信を使用しない画面確認用のサンプルです。入力資料の分析結果ではありません。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問いに対して、根拠と具体例を順番に示します。
構成 </a:t>
            </a:r>
            <a:r>
              <a:rPr kumimoji="1" lang="en-US" altLang="ja-JP"/>
              <a:t>— </a:t>
            </a:r>
            <a:r>
              <a:rPr kumimoji="1" lang="ja-JP" altLang="en-US"/>
              <a:t>「構成」を分かりやすく示すための説明例です。
見やすさ </a:t>
            </a:r>
            <a:r>
              <a:rPr kumimoji="1" lang="en-US" altLang="ja-JP"/>
              <a:t>— </a:t>
            </a:r>
            <a:r>
              <a:rPr kumimoji="1" lang="ja-JP" altLang="en-US"/>
              <a:t>「見やすさ」を分かりやすく示すための説明例です。
正確さ </a:t>
            </a:r>
            <a:r>
              <a:rPr kumimoji="1" lang="en-US" altLang="ja-JP"/>
              <a:t>— </a:t>
            </a:r>
            <a:r>
              <a:rPr kumimoji="1" lang="ja-JP" altLang="en-US"/>
              <a:t>「正確さ」を分かりやすく示すための説明例です。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2534D0-D348-4E17-8E4C-A1E182E461A5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423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4722F0-EDBE-0DE3-242B-D8C283772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F21DEB9-53A4-CB29-30AE-17424664B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714BF8-6D70-CDF7-6C1E-F7BDD22CE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9CA7-1958-4C14-AA31-A3BD25F08EC1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474910-ECDE-170E-729A-FEE8AD922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8DFCDC-DCA5-98BD-BE7E-21B5357CB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99C16-2C1C-4637-BD1F-FEE24014E9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912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2F51E0-8E42-82A2-E21F-30FEF26D3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B8998C-CB92-903B-B7DC-F7B8E1BA9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17812C-42B0-2293-2517-A56F301D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9CA7-1958-4C14-AA31-A3BD25F08EC1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C34DBD-89F7-2200-1A83-C0009CA17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131E65-8AEF-727D-0805-20AF848D9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99C16-2C1C-4637-BD1F-FEE24014E9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4289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E1439A-7646-C80F-01BA-94518B07E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E91C60-F6FC-A7D1-9099-1BFD28F63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3416EA-202E-C02E-A771-408E15FBC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9CA7-1958-4C14-AA31-A3BD25F08EC1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DF8FF0-336F-52DC-70B1-355AB6CF9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A128906-6AA6-8CF2-F403-E8C93683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99C16-2C1C-4637-BD1F-FEE24014E9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8135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B22395-594E-F3E1-2B49-ECFBBD6F1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061F7C-72B1-690A-AAF0-803CF92DD9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A19B42D-A1F5-0FD9-2451-4E8B4C8D0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9CA32A5-480A-9680-8675-9353D37F1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9CA7-1958-4C14-AA31-A3BD25F08EC1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BD46FE-57CB-69C0-4E32-E1FACEEB7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B323E7E-D94D-5A3A-A209-25D61FD44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99C16-2C1C-4637-BD1F-FEE24014E9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1163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C02147-D53B-AE19-E890-25C518120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48FBF76-8F8F-4F95-7118-21AA44C21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24DB39-094E-6B9C-8279-0ABAF5FA3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01F7B13-BEED-E416-C54F-4A8440513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9C8983A-EE6F-7EA1-7F02-76F96262AA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D9E61E8F-92AA-DFA8-FEDB-CCD2FCDBC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9CA7-1958-4C14-AA31-A3BD25F08EC1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39A97BB-04C7-5901-05A1-DBBE9D239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11CB171-E685-C1B2-7F77-2793EDA0A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99C16-2C1C-4637-BD1F-FEE24014E9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8600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B08290-42AE-1552-5168-7EA2D8A26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7C17106-7E16-B807-E7E5-ACCADFA8F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9CA7-1958-4C14-AA31-A3BD25F08EC1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4A87E5B-461D-256D-B0FE-49D9161C8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7C0D13C-5260-EE11-74CB-1A784F980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99C16-2C1C-4637-BD1F-FEE24014E9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4511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461D985-BE5E-14E5-A8AE-114C7C115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9CA7-1958-4C14-AA31-A3BD25F08EC1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A777BDB-A24B-697B-D4A8-9B03E415F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5EEA89-D468-9071-5633-12F490B2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99C16-2C1C-4637-BD1F-FEE24014E9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4207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BC7555-DA89-B71E-56CB-CACA88EDE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808CF8-8407-8652-16A1-2066E367D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DE69198-34AF-6E27-BB11-1F8A08061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AB6EC9-1873-E95E-D57C-22CCA4AD2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9CA7-1958-4C14-AA31-A3BD25F08EC1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11113BB-34A4-67E6-52A9-9E5193D36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5B712B-4EAE-7753-BB7D-FE2777F92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99C16-2C1C-4637-BD1F-FEE24014E9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4465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E69786-7925-B926-1448-BA667A712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5D6464A-4304-0D73-3B61-7B8FE605F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99AEF7-4E50-FDFA-BECE-E5843772F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FAEB771-4444-AEE8-FBC1-0FDB65C52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9CA7-1958-4C14-AA31-A3BD25F08EC1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DE8192A-9713-BC03-D956-CA69C6E7C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A4F806-0956-D685-42F7-E9177234B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99C16-2C1C-4637-BD1F-FEE24014E9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8257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1A7E1D-745B-CD69-DFEA-AA527916A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2154C4D-BC33-72AF-4C22-8473F19541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00C9BD-3FB5-7008-DBAF-0AA53E011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9CA7-1958-4C14-AA31-A3BD25F08EC1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3C2F3FA-4E05-CD18-B52F-B4F2C36CA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9DDD1B-31E8-3669-CACF-9F1A78B0A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99C16-2C1C-4637-BD1F-FEE24014E9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946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BC8BB71-AC32-BFBE-1F66-AB65D1E473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86C66A3-3572-BA17-760A-83A7282EE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FD77D6-84CE-8C13-4804-EDF85A13F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79CA7-1958-4C14-AA31-A3BD25F08EC1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0B4DC3-2A16-86BA-421C-ECC3AC936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CDF619-6F9B-5B46-AC23-FE697C758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A99C16-2C1C-4637-BD1F-FEE24014E9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306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A04348B-4136-E596-C2E6-CC3995008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75F9D1-EC5E-F885-BE22-F9192BAD29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F87E77-B7D6-CBC6-B357-DD2C3D48AC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D79CA7-1958-4C14-AA31-A3BD25F08EC1}" type="datetimeFigureOut">
              <a:rPr kumimoji="1" lang="ja-JP" altLang="en-US" smtClean="0"/>
              <a:t>2026/9/21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6B5F03B-89E8-D18C-A292-4879F52FE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2515BB-0CF6-4C84-0FE8-B002457E3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A99C16-2C1C-4637-BD1F-FEE24014E9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68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D2E34AC-F5BB-3F7D-A5F2-23D06847D5F6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87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A88B239-F367-3A2C-A56A-A4F5D7CADD8A}"/>
              </a:ext>
            </a:extLst>
          </p:cNvPr>
          <p:cNvSpPr txBox="1"/>
          <p:nvPr/>
        </p:nvSpPr>
        <p:spPr>
          <a:xfrm>
            <a:off x="838200" y="1676400"/>
            <a:ext cx="10033000" cy="2260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4200" b="1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サンプルを体験する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A661FF3-1B30-70BB-7C65-2B3EB1D4310C}"/>
              </a:ext>
            </a:extLst>
          </p:cNvPr>
          <p:cNvCxnSpPr/>
          <p:nvPr/>
        </p:nvCxnSpPr>
        <p:spPr>
          <a:xfrm>
            <a:off x="863600" y="4178300"/>
            <a:ext cx="914400" cy="0"/>
          </a:xfrm>
          <a:prstGeom prst="line">
            <a:avLst/>
          </a:prstGeom>
          <a:ln w="12700">
            <a:solidFill>
              <a:srgbClr val="087F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ACA73DF-7A17-4595-25F9-BA060FD9930D}"/>
              </a:ext>
            </a:extLst>
          </p:cNvPr>
          <p:cNvSpPr txBox="1"/>
          <p:nvPr/>
        </p:nvSpPr>
        <p:spPr>
          <a:xfrm>
            <a:off x="863600" y="4546600"/>
            <a:ext cx="9753600" cy="1181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3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操作確認用サンプル </a:t>
            </a:r>
            <a:r>
              <a:rPr kumimoji="1" lang="en-US" altLang="ja-JP" sz="23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/ AI</a:t>
            </a:r>
            <a:r>
              <a:rPr kumimoji="1" lang="ja-JP" altLang="en-US" sz="23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未使用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1AC4D5FE-B5A3-428E-75A0-19709617B46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B540118-FD6E-5780-57A6-CCC46C24D9E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/ 6</a:t>
            </a:r>
            <a:endParaRPr kumimoji="1" lang="ja-JP" altLang="en-US" sz="1000">
              <a:solidFill>
                <a:srgbClr val="65747C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1842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07AB6C9-B4CB-B3A9-317D-E6F387894E31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数値の違いを図で伝える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5D5647C8-525A-F12B-3E4F-E3F3A76836BB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グラフ 3">
            <a:extLst>
              <a:ext uri="{FF2B5EF4-FFF2-40B4-BE49-F238E27FC236}">
                <a16:creationId xmlns:a16="http://schemas.microsoft.com/office/drawing/2014/main" id="{445CA078-9AB6-4724-94C1-E7C58BADBF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0403664"/>
              </p:ext>
            </p:extLst>
          </p:nvPr>
        </p:nvGraphicFramePr>
        <p:xfrm>
          <a:off x="685800" y="2057400"/>
          <a:ext cx="7289800" cy="345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CA6477-C1B0-0500-6A87-1C1969CBB759}"/>
              </a:ext>
            </a:extLst>
          </p:cNvPr>
          <p:cNvSpPr txBox="1"/>
          <p:nvPr/>
        </p:nvSpPr>
        <p:spPr>
          <a:xfrm>
            <a:off x="685800" y="5588000"/>
            <a:ext cx="72898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12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架空の動作確認用データ。資料の分析結果ではありません。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50BB079-F268-9597-18C4-42910FB82E25}"/>
              </a:ext>
            </a:extLst>
          </p:cNvPr>
          <p:cNvSpPr/>
          <p:nvPr/>
        </p:nvSpPr>
        <p:spPr>
          <a:xfrm>
            <a:off x="8394700" y="1993900"/>
            <a:ext cx="38100" cy="3670300"/>
          </a:xfrm>
          <a:prstGeom prst="rect">
            <a:avLst/>
          </a:prstGeom>
          <a:solidFill>
            <a:srgbClr val="087F7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EF3E13F-68CC-9216-F2E6-50C26C478F2C}"/>
              </a:ext>
            </a:extLst>
          </p:cNvPr>
          <p:cNvSpPr txBox="1"/>
          <p:nvPr/>
        </p:nvSpPr>
        <p:spPr>
          <a:xfrm>
            <a:off x="8699500" y="2006600"/>
            <a:ext cx="27686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違いを読み取る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BFBA664-6CFB-3E12-663A-4CD9F491D4E5}"/>
              </a:ext>
            </a:extLst>
          </p:cNvPr>
          <p:cNvSpPr txBox="1"/>
          <p:nvPr/>
        </p:nvSpPr>
        <p:spPr>
          <a:xfrm>
            <a:off x="8699500" y="2768600"/>
            <a:ext cx="2768600" cy="895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同じ単位の値を並べ、比
較する対象を明確にしま
す。</a:t>
            </a: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ABED56D-2996-AB5B-FE0B-DFF6FB76012E}"/>
              </a:ext>
            </a:extLst>
          </p:cNvPr>
          <p:cNvCxnSpPr/>
          <p:nvPr/>
        </p:nvCxnSpPr>
        <p:spPr>
          <a:xfrm>
            <a:off x="8699500" y="3702050"/>
            <a:ext cx="2768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DA75C10-4E78-4F2F-EA7D-53EC52B7A9A7}"/>
              </a:ext>
            </a:extLst>
          </p:cNvPr>
          <p:cNvSpPr txBox="1"/>
          <p:nvPr/>
        </p:nvSpPr>
        <p:spPr>
          <a:xfrm>
            <a:off x="8699500" y="3854450"/>
            <a:ext cx="27686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条件を添える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1496D36-5FA2-336F-691D-4A0323CCD3EB}"/>
              </a:ext>
            </a:extLst>
          </p:cNvPr>
          <p:cNvSpPr txBox="1"/>
          <p:nvPr/>
        </p:nvSpPr>
        <p:spPr>
          <a:xfrm>
            <a:off x="8699500" y="4616450"/>
            <a:ext cx="2768600" cy="895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期間・単位・出典を示し
、誤解を防ぎます。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E141A6B-11D0-C0AE-E238-41699F19CA4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8A74DFB-8731-46B7-800F-A13254D9DC4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2 / 6</a:t>
            </a:r>
            <a:endParaRPr kumimoji="1" lang="ja-JP" altLang="en-US" sz="1000">
              <a:solidFill>
                <a:srgbClr val="65747C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892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CECA6CE-1326-5D44-B68F-660B10300142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情報の関係を見える形にする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F05FC9FA-5D38-B8CF-5384-128A13BE06B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0ED4143E-079E-F1E7-72B3-E385607C82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5091599"/>
              </p:ext>
            </p:extLst>
          </p:nvPr>
        </p:nvGraphicFramePr>
        <p:xfrm>
          <a:off x="711200" y="1866900"/>
          <a:ext cx="107696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DA0A3894-B4A7-F9C3-A7CD-7E877FF20556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954DA27-10C1-FD60-D290-D6E0B19F286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3 / 6</a:t>
            </a:r>
            <a:endParaRPr kumimoji="1" lang="ja-JP" altLang="en-US" sz="1000">
              <a:solidFill>
                <a:srgbClr val="65747C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04758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AF6EDEE-7430-ECF4-7BAA-E75ECAFFFF00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説明を組み立てる順序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02EB7F8-888B-A9D2-4F7E-DD7579ADFD9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8A303130-5FE7-7B81-F38C-3D08B60A8A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848533"/>
              </p:ext>
            </p:extLst>
          </p:nvPr>
        </p:nvGraphicFramePr>
        <p:xfrm>
          <a:off x="711200" y="2108200"/>
          <a:ext cx="10769600" cy="2984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BDB0080-13AD-7962-6821-230994802308}"/>
              </a:ext>
            </a:extLst>
          </p:cNvPr>
          <p:cNvSpPr txBox="1"/>
          <p:nvPr/>
        </p:nvSpPr>
        <p:spPr>
          <a:xfrm>
            <a:off x="736600" y="5397500"/>
            <a:ext cx="1071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問いに対して、根拠と具体例を順番に示します。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A1F85B09-75FE-383B-8DAA-92069E9D948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DD38B7D-FFDC-7CCA-4907-0B412723664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4 / 6</a:t>
            </a:r>
            <a:endParaRPr kumimoji="1" lang="ja-JP" altLang="en-US" sz="1000">
              <a:solidFill>
                <a:srgbClr val="65747C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3828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0941A7A-7AC4-9B7B-8880-56E52697EEFF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具体例から規則を見つける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77155D9D-FB2A-A5DF-E680-0CA6FBC66BF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F7E705C-5C35-E1E3-0852-CA05E4260E6B}"/>
              </a:ext>
            </a:extLst>
          </p:cNvPr>
          <p:cNvSpPr/>
          <p:nvPr/>
        </p:nvSpPr>
        <p:spPr>
          <a:xfrm>
            <a:off x="711200" y="2159000"/>
            <a:ext cx="5994400" cy="3505200"/>
          </a:xfrm>
          <a:prstGeom prst="rect">
            <a:avLst/>
          </a:prstGeom>
          <a:solidFill>
            <a:srgbClr val="E8F0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D16D917-2951-8D8A-B9F0-E0BE41A68E04}"/>
              </a:ext>
            </a:extLst>
          </p:cNvPr>
          <p:cNvSpPr txBox="1"/>
          <p:nvPr/>
        </p:nvSpPr>
        <p:spPr>
          <a:xfrm>
            <a:off x="1079500" y="2921000"/>
            <a:ext cx="5257800" cy="1816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pt-BR" altLang="ja-JP" sz="2400" b="1">
                <a:solidFill>
                  <a:srgbClr val="087F7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+ … + (2n − 1)
= n²</a:t>
            </a:r>
            <a:endParaRPr kumimoji="1" lang="ja-JP" altLang="en-US" sz="2400" b="1">
              <a:solidFill>
                <a:srgbClr val="087F7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5F9EBCE-2DFC-27C6-4E6A-2CB5FFB76C4D}"/>
              </a:ext>
            </a:extLst>
          </p:cNvPr>
          <p:cNvSpPr txBox="1"/>
          <p:nvPr/>
        </p:nvSpPr>
        <p:spPr>
          <a:xfrm>
            <a:off x="7315200" y="21971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087F7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087F7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0FF7A9D-9CB2-B549-B977-FD0404220A62}"/>
              </a:ext>
            </a:extLst>
          </p:cNvPr>
          <p:cNvSpPr txBox="1"/>
          <p:nvPr/>
        </p:nvSpPr>
        <p:spPr>
          <a:xfrm>
            <a:off x="7848600" y="2197100"/>
            <a:ext cx="36068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2100" b="1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 = 3 </a:t>
            </a:r>
            <a:r>
              <a:rPr kumimoji="1" lang="ja-JP" altLang="en-US" sz="2100" b="1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の例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9B56141-03EA-9E34-543B-6F05284B4A29}"/>
              </a:ext>
            </a:extLst>
          </p:cNvPr>
          <p:cNvSpPr txBox="1"/>
          <p:nvPr/>
        </p:nvSpPr>
        <p:spPr>
          <a:xfrm>
            <a:off x="7848600" y="2959100"/>
            <a:ext cx="3606800" cy="768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1 + 3 + 5 = 9 = 3²</a:t>
            </a:r>
            <a:endParaRPr kumimoji="1" lang="ja-JP" altLang="en-US">
              <a:solidFill>
                <a:srgbClr val="65747C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518077C7-1635-956E-8127-A0EED9110142}"/>
              </a:ext>
            </a:extLst>
          </p:cNvPr>
          <p:cNvCxnSpPr/>
          <p:nvPr/>
        </p:nvCxnSpPr>
        <p:spPr>
          <a:xfrm>
            <a:off x="7848600" y="3765550"/>
            <a:ext cx="36068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6A3AF56-68D4-D063-BB71-69F60EA7AC37}"/>
              </a:ext>
            </a:extLst>
          </p:cNvPr>
          <p:cNvSpPr txBox="1"/>
          <p:nvPr/>
        </p:nvSpPr>
        <p:spPr>
          <a:xfrm>
            <a:off x="7315200" y="391795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087F7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087F7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C236273-728C-1A36-377F-2572C1289941}"/>
              </a:ext>
            </a:extLst>
          </p:cNvPr>
          <p:cNvSpPr txBox="1"/>
          <p:nvPr/>
        </p:nvSpPr>
        <p:spPr>
          <a:xfrm>
            <a:off x="7848600" y="3917950"/>
            <a:ext cx="36068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説明と証明を区別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7B9AD8C-DD50-7A42-0973-8BC7B58CA2E3}"/>
              </a:ext>
            </a:extLst>
          </p:cNvPr>
          <p:cNvSpPr txBox="1"/>
          <p:nvPr/>
        </p:nvSpPr>
        <p:spPr>
          <a:xfrm>
            <a:off x="7848600" y="4679950"/>
            <a:ext cx="3606800" cy="768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一例の確認だけでは、すべての</a:t>
            </a:r>
            <a:r>
              <a:rPr kumimoji="1" lang="en-US" altLang="ja-JP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
</a:t>
            </a:r>
            <a:r>
              <a:rPr kumimoji="1" lang="ja-JP" altLang="en-US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で成り立つ証明にはなりません。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0BE60F6-ADED-CFA6-F45F-D18DA2B677EF}"/>
              </a:ext>
            </a:extLst>
          </p:cNvPr>
          <p:cNvSpPr txBox="1"/>
          <p:nvPr/>
        </p:nvSpPr>
        <p:spPr>
          <a:xfrm>
            <a:off x="977900" y="5067300"/>
            <a:ext cx="54610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spcAft>
                <a:spcPts val="300"/>
              </a:spcAft>
            </a:pPr>
            <a:r>
              <a:rPr kumimoji="1" lang="ja-JP" altLang="en-US" sz="15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最初の</a:t>
            </a:r>
            <a:r>
              <a:rPr kumimoji="1" lang="en-US" altLang="ja-JP" sz="15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</a:t>
            </a:r>
            <a:r>
              <a:rPr kumimoji="1" lang="ja-JP" altLang="en-US" sz="15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個の奇数の和は</a:t>
            </a:r>
            <a:r>
              <a:rPr kumimoji="1" lang="en-US" altLang="ja-JP" sz="15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n²</a:t>
            </a:r>
            <a:r>
              <a:rPr kumimoji="1" lang="ja-JP" altLang="en-US" sz="15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です。</a:t>
            </a:r>
            <a:r>
              <a:rPr kumimoji="1" lang="en-US" altLang="ja-JP" sz="15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n</a:t>
            </a:r>
            <a:r>
              <a:rPr kumimoji="1" lang="ja-JP" altLang="en-US" sz="15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は正の整数。</a:t>
            </a:r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E0C21E9A-3DA9-6446-FCE9-2FF3FDB07CE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353F143-071D-2335-C0D7-90DFA653D30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5 / 6</a:t>
            </a:r>
            <a:endParaRPr kumimoji="1" lang="ja-JP" altLang="en-US" sz="1000">
              <a:solidFill>
                <a:srgbClr val="65747C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355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D4EF5B1-4CCA-CD07-B804-AAB91704ECE1}"/>
              </a:ext>
            </a:extLst>
          </p:cNvPr>
          <p:cNvSpPr txBox="1"/>
          <p:nvPr/>
        </p:nvSpPr>
        <p:spPr>
          <a:xfrm>
            <a:off x="711200" y="571500"/>
            <a:ext cx="10769600" cy="1054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3000" b="1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確認したいポイント</a:t>
            </a:r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7044C1BC-ABCD-515B-617C-ABC822B5ECB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8440F00-7DBF-7F8C-3CF6-808A29D0900A}"/>
              </a:ext>
            </a:extLst>
          </p:cNvPr>
          <p:cNvSpPr txBox="1"/>
          <p:nvPr/>
        </p:nvSpPr>
        <p:spPr>
          <a:xfrm>
            <a:off x="838200" y="2082800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087F7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01</a:t>
            </a:r>
            <a:endParaRPr kumimoji="1" lang="ja-JP" altLang="en-US" sz="1900" b="1">
              <a:solidFill>
                <a:srgbClr val="087F7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0CC39C-3CBD-51C9-85E4-CCE827678F52}"/>
              </a:ext>
            </a:extLst>
          </p:cNvPr>
          <p:cNvSpPr txBox="1"/>
          <p:nvPr/>
        </p:nvSpPr>
        <p:spPr>
          <a:xfrm>
            <a:off x="1371600" y="2082800"/>
            <a:ext cx="9956800" cy="5880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構成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663A8F9-B964-462E-3492-4EE399A8F139}"/>
              </a:ext>
            </a:extLst>
          </p:cNvPr>
          <p:cNvSpPr txBox="1"/>
          <p:nvPr/>
        </p:nvSpPr>
        <p:spPr>
          <a:xfrm>
            <a:off x="1371600" y="2734395"/>
            <a:ext cx="9956800" cy="43637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「構成」を分かりやすく示すための説明例です。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943B9032-BF80-9B0E-ACC7-C8DEAF637149}"/>
              </a:ext>
            </a:extLst>
          </p:cNvPr>
          <p:cNvCxnSpPr/>
          <p:nvPr/>
        </p:nvCxnSpPr>
        <p:spPr>
          <a:xfrm>
            <a:off x="1371600" y="3208867"/>
            <a:ext cx="99568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98FF69F-8F8D-A6CA-9699-5068388594C7}"/>
              </a:ext>
            </a:extLst>
          </p:cNvPr>
          <p:cNvSpPr txBox="1"/>
          <p:nvPr/>
        </p:nvSpPr>
        <p:spPr>
          <a:xfrm>
            <a:off x="838200" y="3361267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087F7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02</a:t>
            </a:r>
            <a:endParaRPr kumimoji="1" lang="ja-JP" altLang="en-US" sz="1900" b="1">
              <a:solidFill>
                <a:srgbClr val="087F7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16CCCA5-D2F4-B67A-3B2E-0C777CC6F78A}"/>
              </a:ext>
            </a:extLst>
          </p:cNvPr>
          <p:cNvSpPr txBox="1"/>
          <p:nvPr/>
        </p:nvSpPr>
        <p:spPr>
          <a:xfrm>
            <a:off x="1371600" y="3361267"/>
            <a:ext cx="9956800" cy="5880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見やすさ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B7D9D6F-DB06-1C39-A73F-E37E588BA030}"/>
              </a:ext>
            </a:extLst>
          </p:cNvPr>
          <p:cNvSpPr txBox="1"/>
          <p:nvPr/>
        </p:nvSpPr>
        <p:spPr>
          <a:xfrm>
            <a:off x="1371600" y="4012861"/>
            <a:ext cx="9956800" cy="43637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「見やすさ」を分かりやすく示すための説明例です。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AB6E866D-101A-EAA3-D6A6-74126488280E}"/>
              </a:ext>
            </a:extLst>
          </p:cNvPr>
          <p:cNvCxnSpPr/>
          <p:nvPr/>
        </p:nvCxnSpPr>
        <p:spPr>
          <a:xfrm>
            <a:off x="1371600" y="4487333"/>
            <a:ext cx="99568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A258F50-C487-A5B6-DC8C-40DDA715736B}"/>
              </a:ext>
            </a:extLst>
          </p:cNvPr>
          <p:cNvSpPr txBox="1"/>
          <p:nvPr/>
        </p:nvSpPr>
        <p:spPr>
          <a:xfrm>
            <a:off x="838200" y="4639733"/>
            <a:ext cx="4064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en-US" altLang="ja-JP" sz="1900" b="1">
                <a:solidFill>
                  <a:srgbClr val="087F78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03</a:t>
            </a:r>
            <a:endParaRPr kumimoji="1" lang="ja-JP" altLang="en-US" sz="1900" b="1">
              <a:solidFill>
                <a:srgbClr val="087F78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9140CD9-AD5B-D975-3416-2CA0D9856376}"/>
              </a:ext>
            </a:extLst>
          </p:cNvPr>
          <p:cNvSpPr txBox="1"/>
          <p:nvPr/>
        </p:nvSpPr>
        <p:spPr>
          <a:xfrm>
            <a:off x="1371600" y="4639733"/>
            <a:ext cx="9956800" cy="58809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 sz="2100" b="1">
                <a:solidFill>
                  <a:srgbClr val="182E39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正確さ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9FB598C-D5A2-2F7C-614D-9771E8AEDFB8}"/>
              </a:ext>
            </a:extLst>
          </p:cNvPr>
          <p:cNvSpPr txBox="1"/>
          <p:nvPr/>
        </p:nvSpPr>
        <p:spPr>
          <a:xfrm>
            <a:off x="1371600" y="5291328"/>
            <a:ext cx="9956800" cy="43637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300"/>
              </a:spcAft>
            </a:pPr>
            <a:r>
              <a:rPr kumimoji="1" lang="ja-JP" altLang="en-US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「正確さ」を分かりやすく示すための説明例です。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A7FFE72D-0D63-B50C-71D3-98FC433C7C1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E8F0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11FF4028-D7C4-8230-032E-49731720B939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>
              <a:spcAft>
                <a:spcPts val="300"/>
              </a:spcAft>
            </a:pPr>
            <a:r>
              <a:rPr kumimoji="1" lang="en-US" altLang="ja-JP" sz="1000">
                <a:solidFill>
                  <a:srgbClr val="65747C"/>
                </a:solidFill>
                <a:latin typeface="Yu Gothic Medium" panose="020B0500000000000000" pitchFamily="50" charset="-128"/>
                <a:ea typeface="Yu Gothic Medium" panose="020B0500000000000000" pitchFamily="50" charset="-128"/>
              </a:rPr>
              <a:t>6 / 6</a:t>
            </a:r>
            <a:endParaRPr kumimoji="1" lang="ja-JP" altLang="en-US" sz="1000">
              <a:solidFill>
                <a:srgbClr val="65747C"/>
              </a:solidFill>
              <a:latin typeface="Yu Gothic Medium" panose="020B0500000000000000" pitchFamily="50" charset="-128"/>
              <a:ea typeface="Yu Gothic Medium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7405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182E39"/>
      </a:dk1>
      <a:lt1>
        <a:sysClr val="window" lastClr="FFFFFF"/>
      </a:lt1>
      <a:dk2>
        <a:srgbClr val="0E2841"/>
      </a:dk2>
      <a:lt2>
        <a:srgbClr val="E8E8E8"/>
      </a:lt2>
      <a:accent1>
        <a:srgbClr val="087F78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793</Words>
  <Application>Microsoft Office PowerPoint</Application>
  <PresentationFormat>ユーザー設定</PresentationFormat>
  <Paragraphs>58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游ゴシック</vt:lpstr>
      <vt:lpstr>游ゴシック Light</vt:lpstr>
      <vt:lpstr>Yu Gothic Medium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2026-09-21T14:21:11Z</dcterms:created>
  <dcterms:modified xsi:type="dcterms:W3CDTF">2026-09-21T14:21:11Z</dcterms:modified>
</cp:coreProperties>
</file>