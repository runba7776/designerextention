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88-435A-89CF-BEDE485D5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1865616"/>
        <c:axId val="1989158032"/>
      </c:barChart>
      <c:catAx>
        <c:axId val="32186561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158032"/>
        <c:crosses val="autoZero"/>
        <c:auto val="1"/>
        <c:lblAlgn val="ctr"/>
        <c:lblOffset val="100"/>
        <c:tickLblSkip val="1"/>
        <c:noMultiLvlLbl val="0"/>
      </c:catAx>
      <c:valAx>
        <c:axId val="198915803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65616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8F-4428-9F3A-D6B3C1910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1874896"/>
        <c:axId val="1989210832"/>
      </c:barChart>
      <c:catAx>
        <c:axId val="32187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10832"/>
        <c:crosses val="autoZero"/>
        <c:auto val="1"/>
        <c:lblAlgn val="ctr"/>
        <c:lblOffset val="100"/>
        <c:tickLblSkip val="1"/>
        <c:noMultiLvlLbl val="0"/>
      </c:catAx>
      <c:valAx>
        <c:axId val="198921083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7489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69D3BC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69D3BC"/>
              </a:solidFill>
              <a:ln w="31750">
                <a:solidFill>
                  <a:srgbClr val="69D3BC"/>
                </a:solidFill>
                <a:prstDash val="solid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013-4A32-B6B2-9CCE7300D9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1893920"/>
        <c:axId val="1989255952"/>
      </c:lineChart>
      <c:catAx>
        <c:axId val="32189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55952"/>
        <c:crosses val="autoZero"/>
        <c:auto val="1"/>
        <c:lblAlgn val="ctr"/>
        <c:lblOffset val="100"/>
        <c:tickLblSkip val="1"/>
        <c:noMultiLvlLbl val="0"/>
      </c:catAx>
      <c:valAx>
        <c:axId val="1989255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9392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9B5-4033-9C9C-23A75A761E2F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9B5-4033-9C9C-23A75A761E2F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9B5-4033-9C9C-23A75A761E2F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9B5-4033-9C9C-23A75A761E2F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39B5-4033-9C9C-23A75A761E2F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39B5-4033-9C9C-23A75A761E2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B5-4033-9C9C-23A75A761E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62-443A-AA97-9BEA763FAF72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362-443A-AA97-9BEA763FAF72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62-443A-AA97-9BEA763FAF72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362-443A-AA97-9BEA763FAF72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7362-443A-AA97-9BEA763FAF72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7362-443A-AA97-9BEA763FAF7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62-443A-AA97-9BEA763FAF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58-45C9-8439-FD4E89839FD3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58-45C9-8439-FD4E89839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1857264"/>
        <c:axId val="1989237232"/>
      </c:barChart>
      <c:catAx>
        <c:axId val="32185726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37232"/>
        <c:crosses val="autoZero"/>
        <c:auto val="1"/>
        <c:lblAlgn val="ctr"/>
        <c:lblOffset val="100"/>
        <c:tickLblSkip val="1"/>
        <c:noMultiLvlLbl val="0"/>
      </c:catAx>
      <c:valAx>
        <c:axId val="198923723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57264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1-49FF-A441-9090CF5D1634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A1-49FF-A441-9090CF5D1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21888352"/>
        <c:axId val="1989277552"/>
      </c:barChart>
      <c:catAx>
        <c:axId val="32188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277552"/>
        <c:crosses val="autoZero"/>
        <c:auto val="1"/>
        <c:lblAlgn val="ctr"/>
        <c:lblOffset val="100"/>
        <c:tickLblSkip val="1"/>
        <c:noMultiLvlLbl val="0"/>
      </c:catAx>
      <c:valAx>
        <c:axId val="198927755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8835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DE-4C68-BFFD-444515B4D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1853552"/>
        <c:axId val="1989179152"/>
      </c:barChart>
      <c:catAx>
        <c:axId val="3218535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989179152"/>
        <c:crosses val="autoZero"/>
        <c:auto val="1"/>
        <c:lblAlgn val="ctr"/>
        <c:lblOffset val="100"/>
        <c:tickLblSkip val="1"/>
        <c:noMultiLvlLbl val="0"/>
      </c:catAx>
      <c:valAx>
        <c:axId val="1989179152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321853552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9DC70-C7B0-4CC4-B07A-43B2F1565B5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1255F-6FDD-4B74-AABF-50F6ECCAE6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952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5622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002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340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766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692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278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475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1420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654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7749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7201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798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55F-6FDD-4B74-AABF-50F6ECCAE61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61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9911B2-8052-2930-D710-3FA96D523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5207CF4-A59E-7E26-05B1-B7BC5135D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4BD5BC-1C93-FBA3-4071-D53139CD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A005BB-645D-8FE5-D493-B885A867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38E90E-A89F-5D3A-B356-F8D8069E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677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8B11D-B4F2-1CF0-E871-4E0B73E1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01FA6A-7DC0-DE80-2D86-42E7A75A4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C1A909-E739-AEF7-CA8B-67022E4B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2093F0-BF9F-0AA0-51AD-EE5C67DE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00B45E-FB4C-87CA-28E9-D017617F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0120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D606E7-3F54-D071-01E2-BAA40D6E8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9BF97C-A270-01C0-27FB-456DB264A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899625-4C2B-82FB-DF8A-73805C05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3591C5-52F5-EE61-D068-5B57EEEC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8BB6BA-F8A0-FE09-A7BA-CC7D58BE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560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B57243-DA4D-21E2-5186-07CCC5F0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5D9425-DCC8-0568-C3EE-F35F0BEED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91261E-483B-D776-CD1B-147C165AD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8975F0-47FD-52C3-35C1-4A3C63B5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ACC056-F8E8-3324-61D5-CE7B9A3FD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62E73E-C570-2D6A-E4AD-DA33589C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52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42E248-4F19-D141-599C-E68075858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FB1FBF-72BE-BC21-0E01-C9751BF48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74A517B-AAA9-4E5C-E4E8-89B76E9F8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0B6AD6-C66F-63B9-6DA3-A674BD82E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5F3EA65-0F92-6B7B-0707-DC0F28ABA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D3F31A-A175-32C0-A8F1-E0CD2C2B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E5E769F-6339-9376-4CBA-8F38C150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CC8ED53-ACFC-0BA0-96E0-29499768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499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C8443A-0EF4-8760-3C78-35ED2EFD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D0C2A2-CF45-F6BD-06E3-F18E06B4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564DAEA-7A8B-A43B-93C9-9AE2DB93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B0BE57-F4A3-49C0-A75B-07E69CB9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55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F3C5BB4-CD6E-6320-C404-A3C3BD8A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08462E-995F-D1D7-1656-162105E5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F3BC10-75A1-8855-A1FC-AEFC34DD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15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968FC2-5F85-ADF3-01B7-6C6554DA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18D6F8-8F67-0BD8-9382-2CD86F8E6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69851B-FC3A-2B3B-4790-8CE219E8A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30498A-DE9A-3FB6-E65F-981CA9AC2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7ABF1E-F4F0-F398-3B02-19AEDAB2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FCE2DB-BFA1-02EC-D3D3-FA107547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741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A6A01-EA24-71E6-E78B-088D2ECF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508618A-92C7-71C4-0772-F510B009099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EE1D40-AB58-3CD8-B4FC-33170C22C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92DC51-EA18-EABF-8A3B-1D009D43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10E0A7-A589-10EB-A1AD-EEE2F05C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7B624-FF11-BC61-E8F3-5311EE89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23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E65BC4-EF67-B3E3-C486-DB4602F3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B7E7A3-2F01-3166-2EEF-130C4994A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6DE339-6EBB-044B-A2C0-E703ABDF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53E664-AECB-778D-7ED4-2D983470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DC5A1C-DCC4-27EC-B6D7-0C74ECD2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1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74EC7A-3F78-6247-981F-656AD990B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B332C51-EA4E-6D16-1B7B-08C17D4FF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678EE7-C5DB-1748-D5D3-829B9937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907A76-4B5A-A1D1-1B4E-E8393EAA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B7C9B0-A747-AECA-55D1-50886B2F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409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1833F3-6759-D3A3-115A-9C9A3782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52528E-5457-D633-F0E4-BDD4D1042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F4ABE0-7D8F-2290-6B26-F58D215E2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BB309-2A5F-45AA-A72C-D73047166E41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91D89A-9BA6-E4B5-B284-E726F5B0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D76AAE-5191-3747-FF6A-299062A2A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8843D-FE4B-4105-A3FE-1A709ADFA7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47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993E1A-BDCF-28F0-2C1B-618EB1A8BA6D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DDC2DE3-75EA-F46C-78FC-48C3963043D5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D26F94-C6E2-079F-99EA-27C8927D285D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7EE6387-5413-4EB2-E765-27A4D872DBAB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48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種類のアイコンと</a:t>
            </a:r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C064E95-3D85-E31E-7EDB-E5078C3482C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51A40D-D87C-2CC8-DA35-64ABB0D2771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183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36F57BC-220D-7FAA-32FF-D8DF923C60D6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A65C95-6D5B-2EEB-3916-2B760831693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E9D0C1A-E909-53B2-2D3D-D664D449DF4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798C5AF-DF5C-A38B-1C5F-6C9B8F3948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406708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40BB66-4468-64BF-611A-B171FC154619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4621B79-333C-45F7-6FCC-38409324C4B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5F9D1D-38EC-8EE3-0128-92C31D0297E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5836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43F1049-CDF5-FF70-5D70-0103669389D3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DD464A-0563-8209-C53E-6C38F2F9AF7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E3841B8-0A91-05F5-89F7-E5D5562786F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487B24A-5FBE-5C17-CFF4-9D540673E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342765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36787E-773C-F73B-575D-2237F90E3730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0F0127F-A659-6EA8-9FB2-CBF63CB24BE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7A51DE-7BF4-F589-15AF-EB6CC10366C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808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FABA94-A18E-D1AD-C1C7-7F792CDBB15D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999688-18BF-4699-338B-1D7669E90B9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977C90E-32DC-A3FB-514B-BBA50BA4CFD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9B9AAE3D-9DFD-E0FA-1913-0303104238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27183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DC77EE-F0A9-88CF-0301-02A2C9DB18CD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1CF2339-65C6-CAD5-648C-3ACA565FB52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8FB313-3502-CE8D-FFB5-18C178BC7D6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501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D6F1FD-D760-3C12-CBFB-AA9F174FA4CE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D64D0C-DD3E-B250-0740-8E88152FD4B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80C250C-A7AE-CBA8-B21F-7C6FD90A447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1259B93-68AC-E7F0-4F98-AEB96D7B5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20323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D5E6B8-81DE-6E8F-B641-7714CD4A9154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501404-8ED8-3206-D028-38694F1F5567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B61D4BA-D675-4970-493D-0F77DCDDD49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D79C42-541F-D06C-4C7A-946454720C7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241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C94E421-DEF0-4F62-5DC1-80A0B175DE39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E04E0D-33F2-83CE-768C-8EBD083C012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8002870-4ED9-EC06-E5B9-91CE090689C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0A93BF8-05C5-5409-B73E-B91C04FAA7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193550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E046D76-BD6D-35F0-A723-4F9B67D35ED6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B2D00-38A8-5F9C-A3A3-01671C7E0F76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09208BA-3205-C83E-2B7A-841EA4C2C60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65B9B2-9BC9-AD98-0D7E-8C9A707C54F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657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E1381A5-6DAC-5779-6B89-8E02F445AC4E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15F7FB-A395-A6AE-C6C0-4D8F65F7A1C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71652C7-F1A1-A807-B3C8-E8B82FC4262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DACE80B-779D-AD71-4A79-BE090CE469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9936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791B7BA-484E-DC2D-08CD-7302B62B4EC6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C188934-9B08-3B9A-DA2E-4015F618F25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B83A99-0C6A-A613-CB6A-91A6C00E181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4778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D6C3C0D-A9CA-3984-8C1B-03A01EFB938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4CC703-6C66-5F24-D976-15C7EB3DC0E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EBA8335-66E2-B848-474F-0515F389378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1AD237D-A082-C778-F4EB-E96C44E15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693217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E5036F-5F40-D122-DD71-F98C6473D0E6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25EE07F-FD3E-C6B7-4F8F-3D6FD364F3E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3E32601-36AF-95D5-839A-959D0524F51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621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678C918-7256-6B25-9A2B-E4B34E9501A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602FCA-CA41-BA4F-DE4E-136F334BEB7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257185A-E5AE-E34D-2EC0-86DFAE7273A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8EB4205-7AC4-8933-7933-B0AF9EA170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3500029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48D9F9-3D47-2555-9E2F-88DD047FCB93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AD1A47E-0E69-D9FB-5086-D4463A2CD024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9F73412-FEF2-8B9E-9165-191730494D68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8FD7DED-1AE1-4816-7D18-311909CB9F9F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0B25FE3-927E-526F-8C51-213183136095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C292F07-D760-1CA0-0947-524D94DDB736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5691BB6-C9B3-C93B-240D-4F9113844B6D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992D42E-0A07-1988-3C90-BE211ACC6684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4E7CF26-FB82-5670-7B98-FBA41F1AA527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EE86465-A898-ED12-D6CE-266E2A727092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90A49BE-8A9E-BBFC-AE8F-F15129146D57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E45857-D423-2BDB-6AF5-C8E6D6C6D332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F73B96-567C-6AC3-E78C-4624B662868E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3F6FE55-1E57-02BB-3653-D42F6785683A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27F14C6-D5E4-4C04-19B0-677E326A8E1C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960511D-EA08-2DCF-C86B-AB366D247D2E}"/>
              </a:ext>
            </a:extLst>
          </p:cNvPr>
          <p:cNvCxnSpPr/>
          <p:nvPr/>
        </p:nvCxnSpPr>
        <p:spPr>
          <a:xfrm>
            <a:off x="8353425" y="3741208"/>
            <a:ext cx="142875" cy="14287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F1A98AB2-0354-C0BC-1DBB-4BE21644DD4E}"/>
              </a:ext>
            </a:extLst>
          </p:cNvPr>
          <p:cNvCxnSpPr/>
          <p:nvPr/>
        </p:nvCxnSpPr>
        <p:spPr>
          <a:xfrm>
            <a:off x="8321675" y="3677708"/>
            <a:ext cx="3175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035F731-75D4-E998-8C72-51B5B0A55B5E}"/>
              </a:ext>
            </a:extLst>
          </p:cNvPr>
          <p:cNvCxnSpPr/>
          <p:nvPr/>
        </p:nvCxnSpPr>
        <p:spPr>
          <a:xfrm flipV="1">
            <a:off x="8321675" y="3614208"/>
            <a:ext cx="15875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C7A4B3EB-70D7-4177-536B-BA00D1B2FDD9}"/>
              </a:ext>
            </a:extLst>
          </p:cNvPr>
          <p:cNvCxnSpPr/>
          <p:nvPr/>
        </p:nvCxnSpPr>
        <p:spPr>
          <a:xfrm flipV="1">
            <a:off x="8337550" y="3582458"/>
            <a:ext cx="47625" cy="3175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B6A6BB3E-6AAE-F3F3-4D7E-E0DD19E1E3BE}"/>
              </a:ext>
            </a:extLst>
          </p:cNvPr>
          <p:cNvCxnSpPr/>
          <p:nvPr/>
        </p:nvCxnSpPr>
        <p:spPr>
          <a:xfrm>
            <a:off x="8385175" y="3582458"/>
            <a:ext cx="47625" cy="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EA8AC9B1-D58E-1F56-5EFC-3E8D9BA15B80}"/>
              </a:ext>
            </a:extLst>
          </p:cNvPr>
          <p:cNvCxnSpPr/>
          <p:nvPr/>
        </p:nvCxnSpPr>
        <p:spPr>
          <a:xfrm>
            <a:off x="8432800" y="3582458"/>
            <a:ext cx="6350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2BADC49-A749-ED74-344E-753100E492E2}"/>
              </a:ext>
            </a:extLst>
          </p:cNvPr>
          <p:cNvCxnSpPr/>
          <p:nvPr/>
        </p:nvCxnSpPr>
        <p:spPr>
          <a:xfrm flipV="1">
            <a:off x="8496300" y="3582458"/>
            <a:ext cx="6350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3D90E84-1006-B695-C245-6ABD0A1D92CC}"/>
              </a:ext>
            </a:extLst>
          </p:cNvPr>
          <p:cNvCxnSpPr/>
          <p:nvPr/>
        </p:nvCxnSpPr>
        <p:spPr>
          <a:xfrm>
            <a:off x="8559800" y="3582458"/>
            <a:ext cx="47625" cy="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CC533DA-BA12-C073-D6A1-49950EE61C24}"/>
              </a:ext>
            </a:extLst>
          </p:cNvPr>
          <p:cNvCxnSpPr/>
          <p:nvPr/>
        </p:nvCxnSpPr>
        <p:spPr>
          <a:xfrm>
            <a:off x="8607425" y="3582458"/>
            <a:ext cx="47625" cy="3175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18C7030A-7B8F-F571-0EA4-AB8D8CA7969D}"/>
              </a:ext>
            </a:extLst>
          </p:cNvPr>
          <p:cNvCxnSpPr/>
          <p:nvPr/>
        </p:nvCxnSpPr>
        <p:spPr>
          <a:xfrm>
            <a:off x="8655050" y="3614208"/>
            <a:ext cx="15875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7CEA774-55F9-19FB-E4BA-017E495A51E1}"/>
              </a:ext>
            </a:extLst>
          </p:cNvPr>
          <p:cNvCxnSpPr/>
          <p:nvPr/>
        </p:nvCxnSpPr>
        <p:spPr>
          <a:xfrm flipV="1">
            <a:off x="8639175" y="3677708"/>
            <a:ext cx="3175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FD37542F-6B01-B7C9-FB72-B8AFFE2448A4}"/>
              </a:ext>
            </a:extLst>
          </p:cNvPr>
          <p:cNvCxnSpPr/>
          <p:nvPr/>
        </p:nvCxnSpPr>
        <p:spPr>
          <a:xfrm flipV="1">
            <a:off x="8496300" y="3741208"/>
            <a:ext cx="142875" cy="14287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9D4D872-7F8A-3127-4B68-AA7DE2C3AD6E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運動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2099B08-2FF7-0546-2749-2EBF2FCFAC9F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違いを棒の長さで読む。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7336836-3672-2C9D-AD74-1A12B2D8AFC5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4E4D393-494B-FA78-358D-DCFB32D79A10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27E7A36D-1CD0-2BFB-B396-38A18225D7F3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07DE37B-3D9C-B9D0-C425-A333DB157CA2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0CC056A-5A4C-1594-CD78-0C00665C8D34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0D60101-0270-5AF1-6867-629AD40AD546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休息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F1CD7CF-F01E-0A01-6618-951AF62F72A9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全体との関係を確かめる。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8066D12C-1D8B-D5DA-BC35-39CDA3D6F2D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EFB8DED-F260-07A2-35C6-55193B27EAB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97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B46F1B-17CA-F065-255F-FC9CFB794ADF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308CBA-7AF9-7790-361E-165FC6817AC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1〜12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EF77BC3-CF9B-FBDC-952F-EE493BA7C83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B22E3CC1-0C00-439D-2C01-0C29545E712E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5C0C332-37F9-1D87-F10A-8B0046118870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74BF196-1EFD-0EE7-7416-1DAA6F771CA3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0BEE41E-7A68-279B-CA9F-ECF4FE11985F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AB5F724-865A-F8B8-8E05-95355BB84696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F7423B-0EAC-555B-E952-FBD7E23648FB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74BA9C9-CACA-022D-C217-CFD0AC7E227B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C673FEE-31A6-4ECD-4CA1-27CB8EBDD4F5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CF342CE-43BA-56A3-50EA-1A176E480BEF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6EEE69B-7687-5110-536F-D4104B7FA7E0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B3DAE52-C0F9-3089-F9DB-278E0DEA3D9C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FF789CA-4FD1-B9D3-1C7D-F2B322CFEE39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C1DE5B2-02CC-8375-C650-9748BEABE808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E5DA64D-7132-2108-EB3C-77F2A1D9D84E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5C04B406-4021-1AD4-7918-6469A6AF72E5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B7E5179-C1EA-945E-8D6D-05001CAADCBA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2465A92-FD59-8FFC-0131-C2C6E1F845A6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E06C4BA-A70E-4D55-7642-E59F7222E877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8A73476-9C1E-9562-80BF-34752BD2B855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120CC1D-311B-5260-03C7-6FCF75555CF6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501719F-6806-028D-D150-2244505FFBC5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D6FED5AF-BAD5-121A-FD78-CD3C75B8FE72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B7014A34-2B00-8242-3FB8-D0CE6489DB6D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45B422A7-EC14-343F-7223-343AF4B2BD52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506C062-2016-944F-7084-90AE88CAD772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33F3347-9840-9D55-0A5B-3DEAC548A862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04B12C-37BC-FA1F-DC33-6522374CD274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67858FA5-DAAE-A5FB-7BB8-1B678831A179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B980D24B-BB2F-4700-0FC4-70C0820ABD49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DEA5AC97-5B10-4E67-F474-783AAF63EC3E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D9465B2-F406-3D52-12D0-1D3D0CD4575F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03AD1650-E510-64B6-21F9-19C58F98E068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8B53ACB-48B4-7ACC-0788-4E230E1F486A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8AFC2CFC-6707-DB44-9F8C-751ADC0F515B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FDCAB81-3515-7578-7AE0-1BA796DDFFAF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34B66A78-2926-BFB2-31D4-4BB1E0A7D0A1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EA8C2AF-9767-EBB6-7EEA-7E1D98178B6E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B952C46A-A925-856E-8997-B8489E72C6C2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7C2E1185-A70C-0058-AC33-7C087F36E641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9599265-8571-61DD-3C4D-1A99BEA12644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EB41FB80-1577-8C7B-D8FD-4444AD5EC242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C4BB175C-D75F-2D87-FDE2-5C4547785CAA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5B37EE3A-AF6C-A3D0-EACF-24EC5B86D3F2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BAEB449-BF72-E22A-2F33-A4D61D6BD607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BAD0352E-F5FD-C60B-C2D3-55697412D75E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47533B5D-8A1E-6F07-74DD-5826370B8B59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1679824-5128-81EB-A0CA-558FA0E153F2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5BE2C65D-E37A-84FB-D94A-A29A9163C013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97005827-0F43-4FDF-F66B-E1C075E01E90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226A1713-3F8D-21A3-FFBA-102BCE9CD958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55BBAC9-5CD9-9123-A506-6B19CEBD0ED5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871726F4-2ADB-3763-8B8F-360B53826929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79E95994-3F4B-7826-7340-F01C04C60DB4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9BD78F7A-2B53-702B-579D-8204F2DBF347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905453E1-5C88-CA69-D6B0-1745EE72660D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05E2BCD-95BE-2E77-2AE5-77D0253F07F9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37591644-054A-3A7F-8A27-4EEEB3349A9A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C68B8A6-13C9-D7D8-45A0-5DFD63F771AF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9C0DACE9-EA0F-6AE1-9568-628331D6155E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14B9B07-84A7-4726-3994-270FD9F8DE79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076B5CD5-E8C5-FDE4-1402-9978792CEB6B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601B044-7DFC-E997-F379-7594C9F752C1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BC8267F6-4EFD-E3B1-2E64-A92A2C7F36F4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98578E4E-9C9E-8D3D-36E7-A3F339CA069F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FD3BBC0F-3375-C794-598B-E740CA1F9F75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33BB083E-F3EE-B701-8C88-C88516569B16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3879F620-686F-7B22-3E26-1B1E76C9F74F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06A5C44B-D95A-530F-3EF9-CE13E002CE8F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403BFD08-75A3-A985-BDA6-D8C526111ACE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92717AE3-3357-9B4E-0072-E6EE77D8ED3B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04342FF0-C600-F97F-DFB7-9B0307D3DA52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E4EE1CFB-B4D5-971E-463E-1D6AFCA10D5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843A3A7B-EAAC-7EB2-A8B2-742F88D7DE3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952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048EBB-877A-02A2-210B-70725BF27C78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BB9D92C-095D-34FC-40D1-7CAFE7457E4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13〜24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9A1AED8-629E-B29B-C421-05E51E0A45B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59C211B-13C1-B8BE-6DE0-60628995F763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72A1F80-DFC0-ADB9-76B5-03CE9F10261B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20FC78C-8695-38DF-D1D3-8FFCFEC56D08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11C4477-2E8C-56AF-23AC-EAC941074884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039E784-1C66-C6D9-66C9-04B36BCC9E64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A3AA9AB-38E3-F3C5-6B3E-7F3D90BC70EC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D040452-771D-E67F-B358-02194FF63291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CAD65A3-9274-11A5-A67A-4E11319842DF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F648C88-E32F-5A98-6BB6-84745A4FA442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9965047-FC19-0BBF-BDB6-8ABB1D36C96B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6797752-E251-9910-FDAB-DD28A817B1AC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5115F647-402D-48BF-D076-E14D194FDD29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9FBB4EA-0C8E-8087-AEA6-C28BCFB2F41F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5687957-64A4-97C5-1E04-9960E1581C3E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A1128B36-5D8D-1E99-B83E-9B2EE1F7BDAB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765381B-7C7D-172D-C3E3-BA0790A6ACA6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84AD559-52C6-EEE4-ED09-039BA0FE7C17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9193F7CB-BB82-71C9-4CAF-F3960D371C7B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E99AE26-7ECD-5DF7-67FD-9319ECB3915C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2B454D-F799-E9A5-9A1F-C81F64E311E3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1BE8F6E2-C555-16F7-327A-E78C34D0A7D0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7CCDB3E-6442-1A3F-6A04-0212741E066A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0E9D632-524F-2EAD-A05F-D6C33F434E02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7A082EC5-5AA7-B682-8E7C-4E5CBBD2A9E8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747BB86-0ED5-80DA-1514-ABAFB53CFD17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28D6B81-4834-40CA-44A4-F372C6826998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データベ
ース・保管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73ECEF5-741F-D0F4-8102-8C61C8A272E4}"/>
              </a:ext>
            </a:extLst>
          </p:cNvPr>
          <p:cNvCxnSpPr/>
          <p:nvPr/>
        </p:nvCxnSpPr>
        <p:spPr>
          <a:xfrm>
            <a:off x="8707967" y="2578100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6556C75-2DE7-2A54-CB91-CE3F3C45EB95}"/>
              </a:ext>
            </a:extLst>
          </p:cNvPr>
          <p:cNvCxnSpPr/>
          <p:nvPr/>
        </p:nvCxnSpPr>
        <p:spPr>
          <a:xfrm>
            <a:off x="8678333" y="24892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059576B5-710F-C7B8-F778-269663991DA8}"/>
              </a:ext>
            </a:extLst>
          </p:cNvPr>
          <p:cNvCxnSpPr/>
          <p:nvPr/>
        </p:nvCxnSpPr>
        <p:spPr>
          <a:xfrm flipV="1">
            <a:off x="8678333" y="24003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B3460DC-2498-DA17-2F50-D9A7CAE93BF6}"/>
              </a:ext>
            </a:extLst>
          </p:cNvPr>
          <p:cNvCxnSpPr/>
          <p:nvPr/>
        </p:nvCxnSpPr>
        <p:spPr>
          <a:xfrm flipV="1">
            <a:off x="8707967" y="23410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31242D0A-F087-C846-060C-D90F3FC5D464}"/>
              </a:ext>
            </a:extLst>
          </p:cNvPr>
          <p:cNvCxnSpPr/>
          <p:nvPr/>
        </p:nvCxnSpPr>
        <p:spPr>
          <a:xfrm>
            <a:off x="8796867" y="2341033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25BF224-412B-7B3B-AF08-3121821B1C4B}"/>
              </a:ext>
            </a:extLst>
          </p:cNvPr>
          <p:cNvCxnSpPr/>
          <p:nvPr/>
        </p:nvCxnSpPr>
        <p:spPr>
          <a:xfrm flipV="1">
            <a:off x="8856133" y="2222500"/>
            <a:ext cx="29633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E98147E-50F9-42C6-1FD4-E16E9FED109E}"/>
              </a:ext>
            </a:extLst>
          </p:cNvPr>
          <p:cNvCxnSpPr/>
          <p:nvPr/>
        </p:nvCxnSpPr>
        <p:spPr>
          <a:xfrm flipV="1">
            <a:off x="8885767" y="21632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60BFEC9-7397-6BA7-AE90-D7B513047B44}"/>
              </a:ext>
            </a:extLst>
          </p:cNvPr>
          <p:cNvCxnSpPr/>
          <p:nvPr/>
        </p:nvCxnSpPr>
        <p:spPr>
          <a:xfrm>
            <a:off x="8974667" y="21632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FC6F3D67-6425-2235-117D-264B9A3607DB}"/>
              </a:ext>
            </a:extLst>
          </p:cNvPr>
          <p:cNvCxnSpPr/>
          <p:nvPr/>
        </p:nvCxnSpPr>
        <p:spPr>
          <a:xfrm>
            <a:off x="9093200" y="21632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855681A7-3CB7-D8D6-7F81-C35622957EFC}"/>
              </a:ext>
            </a:extLst>
          </p:cNvPr>
          <p:cNvCxnSpPr/>
          <p:nvPr/>
        </p:nvCxnSpPr>
        <p:spPr>
          <a:xfrm>
            <a:off x="9182100" y="2222500"/>
            <a:ext cx="29633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9D0D47A-1666-1C47-6959-8B0AE95A2C13}"/>
              </a:ext>
            </a:extLst>
          </p:cNvPr>
          <p:cNvCxnSpPr/>
          <p:nvPr/>
        </p:nvCxnSpPr>
        <p:spPr>
          <a:xfrm>
            <a:off x="9211733" y="23410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F60AED18-92C2-1110-9C06-904C15A4F046}"/>
              </a:ext>
            </a:extLst>
          </p:cNvPr>
          <p:cNvCxnSpPr/>
          <p:nvPr/>
        </p:nvCxnSpPr>
        <p:spPr>
          <a:xfrm>
            <a:off x="9300633" y="24003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EFEE2D8-6096-1D17-DB87-36516AC1DE5F}"/>
              </a:ext>
            </a:extLst>
          </p:cNvPr>
          <p:cNvCxnSpPr/>
          <p:nvPr/>
        </p:nvCxnSpPr>
        <p:spPr>
          <a:xfrm flipV="1">
            <a:off x="9300633" y="24892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319D2D8F-011E-F0F3-2943-7F8EDEC61A1D}"/>
              </a:ext>
            </a:extLst>
          </p:cNvPr>
          <p:cNvCxnSpPr/>
          <p:nvPr/>
        </p:nvCxnSpPr>
        <p:spPr>
          <a:xfrm flipV="1">
            <a:off x="9211733" y="2578100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D383700-2D31-5241-46E1-6B5C8AB01B28}"/>
              </a:ext>
            </a:extLst>
          </p:cNvPr>
          <p:cNvCxnSpPr/>
          <p:nvPr/>
        </p:nvCxnSpPr>
        <p:spPr>
          <a:xfrm>
            <a:off x="8796867" y="2637367"/>
            <a:ext cx="4148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192CF6D-71CE-8A3D-5B1D-24D673BFA2C1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クラウド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F1770C89-B771-E8EC-1AC4-2E1E2236AE30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4C4F4777-57FD-3FB0-8B50-FECD11DBE4B9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1AA09B11-FC11-0EA0-D477-B2A9330C99C2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9ED03E56-9293-0F92-E945-BD8786C80D53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0F986B48-DDAB-A445-CD7E-7EB1BC82AF70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09DEB90E-873F-7AC6-493B-09613A1D5F22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72EE8D76-B5F7-2FD4-A17E-0486B0A7D233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D7394FC8-E246-6039-29F3-22F19C48C462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接続・ネ
ットワーク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9A87A659-F830-C544-F99D-A2CF9D979E5F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8CE6C763-0002-B917-C568-076DB2D1C790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D1E85411-F258-6C32-2606-236F17FBCAED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EBE22C9E-1CCF-8A55-4B8E-AE2377D7F77F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11AB54B8-72C1-6513-2C26-56FF78614D55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1B086846-862A-6564-513A-3873128D5247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プログラ
ム・開発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E1C7A63A-6658-74A6-0933-B501EB3FAA23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2E30DDEE-4095-0DD9-3B64-10D130D103D9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8E2A5AAC-75CE-3E2C-6F95-BE62526FC8DE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A9A70AEA-4A3A-1452-4D0E-224EA9C48B79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F4A37E91-3695-FE49-6B33-C7F8A8A5115A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EA059C11-388C-C424-17BD-F3334A096671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9C8D783F-7B55-8C01-DF56-6A6B475F6DFF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98E9335D-B71C-9473-3B06-8CF3894AE2F9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B0646D9F-A94C-5FBD-4CDA-F39FDDC2F042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A929C162-4CA0-8B37-452A-B232406A1A22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FA6BA589-94D5-0650-E32D-A0BA59F65E6A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532E601A-20C7-648D-B3FA-E77C01A4CD3D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9B71DA85-7D1D-929C-19DF-73670F01C441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C273169F-31D1-5015-13D3-465DF12C464D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2994C2D2-4135-8EB7-95CC-8C0284D918AE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・半導体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9F41E176-CBAA-0319-43CC-F281B863582A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DA201401-174A-213C-16E2-7A41EB670DDF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F4BBE60B-30BE-BBA8-A8B1-7227803F9249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9F70873B-B922-047C-2C65-494665EDBCD4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2A98F538-37C4-6A99-C6F9-35A025D1FBD4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A3F1718F-158E-27C3-459E-B37497697DEE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59C7F412-BE98-6EDD-96DB-23F331E2CE4A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E14E9FF9-1857-A41C-2C97-168B5B2F2828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9254FD8-F792-4A03-8985-50A3A6B06654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本・学習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AEB0BA71-C59A-EB09-DBC9-DFF36D6A7CB6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F020EE60-DA15-0582-0FF2-8DEC6FB62AB9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03989705-4689-B4E2-4BFF-48380AC271B8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36A9EB54-53D1-A61C-3D45-D9F498BEC559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101BB789-AA0F-47E1-1B85-6A8F88F35209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847C5D13-2675-7A89-B0D8-2DF63BB9AE35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ABAEF493-65A1-B13F-49AD-E31069C474CA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E5CA4138-7111-5236-F7F7-33FAA3068F97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B3BAA0C3-24BD-695C-89BC-43C41092EF7D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D3EACE32-B301-9BFA-F5C7-4F5212255789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学校・進学</a:t>
            </a: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B5C2EA51-B826-EE07-3A0F-79C8D1BA1486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A205E732-8140-D757-4732-22661ED32D2B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5F0BF89D-5BA9-3C95-683F-2A7D741E4442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709161EE-9D86-AB39-F685-8E8721072B04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658B9D08-B4BC-A2A4-4E77-00C6F160B9DA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4104B4F0-C3F2-A459-9D70-4E66B6DC9A19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5EFFAE01-F890-83C1-1516-CDFD02BF875F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E60615A7-FE3D-C3C9-CEBB-FED8FA4AAA94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8A08B9DF-D399-6DF0-82C9-231DD2D935B9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化学・実験</a:t>
            </a:r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903FBD4D-D239-3A27-2EC3-5C0DC3C5D2D7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19F6136F-071F-3E67-B6CC-9D2DAF735084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B9BEBB6D-C151-69EB-209A-B0BA3650037B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049F9871-3807-65DC-2F04-4518A6E129E4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A821F0F1-5C1A-3764-6825-3A638EAAB696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64B60D7A-65DD-D36E-7873-B6C69D7E2C87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物理・原子</a:t>
            </a: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708BCC18-343C-A3FD-4547-929D5908BF5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5A751224-1F97-3BD9-DF1A-3FA4856F1A7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150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AE81A6-26EC-6DDB-F015-F200B092BBA6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BA9E000-BFA5-799F-B1E2-A51247C4A2D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25〜36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01ADD4E-DF9E-AA38-781C-464F463F007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6B72DC0-EC9D-5E76-EECE-B95A6AD32A5E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66CEA7-0BBB-CC08-B060-0185F1CD280D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3AE0ED9-1840-AB02-C12B-516694B847E6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75B63CB-0453-1E31-D0C5-986E72564D0B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6833B85-4530-7F83-E0E3-86B094C24DB5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678BDD9-3DE2-4076-06B9-4D6C92F0C88D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7015155-2518-5AD9-D134-B5ADABCF838F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BA14EDD-1682-42BE-5324-9FEAC47F5A91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61CE7B4-F32F-FF94-9A7C-20B20DCC07D3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3D59D81-46C2-BC85-0063-EDD7B659E4EA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7834E0E-5CE7-DA9E-D559-7C834E240539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4D44529-8A85-9DB0-1DE7-0E198EFC6B4A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BB50D0F-0E5A-DDFE-8E91-43C64BCA2A5B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1EC67473-C2D5-EAED-33FF-1134F69FC5D1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71524A1-F884-2B00-F107-618F06CCD8FF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D537720-6924-07DB-56F7-57DE246219FD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4A4C046-CA92-503C-B0C8-9ECBDB5B4E55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8C79E97-9F16-17E0-68B9-EF8E0BB47ECF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9F1A635-2CAA-33BE-37C6-90B30485EC0C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A6390E8-394B-5699-0D71-6D9818179D36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124998F-1714-F37F-2409-AD023BE9C747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1E7EAEE-A801-0D79-18C7-3A67575CAC12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BC87D41-0FD4-82D4-9D3C-6F73E8B459CD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95E539C7-A163-92A2-9FA1-FB6974F25549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B52CD4D-904C-A266-52E6-BAFEB6D69CEF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BEECBF5-81F9-86B3-6CD6-F9512AD2EAE6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64C85F6-CB46-234E-A5C3-E83ABB881668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19B804F6-BEF7-29E2-18C9-9A66EC9BE52A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1E536F0-D1D9-F54C-6644-3627EE9A5BAE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F96B032C-53AC-5C7F-D5CB-F3E1275F259C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5612DFE-759C-FB10-BA84-665D6BF5EB92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00DB737-E366-7A99-5102-76881AE3B634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3601FDA-48AA-C80D-B005-3ED942624733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784F458-7154-861D-3B16-BF912AB13D3E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15CD8B0-E56C-5B5C-20D2-B61D26B94A3A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2753655D-50E5-AC15-C797-88250280EC30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8C83A42A-C8B4-A47E-57E3-1BF6958CFA1C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623CE2A-501C-EB47-FE59-D08EB9086EB5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F6E11C2-8754-A2D7-BA3A-C69C3DC4F88A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55DF6AF0-AC85-6D68-8BC2-6F6323A2034E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DB092271-B4F6-F344-95A6-673F0B517EE8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AB58F0BE-14F0-DACA-A003-9BA6D1DA5547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277D0FB-4944-3D3D-CC44-B1512F4391B8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03ABCBDC-B8AF-75BC-FAC3-3DD7D09FEF7F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0D61D5ED-688A-42AF-C793-A64E267624DA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F2A0868-15CA-45D2-28A2-2E8D682C605E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60B3D970-92EB-89E8-5058-C2927F2BE291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945DDA9-01E6-7823-5EEC-4EFA71278505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C4B108DD-D73D-DA66-1C62-61BCC95EB6D3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5CD78D2B-83ED-0BA7-6EC0-51061CBA4D6F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89B584BB-A9E9-D835-D8A9-637271495BC3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C5485F6F-A89C-A3CC-C640-17FD103A2B6E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DBF7B4F-910C-778B-AEE7-9F9D3650EBC6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太陽・太陽光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FFE5A6AF-E7C7-4994-F2EB-4A2791CD7EB3}"/>
              </a:ext>
            </a:extLst>
          </p:cNvPr>
          <p:cNvCxnSpPr/>
          <p:nvPr/>
        </p:nvCxnSpPr>
        <p:spPr>
          <a:xfrm>
            <a:off x="3213100" y="4449233"/>
            <a:ext cx="266700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8E1906A5-B2A8-2D8E-7504-378605E2FD87}"/>
              </a:ext>
            </a:extLst>
          </p:cNvPr>
          <p:cNvCxnSpPr/>
          <p:nvPr/>
        </p:nvCxnSpPr>
        <p:spPr>
          <a:xfrm>
            <a:off x="3153833" y="4330700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AC6AD50D-3F5A-3874-E29D-A82421F6F4E5}"/>
              </a:ext>
            </a:extLst>
          </p:cNvPr>
          <p:cNvCxnSpPr/>
          <p:nvPr/>
        </p:nvCxnSpPr>
        <p:spPr>
          <a:xfrm flipV="1">
            <a:off x="3153833" y="4212167"/>
            <a:ext cx="29634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5FDC3107-6008-14F2-1D23-5B68AE8AE810}"/>
              </a:ext>
            </a:extLst>
          </p:cNvPr>
          <p:cNvCxnSpPr/>
          <p:nvPr/>
        </p:nvCxnSpPr>
        <p:spPr>
          <a:xfrm flipV="1">
            <a:off x="3183467" y="4152900"/>
            <a:ext cx="88900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51BEEB83-B32E-970B-6486-8323B21702DF}"/>
              </a:ext>
            </a:extLst>
          </p:cNvPr>
          <p:cNvCxnSpPr/>
          <p:nvPr/>
        </p:nvCxnSpPr>
        <p:spPr>
          <a:xfrm>
            <a:off x="3272367" y="41529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CD74AB79-D08B-54CC-D0F2-04C83DE83145}"/>
              </a:ext>
            </a:extLst>
          </p:cNvPr>
          <p:cNvCxnSpPr/>
          <p:nvPr/>
        </p:nvCxnSpPr>
        <p:spPr>
          <a:xfrm>
            <a:off x="3361267" y="4152900"/>
            <a:ext cx="118533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D41B025B-F6CC-53F7-3181-61D1EBE07E8C}"/>
              </a:ext>
            </a:extLst>
          </p:cNvPr>
          <p:cNvCxnSpPr/>
          <p:nvPr/>
        </p:nvCxnSpPr>
        <p:spPr>
          <a:xfrm flipV="1">
            <a:off x="3479800" y="4152900"/>
            <a:ext cx="118533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123E4078-971D-354E-4562-4AD5E783DEF3}"/>
              </a:ext>
            </a:extLst>
          </p:cNvPr>
          <p:cNvCxnSpPr/>
          <p:nvPr/>
        </p:nvCxnSpPr>
        <p:spPr>
          <a:xfrm>
            <a:off x="3598333" y="41529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BCA94910-72EB-8E9A-A8E4-C33AE96FD688}"/>
              </a:ext>
            </a:extLst>
          </p:cNvPr>
          <p:cNvCxnSpPr/>
          <p:nvPr/>
        </p:nvCxnSpPr>
        <p:spPr>
          <a:xfrm>
            <a:off x="3687233" y="4152900"/>
            <a:ext cx="88900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77593C03-67D3-F848-E2EF-3E61B63C1331}"/>
              </a:ext>
            </a:extLst>
          </p:cNvPr>
          <p:cNvCxnSpPr/>
          <p:nvPr/>
        </p:nvCxnSpPr>
        <p:spPr>
          <a:xfrm>
            <a:off x="3776133" y="4212167"/>
            <a:ext cx="29634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95496118-52EE-1B22-8EE3-D4AC7EED1F2A}"/>
              </a:ext>
            </a:extLst>
          </p:cNvPr>
          <p:cNvCxnSpPr/>
          <p:nvPr/>
        </p:nvCxnSpPr>
        <p:spPr>
          <a:xfrm flipV="1">
            <a:off x="3746500" y="4330700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1DAFA888-3B0E-6BF7-3A78-4D3E29CC3C82}"/>
              </a:ext>
            </a:extLst>
          </p:cNvPr>
          <p:cNvCxnSpPr/>
          <p:nvPr/>
        </p:nvCxnSpPr>
        <p:spPr>
          <a:xfrm flipV="1">
            <a:off x="3479800" y="4449233"/>
            <a:ext cx="266700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512A183-F2AB-4F38-C495-DF7D9310DDDE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健康・ケア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EC351393-A961-6FDE-D014-2BB149FAE640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0128B899-8FB3-D8CB-34E9-1B3E65ADD67C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DF024A6A-A980-273E-83A4-57D2FC86E107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B1CA5F7B-8E59-2FE5-525D-AE23AD16DDFA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医療・病院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F8E75AD3-E26D-EC35-3F83-89D562FF28B3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6BC89297-53CA-34A8-54BB-778E653DEDC7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49E0F163-4F2D-8508-92A1-4A83A1CFFD0B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A8524FC-E14A-E86F-822B-0E68C7BB58AF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96FA5C43-934B-8EFC-94CA-50406815A1A7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34364909-F04C-D017-3C4D-777E9DDDC158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EAFB4F09-0D7B-69A5-1DBD-FF861C405693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利用しやすさ・
バリアフリー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B349BF7F-9AA7-DABD-1FF4-31E9435463BD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6559FFD0-FC08-9B2E-DBA5-EFAA65D81885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34F56B5-A00B-76AD-6BE0-F0D27D4E9B88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C9A9993E-F91F-3842-43E6-68EE319CCCEA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0F05BCAF-7216-CBFD-F615-8F966B35EC56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1C913E96-1D63-881A-1FD7-57E00E638D24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D63E716-2EF1-47ED-A3EC-44E1442ACECE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B3FCB926-DA6C-DD1D-FE44-F6C6912239B3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65359482-E9B6-BE57-CAEA-2BB30AFE098D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5E07477-D1F7-91BA-431A-98D7D50F97A6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製造・工場</a:t>
            </a: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D1186D3-F0D8-3395-2D21-B29092C0A1AB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42C18BBA-50A2-C03F-3168-92537D282D44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5F1759FB-7372-E33E-23F0-BE1962386AFE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4D9BECD1-36D5-D654-0653-000D13A80920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03102AB0-77FF-8BE4-9E0F-E4030F0BE389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4C629BD8-7191-BC02-71CA-713C34D46C5F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FDB309F6-E388-0A2B-63AA-AF8904E72A52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127C02EB-5ADD-2D74-BEEB-DBDDFB6C8CA0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7151333C-6821-2EE2-BA20-DFC7D04F36D2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7329A409-E6AA-DD09-EFED-9CAE1CFAF17A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A8F70425-973A-FBAC-D1D1-703E79E54F10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18BCF557-625D-34B4-A371-E1713012BABB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修理・保守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E42E64C8-865B-D2EE-2125-B251A86A39D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9AB8227E-B90A-3BC5-68E5-CCB861664CC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194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B152BB-67EA-5C51-8583-27912B177468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C8EF10-42F7-CB49-E5DB-C3AAD48FB9D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37〜48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B2D2817-1E92-8DFD-4F5B-F94DD00FA9B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29CE9AF-19DE-892D-7669-0C9CADB57AC0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190C06-B583-162C-BFA0-33AEFBEF576F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C001B34-C1FE-F6F2-7934-5AD41D704181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C0E2548-B52F-E9A8-6375-C7397EBA2D52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8F56343-44ED-140C-83DA-A9D537A9B497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FBF6B18-D330-CEB7-7F91-63ADF8E4DEAF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4755DC-3409-3417-5C1C-39C88834B3A7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0E23CD5-55EB-7ABA-0643-403815CD6616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8D9B5A0-E4A7-35E3-A81A-4D84A49BF986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35987342-0FE2-7096-2398-70E7B3ADBD94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1F59914-7799-8BF4-807F-F577A249D5FB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63033D8-E09C-CFE7-03B8-142AC67F1AAB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CB8B84E-83BF-8BD5-6827-1B8F1BCB3CB9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C20B08E-5022-A631-2C6A-15FE8C8D703A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344A18-8329-D7FC-F001-A1626094BA99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62A8AAD-A338-FABC-ADFD-C3FF0E14B976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6E4CA78-69BB-83C5-0C0A-FAFD58DDFF5D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109EC74-1E05-6FB7-426E-46F04DFC64FA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067231EE-B9D2-24B4-3D98-E7A8651044F9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A68AC2A-4132-91B1-F0ED-3949261A8585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6AB877C-A121-6011-EB98-31E475982BE8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DB811DC-FA07-7AB5-9AA8-A00D2FB28662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E9081E1-AB1E-43F2-D52D-804CFBC7BF86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B8251F0-D33D-9DF9-FCC1-D4C6EB04703D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9BF4D91-3EB0-53B8-E42D-2ABDC6F35D18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142C16AE-3E72-B43E-F5F0-D335DBD5F5F4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449F15D-291D-81BC-AA2A-EDDB66B8DBF5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8DF8A94D-9B8C-A249-F1A2-C99683D48C49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4B0F5D24-8897-37AA-D68D-0C9520B4ED23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ED08FE3-436A-EA97-14B3-BC83F6925F2B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A90B3B75-EB5D-1C6D-277A-7B4928ECFE45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3B42974-E78F-B77B-F33F-C20A06EEF3D6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716BF13-EBB8-4783-BA9D-6295FB7E1CB1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307013F-85C2-6B01-0D23-2FE07A5E90CD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BF3C240-0991-92DC-2788-0A1E8197EB0C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8F44C69-72CB-CB05-218B-2CC4CEED9476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CC84309B-3B4C-F712-98EC-B000CB115D98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638C219B-4889-FB6D-2A1E-55AD9CD723D4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9CFA8EB7-1D08-4169-D472-5FBF3C7A1C03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C69A206-9BE5-9538-3A5A-5F2000E66C83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5FA73AC3-FC3A-62AC-0ED2-9D188A0B0A51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A9A05979-4183-D59E-059F-3B9BDC890B1D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689F0938-E631-3339-3DDE-42ACEAD24C42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861C0BED-B1BB-4850-8FE0-5D37DB606A89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25920A02-2929-11FD-A6B4-3982D413A11A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9381A04E-C913-3423-0198-D3D8E7917ED0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09B462D9-2A5E-3FDE-FAA0-B4F353D4164F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99A6B628-4B1A-262E-35CF-18BFAF3F71E6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F8C5881D-FB22-D2E1-0324-9AF79438B539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51520769-94E2-75F5-3687-08EAE0E23575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DE9FAFDF-6B5E-1FD8-6EBC-F2DD4CEA82FF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5B35C49E-8083-1396-9EE2-E57BBDB29848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3D1A50EA-1009-E4F1-0A1F-71E1C618DE27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872BFE4E-24A4-1DA3-D200-B669AEF38E93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ABABD9B6-A6D9-4E4F-52A0-B6F5FCF2DC27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60D29872-CE77-E9DD-21E2-7C71F42739E4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AC7EE5D-5D50-3C63-E052-65C517138858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D6CC1637-11D0-0225-E544-3E341591F1AA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D766B6D4-4F7A-8289-ADF1-EB722CE4FDD7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62E8488C-D7AE-13DF-FB3F-5041ACD69DD2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B961C29D-4C7E-41EE-4DB9-B9CFE7FA5725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2D902C0A-97B8-9A5F-D44B-7A2B03068FAF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13CB63AE-8524-A9C5-3DED-A04AE06BC354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50819E0F-6E02-5F17-6E18-FCDE4B76B688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E9276F35-5CB5-A613-00CB-5107C2F5A818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0AA0036A-AF04-9D24-6394-7A918EDB8BB1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761A6584-8484-93DD-C12E-C8A918FD2AA6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7B3E164E-D405-9F18-796D-7B90713546F2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3AB446D0-0879-9B69-A91B-C83BDD274F65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D166209-1969-4515-3971-4F2BA610256E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80A6FD44-3148-731B-7F84-A309B4A2123B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4B515CAF-E3FF-1359-65F9-BD01CEA691A7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A75D4F8C-4629-C9F1-E68E-53F66A0FCE9F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53C83C3-8BA0-F63E-7E7D-56A11623EA18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382F95D-48B3-B9A8-B095-2717ECAE5DBA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28079300-3735-D37D-3C9F-38C21F9A7362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85F8CFE6-A5D1-6B2F-2760-2EBDFE428137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3DEB645E-F811-B19E-0065-6E8910287B67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9A6A1795-4FFE-E041-B587-F0000D8B85DA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2899B814-4EE6-F892-4612-4B7A43610D35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5C8A304-6C56-2C1C-F05E-522CD03D90B9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961383C0-556F-B561-2E88-DB1FE97FCE83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402C6724-87A1-DBF2-7C53-C7F16C225072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95BDCE27-8A63-33A4-37D1-651A067E8319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5CDBDB4D-A3AC-4B37-37E0-2B98DC15C2F9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ABA71D7C-4B8F-E360-5D6C-242DB882563F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181D1234-7493-014B-AE20-E86971455325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0D2BF3FF-7499-3732-2A73-67E40AB662FD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6AB339AE-B6DA-FE2B-D743-ED338EED1645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009D8660-F630-715F-3794-D0639F84F241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7A39E6A6-372E-03EA-B0F3-BA78E9809AA9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AD765CA9-86CE-E672-83A8-879F98D20655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82ED655-7242-630D-1F49-D298147A2215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A994FBC1-7ABD-C53F-8278-19B705A7EF9D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1BADA4E5-BE45-5366-056B-2E164B4A05F0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7696A441-A81C-9125-9D2E-BA433D2112A3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53D52952-2759-26ED-BEC4-4B856F0DF6AB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8D0C6483-0164-E6CD-5855-80631E7BF2DA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E9720DD4-7F3C-9990-D991-17341FD058DD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1F8B20C0-2B72-574F-4E69-C4EF1A48B053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CE3F0D61-161D-D205-6DA3-665835AAC2A9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B255774A-7C04-9751-5E4B-4171CBCE7DC4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02431A3-C37C-B66D-A036-1A865D8FD9D4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1CBD141E-0A85-42D5-4EC4-5A34E387CC5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5B5ECFEC-EAD9-49E0-D9D9-E6F67FC7BE5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12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ユーザー設定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2026-10-02T16:00:29Z</dcterms:created>
  <dcterms:modified xsi:type="dcterms:W3CDTF">2026-10-02T16:00:29Z</dcterms:modified>
</cp:coreProperties>
</file>