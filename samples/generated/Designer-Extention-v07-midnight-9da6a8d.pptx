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CC-4BCA-8E52-F113144B3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46027376"/>
        <c:axId val="1989241072"/>
      </c:barChart>
      <c:catAx>
        <c:axId val="20460273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41072"/>
        <c:crosses val="autoZero"/>
        <c:auto val="1"/>
        <c:lblAlgn val="ctr"/>
        <c:lblOffset val="100"/>
        <c:tickLblSkip val="1"/>
        <c:noMultiLvlLbl val="0"/>
      </c:catAx>
      <c:valAx>
        <c:axId val="198924107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2046027376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C6-47CC-8A73-E0F7E7956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63312"/>
        <c:axId val="1989276112"/>
      </c:barChart>
      <c:catAx>
        <c:axId val="366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76112"/>
        <c:crosses val="autoZero"/>
        <c:auto val="1"/>
        <c:lblAlgn val="ctr"/>
        <c:lblOffset val="100"/>
        <c:tickLblSkip val="1"/>
        <c:noMultiLvlLbl val="0"/>
      </c:catAx>
      <c:valAx>
        <c:axId val="19892761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66331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69D3BC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69D3BC"/>
              </a:solidFill>
              <a:ln w="31750">
                <a:solidFill>
                  <a:srgbClr val="69D3BC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57-4DD8-8DD9-E2B7B13DE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1899024"/>
        <c:axId val="1989163312"/>
      </c:lineChart>
      <c:catAx>
        <c:axId val="32189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163312"/>
        <c:crosses val="autoZero"/>
        <c:auto val="1"/>
        <c:lblAlgn val="ctr"/>
        <c:lblOffset val="100"/>
        <c:tickLblSkip val="1"/>
        <c:noMultiLvlLbl val="0"/>
      </c:catAx>
      <c:valAx>
        <c:axId val="198916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9902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15-4264-9D45-8CDA3EB99D1F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C15-4264-9D45-8CDA3EB99D1F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15-4264-9D45-8CDA3EB99D1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6C15-4264-9D45-8CDA3EB99D1F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6C15-4264-9D45-8CDA3EB99D1F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C15-4264-9D45-8CDA3EB99D1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5-4264-9D45-8CDA3EB99D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02-4926-A51D-53D277CB364E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802-4926-A51D-53D277CB364E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02-4926-A51D-53D277CB364E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802-4926-A51D-53D277CB364E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3802-4926-A51D-53D277CB364E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3802-4926-A51D-53D277CB364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02-4926-A51D-53D277CB36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0A-46AB-A155-7F095DE369B2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0A-46AB-A155-7F095DE36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1862832"/>
        <c:axId val="1989252112"/>
      </c:barChart>
      <c:catAx>
        <c:axId val="3218628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52112"/>
        <c:crosses val="autoZero"/>
        <c:auto val="1"/>
        <c:lblAlgn val="ctr"/>
        <c:lblOffset val="100"/>
        <c:tickLblSkip val="1"/>
        <c:noMultiLvlLbl val="0"/>
      </c:catAx>
      <c:valAx>
        <c:axId val="198925211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62832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1D-4639-97E1-4CCCE17C4C21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1D-4639-97E1-4CCCE17C4C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1873504"/>
        <c:axId val="1989264592"/>
      </c:barChart>
      <c:catAx>
        <c:axId val="32187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64592"/>
        <c:crosses val="autoZero"/>
        <c:auto val="1"/>
        <c:lblAlgn val="ctr"/>
        <c:lblOffset val="100"/>
        <c:tickLblSkip val="1"/>
        <c:noMultiLvlLbl val="0"/>
      </c:catAx>
      <c:valAx>
        <c:axId val="198926459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7350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FE-4EBA-80B4-3BC590819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1847056"/>
        <c:axId val="1989170512"/>
      </c:barChart>
      <c:catAx>
        <c:axId val="3218470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170512"/>
        <c:crosses val="autoZero"/>
        <c:auto val="1"/>
        <c:lblAlgn val="ctr"/>
        <c:lblOffset val="100"/>
        <c:tickLblSkip val="1"/>
        <c:noMultiLvlLbl val="0"/>
      </c:catAx>
      <c:valAx>
        <c:axId val="198917051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47056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C4CB8-0DD2-4AEA-97F0-800D67EAA18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C47A3-B194-4317-B9EC-741F5C9889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43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485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210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461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089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93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973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779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208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60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812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3770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020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DC47A3-B194-4317-B9EC-741F5C9889F4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025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970EF-C073-8B56-58CA-62D7D71FB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5CB107-874A-3ACB-F1AA-679981542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A3F539-776D-FE72-4F50-7C66A35E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ED3CCE-C91B-B7A7-4443-75273900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E4AB1D-A212-9772-6698-0D23D6F0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658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700FA2-EA2F-85F5-F5D1-61CBBA77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D4C35B-F7E4-8126-55E5-62B794933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7278D-7D9C-AC6E-2FA6-386F757F5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FF02FF-C04D-3CCF-DF2F-BD2811D5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0A118A-AE07-6F94-DFC7-3DACC20D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33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C64E2-C447-2530-7303-FDB42070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38DBBE-F9CC-B10B-FD1B-93C41F051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BC1F24-6FB9-9636-8948-20C1F07C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BCA841-0DE6-085B-C24D-773B297D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297F30-9A85-6FAC-EE6C-D7FFF70F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68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CBE86F-F8D4-A82A-EE6D-1DD4F595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757347-D596-C423-0625-A2B6D687F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2CDFAD-7D8E-864C-0393-A71E5D162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D47931-3591-9573-8D79-A8C348672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45590-D680-5497-1346-EAB16946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2EF6A7-D4B3-15FC-0031-DD1C18E1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883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E87BED-CD9B-32F5-8DA6-DBEA5C9FB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7283B4-FA21-B770-4777-D45859B37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CEE1C6-15E7-5EBD-8841-E85B5C937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7D837F-9C3E-5853-6849-D85316009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962CE3-D001-9DCB-A76C-73394C6E1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579126B-0A07-56E0-CEAF-162B379D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E04D63-1F6B-5508-6594-0D6A6BC5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EC904A3-2412-0D8C-9611-4ACE1556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76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84BFF-6FCB-B97F-C91D-0FD24863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CC7DA23-CBB6-1E78-B2F7-96D749D7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DCD5F8-8D4B-E8B4-3258-DEF62D07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F272AB-EAB0-C160-BA3D-5CAFC341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99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A34483F-D4E2-86CD-8A72-1C2EEDD1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59413B-81FD-F2B6-4678-E0C29B23E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725267-1EE2-AC98-A94E-327DEC78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12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8E08E2-F576-725C-ABE2-3D67506F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C5CBA5-CCC3-26CA-F4D7-9994E9A6F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319A26-60E1-0DDD-8564-5F5A85F5F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D81A57-D3A6-72C1-6F52-22F951EA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19851E-1DAB-DA69-CB0C-97AD95C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A722F2-F89F-CA84-D8EA-9B83DB9D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07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06C30-A3F1-DCCC-919A-E6E98B6E3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0FB6BE-F6E2-85D2-E59D-00076C0ABCE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49C74E-9CFF-BDA6-9D53-7E64317BD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BB17B9-1BF6-98F6-2ABD-3088249D7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C9D82C-41DD-186A-64CD-8B51A7C2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EC072A-5037-B37A-7E14-C9E46583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61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AF80B-5218-B175-B5A7-30D042CD0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9706E0-F756-3650-A5C2-02A8FED67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180BF5-C256-D448-FFB9-D658AB34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740C6B-FE01-4296-228D-5E8EAE39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326142-00E5-1B1E-4B86-53AA2623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32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2A04E2-B03D-963A-42E2-37271DC21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B61B1F-6359-AA33-E845-9351F905F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80B4E5-7F04-625C-EF31-FE30CD4F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1935E-1394-0865-FE2B-2F7381C0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F4517C-EC5F-12B9-785E-DFFD1EB9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92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9FCED5-1C2B-7024-1AD4-DE5D69582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ADBB89-80DD-6731-C611-059BC9322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21E92-1FC8-335A-CC4B-0CD30007B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15C0D-E5C4-4645-94AF-1DF0D56ECA0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4AF4B3-588B-B9BF-1383-E2F3689EF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B0AEE9-CD32-E04F-7448-C6EBC79AD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D8A35-1983-48B7-81C1-7C8C3F4BF5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63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44698F0-7508-AF30-A298-51E758114034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F53A8D-ABC5-0A06-31EA-F10EE594C61F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8C436E-7C76-28E0-A49F-40FB55280302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D37480-60B0-ECED-40A9-25D02E3A0E63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48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種類のアイコンと</a:t>
            </a:r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97F48B9-FC8F-2BE2-5C35-3A63308BD30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D99147-32FA-E14E-CD8B-EFEC29F8AC4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162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3EBA38-0502-9B2D-DDF0-807EFC60FF8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8FD558-669B-E868-980E-FB4DB1A8981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349988C-CF24-BDD6-6406-E47F22CED47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221F18A-0043-B1DB-0D4D-BA7DDC43D5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3311576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1DDF4B-4CB5-4671-9181-A289F89BF596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1A9FA8B-F0E1-8D17-7C21-6D0404050EC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DDAB63A-D1AA-B0AE-5730-99E6160F68A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035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DA34C0-BD2A-1CC7-2439-813E0C9F332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554165-9A9D-5E3E-0BD6-C618AC86991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0489C84-5DFB-B7A7-F734-9247DF33679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2A5CE17-2C1E-FAC3-53AD-C0F4E9AB0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42305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B316F84-5616-4203-FFD6-BC9D4BC4549D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1732978-12FA-D0BE-23EC-06188D440D4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3D40BD-E9A1-F2DF-F729-71CE7666177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178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343FAD-4097-AC14-F041-CF8266D4BFA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FC3BC5-9DF4-0CC4-3205-22B934B54C2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A20589-7A0B-B747-994B-E779FE00404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ABE7520-9EF4-7F8C-01E2-A4B828A6D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489171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CB2275-8A53-51F6-D33D-D9F6559B4361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9913AB5-C0E4-A355-7CB0-E8B4ED79C8E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DD081C-665A-48D3-967A-9417AC4CACD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677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6DA85C-10EA-A9E0-DF13-F479CA4B500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3F977F-4347-B4BF-DF0C-8D1C1335A1E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28BA85D-7BE2-1E20-596A-D3D1FE92247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B5CE093-C362-88E0-9CBD-92978DDED1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001907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F8EBB4-7060-3304-9C2C-F6334F558BEE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BDFE5A3-7778-E933-3842-AAF5565CAA48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3F037FC-0990-2042-1A3D-2A35AD1CD91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C14A55-831C-960F-569D-FBD938F09D1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585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ECC4A9E-F58A-6475-DCA8-5556647E32B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8EA6F0-C23D-6120-DAE2-5E3745CFE71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72CADDC-1D2D-6BF0-9A3B-6CB339F4A9E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98D0E1B1-D284-2C9C-AD2E-FDC530A111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04509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5D8211-095B-0DDA-8E38-1F8588723340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D8D7CF-21E5-9D58-B3D5-74B927930210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67B0747-1FA0-1A87-D18C-2DFBD758288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D81400-9752-73BB-7FD3-7308F649306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780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90A7B1-F850-245E-C044-5382014A284B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AD1431-A50E-D362-CA5D-BC32040AAE5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79EE8A3-C559-6DAC-885C-DEDC1F0FA7C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5B8BC6D-A29E-DA65-04D6-A5B32B1032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474641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07A6DB-BADA-2B4D-E2AA-41C15210EF14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FE19DB7-4CB4-AFAC-718E-C9052698DD7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4929B45-6562-2B1D-384D-26FE2FA34FB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274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A8F290-4581-7EB9-1CE0-89C89E1DC03B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CEF288-FDC9-928B-7907-D44AC96B1E0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CF41B18-1A26-B647-DA1A-F0B88B5F41F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06F28DA-B518-3AD2-AAD8-0F8CEAA56C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303743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90D8AA6-DF01-B639-9932-18A041CA9749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F926E92-8485-299C-9C08-62C6F6D3819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16DBE2E-FAF3-AFBB-3880-A1FCED3EE9C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384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F1FCE4-E1C5-B064-36A3-5E22B6D5113E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7E4C6F-DD64-37DE-F307-D6809719E76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91B78ED-4B2B-747C-2CCA-A20DB928BE8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C0BFB89-AC52-D7A6-4E07-70E4300EEA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7977367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3565BCD-ED5E-9D90-9B20-DF6D9F5445A0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187E0B-24CC-D642-8B49-5493A6EB5EA7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7D9BD15-8D11-304D-005D-38A7AF4743B3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757E330-8F0A-D5D5-655B-9FEE26CD344B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7E0A839-A2E3-34B9-198B-BC903D581F97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E7FA275-1F61-28EC-6267-9E08D21DCD93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58B843C-FDE1-1C12-2A62-96334CC196DA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666BD5D-07C7-69D3-608E-808B0E109536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11EDD89-2A63-7DA2-26D4-C3772F388382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2328133-85EB-774F-E9C2-8D48B28C1752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E14B982-3EE8-B29C-C6DE-9512D6C4A864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93895AC-2538-F9E1-B570-5F6A6EDE7A3E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FE1C9F5-E380-1877-E81D-00C6802A77E7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8CF1DF2-637F-BAF8-3C7E-12457C0FA7A0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051C706-E2D6-957B-2A89-00C1A8DA0B79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7F5E856-D1BF-28A5-083E-05455308E7D0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E63A501-EA2D-B3DB-B460-E3053B155A5C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852D646-4FF4-C65B-8189-0F69CEDC3CA2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023C024-B4E5-153D-7B65-8F3C6290E925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55CD6A4-8CA8-5CAF-414A-DEF93BC4A6D4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F88C298-2B35-CEB5-B4D5-4516EFD0530C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66876D1-58AD-5F96-75E4-6EE92AC05E2D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A40E5E3-70A6-1C21-B633-DAA9325576AB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0E32497-FA69-E079-E42B-DF732BD9AB06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A12AAD00-D2F4-8C37-8C67-D0B113E816A2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7AE7E12-FF19-480E-814F-2B9CF9C4730F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2AEC314-09FA-1531-C23C-D0D6AC38866C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A7A1B6D-7A8A-D8C3-6C7B-A7928645F6F7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B15D22-372B-D27F-E717-EE899B37B76B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9F312E6-5218-2926-1CD7-01FD0D274454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E051929-F623-DD5E-12B4-263ADC4F4CF6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6BD20EB5-6EEF-57D7-02A2-F89194CFE6EB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E0B11D0-9BE0-4216-3A1A-CF3C000837B6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E3E6573-BBFF-0E88-3636-E99CE6C4679C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D8A4DD0-D6E2-BB3F-B050-49F1BBD15641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6F1C50A-3AEF-3494-3BF9-43E93B99A4F2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3DD156E2-EB66-4597-400C-5DBD3FD747C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458619A-2935-5E84-68AF-B556FF693EA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025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C0A1596-5821-64DE-C4DA-7417AAB0719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DBE116-8D8E-C3A0-BAEB-36A40DB1B6C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1〜12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D1660CC-960E-627E-E1AC-4A59A2521FA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35006160-C3BE-42E8-2D6A-AD56673EA124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1550B28-7443-937E-8674-06D67D224279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E1EF728-611C-B798-11B8-F3D8F4D7497B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782A156-3581-2CD9-BAB4-4F523AB63C6A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1A238E2-5F71-389D-898B-C62C97058BFB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E1785C0-3A3C-7D9D-166B-2FE1A2C1F656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778C62F-074B-A1EF-D48D-A4A16DEC338B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66E77C3-5A7F-12DE-DC0E-55A39FF4E481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F55419D-2F8A-D8CE-8836-0A1AFB4DD7DB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C83EA0E-3B08-F5F6-EB02-07F6C62399B2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8AA90F6-EF28-8E3E-9CC0-541271007525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A9416FE-7F57-6D58-B6CC-9F35F84A17AA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7D5C574-E4EC-60C2-71BC-F4B2FF0490CB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A8D096-CA1C-9B96-0192-EAC93EAB7CD2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DD0AC97-90E6-905C-7970-4D50579768DC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3DC7D73-55B4-B9E3-F31D-4042A4F7577C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41B78BB-8325-1865-31F3-34EA1EFB6401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C1BC5ACD-79DE-3040-268C-904598A03A23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8C9DE82-CABA-9599-F8B3-EC56EEC1842D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2001D36-20F0-15C4-0F89-601960C8BF76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3550AA07-8210-4AFD-8037-E8DBDEA63CCF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7F914D8-D962-2F10-AC07-3572AD99F5B9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1D48797-4D02-2F2B-9EBA-3803B602CF16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625F32B-074A-BA0B-5CB0-0790D94C0EC0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BCB5B33-B7C2-2083-6609-7511B9BE1F42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E002821-8C57-A29F-08BA-86BCA4D6A942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2020B81-CE92-D609-2C1C-FF335C048AA2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0993968-7AFD-B379-7C73-999B3C152825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C4316C4D-B266-1F8E-22F3-1CD4CD8B0E1D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F14AF9B-A8F7-A712-8B01-1909948B1932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8389260-CFBC-E5DB-1953-A6B8C4EA259F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86FF387-1C46-4A37-FF47-19C077CD2120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E30ED3E0-BA15-3C12-9956-23D8318A17C5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7AACECF-44E2-0924-4625-BFB91C7AE7D8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F5A8A00-7E17-8240-39F9-AF3B8CF4C903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2A0D0E22-00C2-18D6-B4BE-4A7D092D49A6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A60C9931-B5E7-A86C-07C4-72961CB9607E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3F34A894-3E12-1AF3-62C7-25F6CE2397D0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0E0A2C39-5A22-5460-1F9F-7849959B9D46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5EF19F6-F108-F590-A295-87E3FA9838A3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B13FC705-46CE-66C0-F2B3-7304043F1B1B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FD05FFAF-97C2-8C8F-1A00-0AE4A9E84AF6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FB58214C-2582-88AB-823A-F01E80F2486D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CA19D2C-57BC-1ACD-4CB4-6F317E527B4A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BFAB1D70-4637-25C5-81EE-A40B95BAD693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51ECD50D-420E-C075-741B-C717227EB0BE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FBBD2D3-5A81-0B97-9B06-5EFBA734D1B2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D9FAA1F3-E465-5E62-BBEE-EA6717917C94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7F6313C-F69E-846C-E908-B432164EA0FE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05594A1-7000-656A-49B2-020999159BF4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7B471D4-87B3-B074-5BCD-635220F54901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CB2A5C46-B7EB-F1B8-6809-6534420F8202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8FED8525-F83D-FE46-47D8-79DC0260C0E7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08F88147-7736-A879-0EAF-0E2057B489C9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27D2B486-0406-1CF1-53D8-36CCF35A7CBA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9F2CC8E-3328-04CD-53EE-589EB5737A7C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C75D167F-CE3E-1612-9018-D04906C17490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87A8BFC-B988-3B5C-0187-7A5F4808D0F1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10E0D00-C63B-690D-BD57-6A2A0D9E31EA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3AE7CE6-6359-B0BF-C6F3-07187113CDE9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C43EEA56-0302-69EC-D0ED-764DFFE2BE1A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95DBD6D4-26AB-A93B-7B1B-0057F7716393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ABEC2236-0754-24BE-B3EA-B040E784E180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51D5EA1-28C9-7A38-9867-BFE59E1D5E17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A00AD7AE-ED6D-29AC-BF06-C4F4F519C029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3FDAF9EB-EC6E-3478-304D-0389C09ACD4B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544A2042-69E8-0100-A44F-8D098914CD16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EAEBA5A3-FC53-9F60-6926-603DB2CEF442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89F99D35-C17C-9A60-2A17-F213BCE3DB73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C53A19EE-F9B8-37D3-9440-A513E4B04C77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465974F-ED67-5237-18D1-61BD88980E21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3E424E84-A1E7-3D91-1C34-1E8AB536598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8AB3F19B-166A-053C-E0FA-09CC9AECAD4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832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CE76BD4-23CB-D800-1FE9-EBFE27766ED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EA88FB-E89C-B663-5096-4EA15030929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13〜24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E446045-B5F5-8FBA-7937-07C41C14873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6F5BD5D-7F6E-D588-8A85-470A25719744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5561C4E-B883-AF61-C084-AA8CA8A7F5A9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F555AD9-12DA-DCBC-4338-23A52828EEA8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03D3D95-7075-F126-CAE4-0847B77D5560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57473AD-58CD-74B2-CE78-919555B0E075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AFB87B3-CF64-D429-53E0-2B2EAD2B62D5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0AD32F2-897E-DFA1-1789-5314250656EE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446EC2F-2778-B48B-A572-21740F821B1C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70456D4-A9D5-6BDD-DBB7-F826C917DA7F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6B50BC-870B-AF9C-126E-1BEEB0AEBB1E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C11E901-756A-76C7-E199-D2C0CBD00720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E04917C-70C6-D8AC-E2F8-68A86862B3AF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296CF9B-AA81-71B9-38CF-EAB46B8BAF9B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FF7E366-22C6-C79D-8041-E65E5B2C681B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164B8C6-D05C-468B-9CC4-69ADEA54FFFE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C1314F1-8251-1943-B38B-B277E6610AE6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2247A42-7D20-AE68-A783-D3102CD5D242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B20A095A-BED1-F612-AFC4-9FBB64A0D5D3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B4CC060-B755-2F17-E194-BC3E07B6B29D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ECF93A9-3F31-2312-8C1C-24D329477EB7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3BC09F1-2960-0F37-9F2E-038914B14D58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2CABDBB-252F-37A6-02D0-170A9DC92CA3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79FC092-D630-5CB8-62DE-758D8E346009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AA9589CD-6E50-3033-4E2E-9B26B7FD5C5C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F175F37-0E3A-3C6F-EF1F-EF2CB212D53D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995F495-12A1-0D89-77EB-B46A8C062FB5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6B7A2D8-7A19-B54E-BF8D-1A78B588B8F3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BD88E5A-D353-8C30-51BD-2C59F7B0E98F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3F3F80B-D08F-60F4-9437-80102118D916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BB4326B-BCDE-FEE5-6416-829D6081DF5F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A322D590-34FA-B39E-0270-B111979C9D8B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EDF033FD-B3A1-8751-B829-84B58944FA81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E7EE326-A1E9-E803-E3AE-17DD6C39DD4B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D7534AA8-E5C9-8529-75D2-891CE42BA90B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51855E1-8F19-C60F-C117-64D41E782E80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901BCAF9-5C05-3828-86E3-71DA8D59A8C1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DF6E190-656E-3A84-D572-CE59E0DA68D3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5D75BA54-A306-0B7A-A772-B962E5EF28E3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E1BB2EBA-AF90-3D71-4E51-9584160623D0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366397A4-71F0-DF3D-36F6-5964A1F9D2F1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C53B4FAF-608C-B57C-DEC2-2892503B5D98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EE432E-8DF4-A231-4027-A20DDCC2F6FE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CEB2D993-4099-20D3-F9F2-9D07CEFE04BC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B2FCAC5B-0374-3091-0763-38D0E523E21A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1470DD55-E6CA-61CB-F4C6-F7BF0656E53E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A1F20AE5-5052-D8F3-890E-4553A408AE55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FCAC94B-3301-418F-A1B9-AA639DDA3225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8FD77F88-9760-830C-CB5E-8DB4D1DC87D5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35643607-5B31-5721-4DAE-F93C2025562D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07D7420-34CE-A131-EB32-69BEB760CBD4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BC524CCE-18BD-C616-1E3C-9F0A983730F3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57A372E0-3C43-85FD-6AF7-04266004D2F2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FF5812B9-F94D-67DB-0D7E-F7F4AA55FF0A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3533857F-BCAA-D5BA-5145-D0FB7A81E14C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26B665B5-5240-B7F2-CDA6-7957D0F71715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81AC699-3909-A63A-C504-9851FBA02625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4010674E-11CA-F6AB-5BB4-A3FDE5E88930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9135B7A-A8A4-9DF7-A5A3-DC10917624DE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4D94AC2-84EC-F6BA-00AB-FB22AF290505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8556B6D1-8EC6-FEB2-FF4B-02C2B07158AE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A3C290E3-237E-7D52-7DF6-C77C3A16B8D6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C2C5A2B3-AAF0-7DE5-C6DE-A22018ADB289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D332E97F-67A3-A3DE-A010-4B0A4D94826A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11735725-6A22-0211-9502-6AEE96F333CF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BE0679F-5881-EEE0-7214-D8AC40643414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01DF6FB4-B3AF-82E6-E3AF-4105824D0DFD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86E649C9-3CBD-BE81-39DA-920F0E0D0AA6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3836DDC0-CCDF-6931-7352-10FEBAE8EDC6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887657FA-E629-044A-67D3-9475E860B6D5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1574AA41-83E3-0199-8A84-C7D6772593CD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C92544F-D19B-EFD0-216C-A54376E18896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56B6B7E9-4CDD-AF0E-3F72-FAED1D8DAC52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DF4C207-2C37-F5D5-5EE8-6E8F301C16DA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5530AA72-DAA2-EE12-036B-0B18FD54BD03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C44595F7-99A3-6D50-D5C7-C7DED26E201B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793D7504-309A-522B-8017-FEEE6525095B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38422354-659F-EB37-462B-8B0D6765A0C6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EE8E6C50-CE26-9F1E-218C-4F288CD39CCA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83328D9C-55FD-C7B0-4DED-E3563022F0BA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ABDA87A4-F15A-D8C4-79BE-E78F86F2CC4A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8B4F30FA-1558-38D6-8659-687C3835419E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CF424121-6006-FF75-7268-3685894EEE7F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05638056-E476-A1BF-748B-491292845A0C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556DD437-F1C4-B8DC-23DF-F842B82242A3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244238E1-6F1F-C5BA-F6CD-64E7ADC23BCE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40CF5218-ACFD-E3F9-6291-9D1F796BB226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1ADB3C12-8F9B-9E56-0BCE-DD09F52AC453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4683F87A-2349-18AD-21E4-8A249C233B6B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079B1D53-81EB-1747-4DE1-959D756BB840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E7ACAF55-BC94-C680-1B47-056F4DEC5747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1CE31CF2-EBEE-C131-698C-939FC0CE501C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D7F79645-CE5C-6085-FEAD-D0F40439E58C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50745AEA-5123-9115-B887-00948C923A50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1CAA6746-31B4-BD52-2F67-5EBAFC2F1EAC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717580BE-E595-5962-183C-23A0C970C605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DD6D5C0A-6796-566D-9495-D0FE228077A6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40E466C7-E652-152D-C9DA-F9B79428BEC6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10B0954D-D2E8-14D3-75E5-7344CED32393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7C4E9DC8-D900-DA6C-CC05-A88ACAD5723E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C1D8A88D-2676-98A0-D12E-D20E1AB7FD4F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3D2F9D6A-F26D-5AEB-D053-F1CFCB6BAB9A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2A37F183-0FC2-4314-0EC8-34AADBD7636D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041AEAD6-ED73-68AB-9999-87D842642F36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8D5F533-7528-373C-D28B-4173AC2EC2CD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94C11D7-6325-07FF-F2AE-73E49A00BAE9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DFCF4DFB-852D-D126-86BC-2F365C8ECAD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8EF47022-4B41-EF2A-7B3D-471469CF48C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321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4FF3BF0-07CA-00FF-84C8-A1C6FACF01F5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E5BDFE-1344-8534-FA87-D6D5EBA0CFF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25〜36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D2D44A0-6478-AB12-329F-782FAA8B808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2807528-B9E4-2E80-CE6A-507F9EC63BE6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B940EAD-0EB5-3CEE-C7D5-E532E18C8417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3CD75DE-0247-C87B-70AE-44A5397A4C7C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1882E32-A882-D83E-95A9-47CE369B081D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4A78979-3813-4480-B8EB-BFFFDE028514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C5293F-F6E9-FDD1-9E16-9EDD4AD5D056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4448EF1-5182-5117-EFBB-EB3AA080E945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55E5793-AFE8-FFD5-1F69-5D25142A8119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D1A4B04C-A822-DBCA-B75E-085DD0B963E5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E5F0F59-D2B5-5A5A-07AD-9BBBC0D94692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53E8508-093B-D3A2-F3F0-702644EC5600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F0C55F7-BD14-6636-D9A6-605015AE6972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C06F5D9-CE8C-EC99-8435-C6B3A76C2B5C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11D117F-FCD7-EDC0-297B-BDA2B23A17B9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C62CE0E-D0B9-BECD-6D0A-6B761616A873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D649E18-E6F2-6CE1-3BC5-DD0B0F0B573F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2C426FF-395C-E18B-86C3-1E9A22038A88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3CB4050-0BBC-95E4-A360-BD1A2C2C9AC0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E800A81-993D-31EB-CE17-AC74C7775F07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C6C3D99F-AC86-11D4-36A7-6CCF0EFA8CAF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BEE71D4-6F89-20EB-9D6B-E79AB5D9414B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FE34595-DFC3-5CF7-5118-F3F28EB0E0C5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91DD59A-F547-9F8A-6783-58AD8E2DED26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0D848EC-E78D-5534-7812-7F386C85AC6D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731080E-5091-85EA-7AAC-76108E11DA29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3BC504B-1309-BCFA-4D01-CC5D62E03710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A68E28D-CDC6-5A83-584B-3ECF068CB7C4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ECCAE46-057A-E9C7-C90A-8949CED485B2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5C43ABE-D0AE-E5F5-0C1E-47B8E413148D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B0CCC24-9272-F065-B3D1-54722ECA347C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BBB98CE-A1C0-04C5-343A-A5BFA984842B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1986664-8D09-F004-ECD2-8F524B088B42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12616FE7-5434-AD4B-4894-54B4139A6012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275FA52-1595-D6D0-A99C-941613BB8F2B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AF89168B-D4E2-CEEC-DB36-C4A8C648CCB5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98EFE84-CD93-6F85-8D35-1970CB40A274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9CE4EE27-0D58-FD75-7A34-1E62E92D38E5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5797C0E-9602-5DBB-4AA5-EE4AF014A6A7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7F5A7C5-C254-6C66-E280-F9C65A9A0AA5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A87194C1-3EE7-66B4-7EF0-D180CB260D24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A3B0B1B7-81D1-8CF6-28F5-8617D1FDE554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6C2571A8-B055-B6AD-25B9-45C58111376A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589E584-0151-021E-F8AD-55C101D116E0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ECD8E18C-0A5E-3210-00EA-EE2EE8EF8B21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25519C3A-F59B-98FD-0B91-C4C107B7323B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7CB8B2DB-8A75-DAF5-F6B3-A74F044DB535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17D93122-3C69-321C-F25E-75AED64997CA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6D685C5B-E06D-FB22-368F-8A0285E04874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C5E39745-8E1F-502A-CE9A-6E1C5D2119A1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9644B38F-27C1-1EFF-4202-4BBF93D87109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C7F96B4F-EECE-A13C-BF08-6F09164A8E7F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4182611C-B3E6-7200-BFE6-B6F23E950A4A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880793C-7CFF-802D-1CF4-A07F9F02F79D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65822B5D-88E2-35C4-D35E-12989EA5541D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0EFAD6CE-165A-5F69-CE1E-8101950BF6E2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07288CAA-58B7-B85C-3CEF-72B9030ABDD1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3A1FE79-6C1F-C3A5-53B8-2B3C276FB99A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9B4C9A72-D0FB-EF51-BA6E-48EABA1C2C51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F42A0D41-77B2-CE66-8CD5-6E48BBE2D589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8EE46AB6-1FC2-1EE4-4314-A1EBA9D2EDA5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5239049F-D02F-9947-B8D4-D216C668225D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BE5A0C6F-5D2F-B646-EF9F-4A6941056450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A77E095C-2F97-E970-489D-3C326AD139D6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3FA7B4D6-DD3A-18A4-E4A1-AB22D1197A16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DCF2D88-A34A-0EA7-BA15-3477503CD33E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918217E-702D-9014-BF4A-6FB12B8AED6B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05589445-9245-80CA-08E0-BE11D739D1BE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F25D1C10-1A7E-901F-7012-0CB4715EC937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A796837F-5582-9785-3E44-1FA836E56F19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7353057F-308E-44E3-030D-7A27B1DA3808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C49DC455-CD7A-35D1-45AA-48B505B68BF1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3D7B80B4-E85B-5378-94B1-AA64D66A1D7E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BAA2E5E9-B432-D82D-EA55-1B035C0A53D6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4ABDCEA2-41FA-3BE2-D045-8242887888FA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FAB65231-26C7-55A6-EB91-7849946F6DE3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FAC54912-4BF3-4198-CD8F-8747F1BF1738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DF0260FE-01B2-B404-D9E2-04EFC2962ED2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30D9DBE6-0606-5186-E666-82A55835100E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842729AD-66EA-23B9-D20A-94C0949A9A8A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CFA55D0-2A24-346F-7597-A213C811410D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4477C39A-5D5D-2789-95E8-246FF88C14E5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85A3B53A-35CE-BD72-692C-9E8D1B941A58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5293553E-2ED1-B60B-9E34-DFF0A0F580D6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A86561B9-C266-E06D-A6CF-BCA6D857A83C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08E4C50-046C-3EAD-A54A-D5A88E7E9BEC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A59831A0-4BD0-670F-B924-CF61648D9991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AEA62C5A-944F-A7F5-32E5-24A2F343C12C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ECC56D1B-D919-BA99-02A5-13D7264EF96F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E553EBF5-E916-06DF-6658-F14E41E226BD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996A7F18-FA42-CF9A-6474-9AC77ACD7848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A7D5C6A7-D00E-B0C9-B059-F4370BC267B6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A6D248F4-A7D6-ABEC-C32B-FD89FD1B900B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DBE5EF2C-581F-0420-F120-041A8A1EA470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95FA1667-9AC6-CBFA-172A-8A196088EFB2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C075EFD3-F61A-2D76-82A9-AC7DFC50E916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92EA3D5D-5D9F-7741-0252-DDDD7CB09467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CECAFE58-99A2-0AB8-4A07-D030548E24BD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38F26BD0-DD8B-0526-352A-4A9E4CB299FA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ED0CBFCD-5064-9A6E-5CA2-E95CDB706547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ED9E5794-AE56-E323-1853-DB69DC5CC3D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A856DFF0-4EC6-2DFA-7296-CF25107C12B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514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240627-85C3-9D16-E860-FC791335F45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60C91F-C42C-DD5B-7A66-F1F2FF1C8AF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37〜48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DED5B50-91AE-171F-E9DC-2BE530BA762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4A9211-910A-76D7-41D0-A175D668768F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A8136A-09DC-A224-AAE8-5B8FB6929109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3614E6B-426C-8DF0-F652-91B2BCA89F80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5412D70-8797-1D9A-F77C-B2F0B8C07DF3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D7F9E88-0318-4731-E929-6E31F65E5C39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C6634DC-7218-2DCB-4A1D-C242603D3699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FE87E6D-E438-8CD9-054D-58D9BDDFBE47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1719C6D-0C32-0F6B-3C35-815FA784BECE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507C0C0-8FC3-A31D-3A93-CD44E3E62464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FF0AF7B-7CC6-AF92-BDBD-CB9FFBA94CC7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36AF9D-5562-B917-3DDE-BFBF39B67D65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0AFB091-E608-2F51-534C-15C623F315E0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29EBD6E-161E-75C5-F44C-9525E54934C9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D82F982-CDCE-D5AA-3B8C-DAD61C168EE9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90C790F-477B-3D9B-4057-2DAF961395A4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9070EB3-C6D4-0A66-4C3F-81733F52C290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3FFE41F-C2FA-6D9E-D526-B4954FF500E7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F00FA40-838A-D016-DE25-43D30ABF94CB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5496059-ED5F-4F06-09C9-890BE681C195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FBD3F75-0FB9-BCC9-C8F3-A1781A681E03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8A818F3-85F7-3B84-2946-DB3EC2B34B8A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E30E3CCB-6516-8FB4-AD9F-D00F5F0385EA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D2AE08B-F9DB-9624-21E2-817C7C7BC659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14B83D73-E5D7-AA2C-E826-95EBF64C316F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04B1674-A4DA-DD85-4ED2-3A532BA7BCDD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1FE3E53-1410-CEB6-8004-4A36E028E8F0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115C3EB-3D24-E513-621B-EAD8E06CF3E0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22A503B-A8AC-200E-D74E-3391B484DC01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65CD937-B68C-ADB2-501E-04C52C5C3100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9396812-FF49-F669-56E6-1E32C953D44F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307210B6-09E1-7125-2179-C10CBF51F1B5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E9E56D2-DB05-2217-254A-0E68BEB677C2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1B298638-F8E9-2EF8-9CED-1FA340755535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D37758D-A6C9-7050-A8F8-1571E3C5A331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B4F1207-C8C2-CA63-6D2F-203A9A3B5216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1FF0A70-33C0-8C55-50D1-06F764214B2D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552CB896-3318-AF06-3936-277A26EFAF26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11B6ED2-A91B-F4E3-B1F6-386202B209C9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1179933-B2EC-8C9D-7A46-0CFCB228EE0E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531057B4-0163-FAED-1AAF-54807B44EECC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89B1B574-104C-76BA-6DA1-D71D45C7B04C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3921E06D-2BB5-3F89-0534-925BE70AC477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ED050274-EEFA-5979-F3EA-57DB478AE33F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5382CD81-AD06-A768-3CDC-45129CFA417B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893A7B7A-8134-EED3-D006-2B73CB53AF1E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9CC4D49D-4728-0DB8-64A9-C9D5A769A0C8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0E0A814A-1684-B192-5D1E-174F2EC879E6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114EA48C-75CE-7C02-A653-65D47F399A72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1D3820D-32B5-3B6F-888E-35378B08C8A8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E1B3211-3D08-FAFA-96C6-6287CBD968AD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11C8F4DC-9DDC-B503-3F30-2CE5CC24811A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143337FD-72DF-DE09-8E9C-DDE46A5510A2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4E0124F-3B79-C2CF-ECEC-39BFCF3808E8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3420F1D7-9889-5EF0-8C1C-FE191FFF5354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86D05A0E-8E52-561B-5D20-70F0E96CBF48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EF20C30F-2B12-AB1F-1387-D80489ACF8D4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F420D80-C450-F9E9-9DD8-B58444FD3FE9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4B136571-3D93-6AE3-B2EC-6FBB91E49879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DE4E8A4A-866E-F9D1-49F4-92B31B075666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146D00A4-A606-117F-82C7-C4FB6E8DED8E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549FD962-E97B-24B8-7B66-DDDF984320B7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EA5E2774-34D2-D806-E663-C4A2298D9A54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DF0A69C-F23B-55B3-E9E7-436FCB1D920F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769EC0EB-B50C-7574-7905-6638B955716A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A73AE7C5-F8AF-E05D-B8AD-4833256393BE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C89ED45E-259B-37E1-CB90-3FF93A8E5057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10237C2E-B6D3-F865-80A1-1A8A9E5743CB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EE10F2A5-B76C-B5E6-369A-7D8C07048EAF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C2ED3692-A698-3957-E320-997E8024B97B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5EFC5B18-5784-64DB-0A44-F8AFFA1DF2D6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5744DC98-442D-3B07-5DB5-D95F82BC3C79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2D1E390B-36E1-28D5-D5FA-FB52A9699110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065249E-C88E-87ED-6BD2-1A92D36BFB22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A79633B-AEA1-67BD-A421-197E971E708A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CDCD465-9295-4A86-DA8C-0B83E18E5A8D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DB3EB789-E4EB-22AB-9A90-96BF785A8510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D7AB6241-D1CD-AD2C-A4B2-9BE1AFEB517E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DF4AC75E-46EB-B835-1B80-34EE7F014F98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044DE4A5-5F6D-B656-82F0-2FFCF0A5022D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C35A467F-1B62-B0E2-F41E-A1EEF2CFA96E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C09324E-D201-2D15-BA7B-E5BA38999A96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5D28B59D-36A5-47A9-331F-62A7E0887537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CCE80933-0FCC-C71C-C2B1-AD7188D897E5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E7C8D1AA-55F6-2500-EF3B-CCFDB8E8517C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7308D6C7-03FC-F53E-1AF3-32DE6024D420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7F4C05C1-B582-85CE-7AAB-3CC75C509C07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D7FCCA74-E3EC-722D-EC68-921C9EFC9DE2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03789C9F-236C-5B64-E84F-B7E544EAD678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7C2D4983-4999-AAB6-6F92-6B953446F60B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BE0BAAF4-E723-BD90-9608-A5BCD6B4D4DB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56EC1963-CD8E-3BE4-D74A-4C6848F6EFBC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58397987-E4FB-7641-EAC9-B03922E389FA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C6E2516C-49A5-8F06-FE03-C354E6E7EB78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27D32386-E2C9-3B25-9441-5609FD18438F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86C73AFB-AD4B-800E-6140-7D8DC9BA47DE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66410557-1B8E-74B3-DA0D-50F4D7138088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19AE89C3-7931-19EB-FC46-62A7BD23B0BD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D12A88F6-A5C3-F49C-8269-3F16FDD71C22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616EE546-0F36-D89D-B301-94815812679C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D93F3D4F-C3A1-059C-7543-C57788F307AD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3151C24D-D0CA-CDE2-ED6D-6063F0B08BCF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075DDA54-04CC-06B1-C7FB-75F13FBCEBCF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77E8F08-24B3-5BF9-18CD-C0E9A60C1875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D388454B-6337-7C31-3079-FD84C34BAE4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1D66EB67-108B-55E7-F9FD-6AA2FDFFCFA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6568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ユーザー設定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2026-10-02T15:56:28Z</dcterms:created>
  <dcterms:modified xsi:type="dcterms:W3CDTF">2026-10-02T15:56:28Z</dcterms:modified>
</cp:coreProperties>
</file>