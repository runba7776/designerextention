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'Sheet1'!$A$2:$A$4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D-4E97-9297-D958303AA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69327"/>
        <c:axId val="11996943"/>
      </c:barChart>
      <c:catAx>
        <c:axId val="1996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1996943"/>
        <c:crosses val="autoZero"/>
        <c:auto val="1"/>
        <c:lblAlgn val="ctr"/>
        <c:lblOffset val="100"/>
        <c:noMultiLvlLbl val="0"/>
      </c:catAx>
      <c:valAx>
        <c:axId val="1199694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996932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'Sheet1'!$A$2:$A$4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B-4DA9-BD86-4B6701072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89279"/>
        <c:axId val="12033903"/>
      </c:barChart>
      <c:catAx>
        <c:axId val="1998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2033903"/>
        <c:crosses val="autoZero"/>
        <c:auto val="1"/>
        <c:lblAlgn val="ctr"/>
        <c:lblOffset val="100"/>
        <c:noMultiLvlLbl val="0"/>
      </c:catAx>
      <c:valAx>
        <c:axId val="1203390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99892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0C5F72-6E21-4396-BFA9-A1E9FA60EBB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0DBE67AE-76AB-4E32-9DB1-D18F301B9A1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49BF80AB-A1CE-47E0-A62C-0F4A9C6CCEDB}" type="parTrans" cxnId="{6FC50654-F1E9-45B7-BCF2-49B67669926F}">
      <dgm:prSet/>
      <dgm:spPr/>
      <dgm:t>
        <a:bodyPr/>
        <a:lstStyle/>
        <a:p>
          <a:endParaRPr kumimoji="1" lang="ja-JP" altLang="en-US"/>
        </a:p>
      </dgm:t>
    </dgm:pt>
    <dgm:pt modelId="{3BD3BC66-99A7-4419-8FB0-229D6EC96A05}" type="sibTrans" cxnId="{6FC50654-F1E9-45B7-BCF2-49B67669926F}">
      <dgm:prSet/>
      <dgm:spPr/>
      <dgm:t>
        <a:bodyPr/>
        <a:lstStyle/>
        <a:p>
          <a:endParaRPr kumimoji="1" lang="ja-JP" altLang="en-US"/>
        </a:p>
      </dgm:t>
    </dgm:pt>
    <dgm:pt modelId="{C034B970-E502-4B8F-A952-DD7E7CF6EA2A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7F87915B-9C54-4053-AD13-8B278389FF4A}" type="parTrans" cxnId="{D60DC3DD-2134-4194-862F-C906170F2B4F}">
      <dgm:prSet/>
      <dgm:spPr/>
    </dgm:pt>
    <dgm:pt modelId="{48C60C1C-C5C0-464C-93DA-0C2A096472D6}" type="sibTrans" cxnId="{D60DC3DD-2134-4194-862F-C906170F2B4F}">
      <dgm:prSet/>
      <dgm:spPr/>
    </dgm:pt>
    <dgm:pt modelId="{3036BE37-1B79-49F5-B1E2-C23C0057EB97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B98B703-280D-4BC6-BE0D-C072EEFF2D4D}" type="parTrans" cxnId="{C2B0DC65-1A31-4F4E-BAF0-FD8D9D5EBE28}">
      <dgm:prSet/>
      <dgm:spPr/>
    </dgm:pt>
    <dgm:pt modelId="{EAF19CFF-E50B-4DB1-B99F-81A4951BEBE5}" type="sibTrans" cxnId="{C2B0DC65-1A31-4F4E-BAF0-FD8D9D5EBE28}">
      <dgm:prSet/>
      <dgm:spPr/>
    </dgm:pt>
    <dgm:pt modelId="{7869168D-E837-4DD7-81C9-CC475BFE374B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0ACDFD7F-14CD-480D-BAB3-F1212BFFD404}" type="parTrans" cxnId="{62AEB68A-629A-4E9D-BBD2-2308ADC78401}">
      <dgm:prSet/>
      <dgm:spPr/>
    </dgm:pt>
    <dgm:pt modelId="{7C29C713-AA12-4E41-AF86-E0703364D992}" type="sibTrans" cxnId="{62AEB68A-629A-4E9D-BBD2-2308ADC78401}">
      <dgm:prSet/>
      <dgm:spPr/>
    </dgm:pt>
    <dgm:pt modelId="{7A051D06-AB22-40F0-9773-8E458B34599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0958341-1735-41AF-A653-38FD97A61A04}" type="parTrans" cxnId="{B88F99FF-C165-468C-8920-94F956AC3757}">
      <dgm:prSet/>
      <dgm:spPr/>
    </dgm:pt>
    <dgm:pt modelId="{F5315446-F487-4B1F-8DB0-74833022D537}" type="sibTrans" cxnId="{B88F99FF-C165-468C-8920-94F956AC3757}">
      <dgm:prSet/>
      <dgm:spPr/>
    </dgm:pt>
    <dgm:pt modelId="{ECB1BF9A-0D94-4CFF-92DA-D8D37546C4B2}" type="pres">
      <dgm:prSet presAssocID="{460C5F72-6E21-4396-BFA9-A1E9FA60EBB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1389225-A6A9-4A0C-BD93-0434D6E392F6}" type="pres">
      <dgm:prSet presAssocID="{0DBE67AE-76AB-4E32-9DB1-D18F301B9A16}" presName="hierRoot1" presStyleCnt="0">
        <dgm:presLayoutVars>
          <dgm:hierBranch val="init"/>
        </dgm:presLayoutVars>
      </dgm:prSet>
      <dgm:spPr/>
    </dgm:pt>
    <dgm:pt modelId="{BCC3EDE1-695C-477B-B5DA-0A5651F91A78}" type="pres">
      <dgm:prSet presAssocID="{0DBE67AE-76AB-4E32-9DB1-D18F301B9A16}" presName="rootComposite1" presStyleCnt="0"/>
      <dgm:spPr/>
    </dgm:pt>
    <dgm:pt modelId="{4D212808-A666-4C89-9AC8-C3A3CFF06C71}" type="pres">
      <dgm:prSet presAssocID="{0DBE67AE-76AB-4E32-9DB1-D18F301B9A16}" presName="rootText1" presStyleLbl="node0" presStyleIdx="0" presStyleCnt="1">
        <dgm:presLayoutVars>
          <dgm:chPref val="3"/>
        </dgm:presLayoutVars>
      </dgm:prSet>
      <dgm:spPr/>
    </dgm:pt>
    <dgm:pt modelId="{55948391-1D9D-46C5-935A-2C53263CF5B0}" type="pres">
      <dgm:prSet presAssocID="{0DBE67AE-76AB-4E32-9DB1-D18F301B9A16}" presName="rootConnector1" presStyleLbl="node1" presStyleIdx="0" presStyleCnt="0"/>
      <dgm:spPr/>
    </dgm:pt>
    <dgm:pt modelId="{6911C35E-22D3-4DDD-BBE0-2193397BC09A}" type="pres">
      <dgm:prSet presAssocID="{0DBE67AE-76AB-4E32-9DB1-D18F301B9A16}" presName="hierChild2" presStyleCnt="0"/>
      <dgm:spPr/>
    </dgm:pt>
    <dgm:pt modelId="{5A952770-ABC4-4689-8B11-7F6D26E1F63F}" type="pres">
      <dgm:prSet presAssocID="{7F87915B-9C54-4053-AD13-8B278389FF4A}" presName="Name37" presStyleLbl="parChTrans1D2" presStyleIdx="0" presStyleCnt="2"/>
      <dgm:spPr/>
    </dgm:pt>
    <dgm:pt modelId="{C75B7EF8-0184-460E-859E-453E7AE98E34}" type="pres">
      <dgm:prSet presAssocID="{C034B970-E502-4B8F-A952-DD7E7CF6EA2A}" presName="hierRoot2" presStyleCnt="0">
        <dgm:presLayoutVars>
          <dgm:hierBranch val="init"/>
        </dgm:presLayoutVars>
      </dgm:prSet>
      <dgm:spPr/>
    </dgm:pt>
    <dgm:pt modelId="{EC40ED1E-84A7-4C63-9827-C4E909EFC305}" type="pres">
      <dgm:prSet presAssocID="{C034B970-E502-4B8F-A952-DD7E7CF6EA2A}" presName="rootComposite" presStyleCnt="0"/>
      <dgm:spPr/>
    </dgm:pt>
    <dgm:pt modelId="{4DBE1B4F-1C95-42AA-AA86-84315B43FB1E}" type="pres">
      <dgm:prSet presAssocID="{C034B970-E502-4B8F-A952-DD7E7CF6EA2A}" presName="rootText" presStyleLbl="node2" presStyleIdx="0" presStyleCnt="2">
        <dgm:presLayoutVars>
          <dgm:chPref val="3"/>
        </dgm:presLayoutVars>
      </dgm:prSet>
      <dgm:spPr/>
    </dgm:pt>
    <dgm:pt modelId="{6696D9CB-B34E-4583-8857-A10F76632F9C}" type="pres">
      <dgm:prSet presAssocID="{C034B970-E502-4B8F-A952-DD7E7CF6EA2A}" presName="rootConnector" presStyleLbl="node2" presStyleIdx="0" presStyleCnt="2"/>
      <dgm:spPr/>
    </dgm:pt>
    <dgm:pt modelId="{9F32C656-F702-4F53-A4FC-DB54B33892FE}" type="pres">
      <dgm:prSet presAssocID="{C034B970-E502-4B8F-A952-DD7E7CF6EA2A}" presName="hierChild4" presStyleCnt="0"/>
      <dgm:spPr/>
    </dgm:pt>
    <dgm:pt modelId="{959DFF49-15E2-46FE-A955-9262DF8FACC0}" type="pres">
      <dgm:prSet presAssocID="{0ACDFD7F-14CD-480D-BAB3-F1212BFFD404}" presName="Name37" presStyleLbl="parChTrans1D3" presStyleIdx="0" presStyleCnt="2"/>
      <dgm:spPr/>
    </dgm:pt>
    <dgm:pt modelId="{BA48922E-5430-413D-9796-1978497D233B}" type="pres">
      <dgm:prSet presAssocID="{7869168D-E837-4DD7-81C9-CC475BFE374B}" presName="hierRoot2" presStyleCnt="0">
        <dgm:presLayoutVars>
          <dgm:hierBranch val="init"/>
        </dgm:presLayoutVars>
      </dgm:prSet>
      <dgm:spPr/>
    </dgm:pt>
    <dgm:pt modelId="{B303D6A9-92F3-4118-9EAC-0B586F9D4A2C}" type="pres">
      <dgm:prSet presAssocID="{7869168D-E837-4DD7-81C9-CC475BFE374B}" presName="rootComposite" presStyleCnt="0"/>
      <dgm:spPr/>
    </dgm:pt>
    <dgm:pt modelId="{9DD06AB5-88D3-4564-A1C8-9C84F668925C}" type="pres">
      <dgm:prSet presAssocID="{7869168D-E837-4DD7-81C9-CC475BFE374B}" presName="rootText" presStyleLbl="node3" presStyleIdx="0" presStyleCnt="2">
        <dgm:presLayoutVars>
          <dgm:chPref val="3"/>
        </dgm:presLayoutVars>
      </dgm:prSet>
      <dgm:spPr/>
    </dgm:pt>
    <dgm:pt modelId="{0C88EA00-3C5E-40E0-9A93-54ACE9D6B3C9}" type="pres">
      <dgm:prSet presAssocID="{7869168D-E837-4DD7-81C9-CC475BFE374B}" presName="rootConnector" presStyleLbl="node3" presStyleIdx="0" presStyleCnt="2"/>
      <dgm:spPr/>
    </dgm:pt>
    <dgm:pt modelId="{E7CCDDB7-1764-488E-A139-902698C3F389}" type="pres">
      <dgm:prSet presAssocID="{7869168D-E837-4DD7-81C9-CC475BFE374B}" presName="hierChild4" presStyleCnt="0"/>
      <dgm:spPr/>
    </dgm:pt>
    <dgm:pt modelId="{5FE790F1-6951-41D7-8098-72D357ECC170}" type="pres">
      <dgm:prSet presAssocID="{7869168D-E837-4DD7-81C9-CC475BFE374B}" presName="hierChild5" presStyleCnt="0"/>
      <dgm:spPr/>
    </dgm:pt>
    <dgm:pt modelId="{91B9C946-3A95-49A7-AD80-BE1135AAF663}" type="pres">
      <dgm:prSet presAssocID="{10958341-1735-41AF-A653-38FD97A61A04}" presName="Name37" presStyleLbl="parChTrans1D3" presStyleIdx="1" presStyleCnt="2"/>
      <dgm:spPr/>
    </dgm:pt>
    <dgm:pt modelId="{277F2780-975B-4612-9BE9-CAA64356283C}" type="pres">
      <dgm:prSet presAssocID="{7A051D06-AB22-40F0-9773-8E458B345991}" presName="hierRoot2" presStyleCnt="0">
        <dgm:presLayoutVars>
          <dgm:hierBranch val="init"/>
        </dgm:presLayoutVars>
      </dgm:prSet>
      <dgm:spPr/>
    </dgm:pt>
    <dgm:pt modelId="{82EA5F5D-3C1C-4F4E-8BED-79A417330DBD}" type="pres">
      <dgm:prSet presAssocID="{7A051D06-AB22-40F0-9773-8E458B345991}" presName="rootComposite" presStyleCnt="0"/>
      <dgm:spPr/>
    </dgm:pt>
    <dgm:pt modelId="{0B4058B0-EE05-4BCC-A359-CF29E5F7F6A7}" type="pres">
      <dgm:prSet presAssocID="{7A051D06-AB22-40F0-9773-8E458B345991}" presName="rootText" presStyleLbl="node3" presStyleIdx="1" presStyleCnt="2">
        <dgm:presLayoutVars>
          <dgm:chPref val="3"/>
        </dgm:presLayoutVars>
      </dgm:prSet>
      <dgm:spPr/>
    </dgm:pt>
    <dgm:pt modelId="{0B561948-6908-4158-8AF7-79C5B172E9A0}" type="pres">
      <dgm:prSet presAssocID="{7A051D06-AB22-40F0-9773-8E458B345991}" presName="rootConnector" presStyleLbl="node3" presStyleIdx="1" presStyleCnt="2"/>
      <dgm:spPr/>
    </dgm:pt>
    <dgm:pt modelId="{10FC509F-96C3-4CCB-A6D2-66CF6B8F250B}" type="pres">
      <dgm:prSet presAssocID="{7A051D06-AB22-40F0-9773-8E458B345991}" presName="hierChild4" presStyleCnt="0"/>
      <dgm:spPr/>
    </dgm:pt>
    <dgm:pt modelId="{128E9512-E1CC-4827-B488-14923394074C}" type="pres">
      <dgm:prSet presAssocID="{7A051D06-AB22-40F0-9773-8E458B345991}" presName="hierChild5" presStyleCnt="0"/>
      <dgm:spPr/>
    </dgm:pt>
    <dgm:pt modelId="{97A1062B-B683-4611-BA32-26D138AA0671}" type="pres">
      <dgm:prSet presAssocID="{C034B970-E502-4B8F-A952-DD7E7CF6EA2A}" presName="hierChild5" presStyleCnt="0"/>
      <dgm:spPr/>
    </dgm:pt>
    <dgm:pt modelId="{DD52B4F0-32A8-4475-BAC1-B86EFB55FC4B}" type="pres">
      <dgm:prSet presAssocID="{1B98B703-280D-4BC6-BE0D-C072EEFF2D4D}" presName="Name37" presStyleLbl="parChTrans1D2" presStyleIdx="1" presStyleCnt="2"/>
      <dgm:spPr/>
    </dgm:pt>
    <dgm:pt modelId="{EE331604-0D1B-44EC-98CD-04C25B461ABF}" type="pres">
      <dgm:prSet presAssocID="{3036BE37-1B79-49F5-B1E2-C23C0057EB97}" presName="hierRoot2" presStyleCnt="0">
        <dgm:presLayoutVars>
          <dgm:hierBranch val="init"/>
        </dgm:presLayoutVars>
      </dgm:prSet>
      <dgm:spPr/>
    </dgm:pt>
    <dgm:pt modelId="{B591B232-754F-4896-93EB-4601409DFA80}" type="pres">
      <dgm:prSet presAssocID="{3036BE37-1B79-49F5-B1E2-C23C0057EB97}" presName="rootComposite" presStyleCnt="0"/>
      <dgm:spPr/>
    </dgm:pt>
    <dgm:pt modelId="{64B3085C-E247-4885-B6BE-B8E04E8DEE79}" type="pres">
      <dgm:prSet presAssocID="{3036BE37-1B79-49F5-B1E2-C23C0057EB97}" presName="rootText" presStyleLbl="node2" presStyleIdx="1" presStyleCnt="2">
        <dgm:presLayoutVars>
          <dgm:chPref val="3"/>
        </dgm:presLayoutVars>
      </dgm:prSet>
      <dgm:spPr/>
    </dgm:pt>
    <dgm:pt modelId="{4E33298B-0F40-41E2-A2A7-77CB65AF6F7E}" type="pres">
      <dgm:prSet presAssocID="{3036BE37-1B79-49F5-B1E2-C23C0057EB97}" presName="rootConnector" presStyleLbl="node2" presStyleIdx="1" presStyleCnt="2"/>
      <dgm:spPr/>
    </dgm:pt>
    <dgm:pt modelId="{36E7819C-4BF0-4A8F-8DF6-F629DE7E2BEC}" type="pres">
      <dgm:prSet presAssocID="{3036BE37-1B79-49F5-B1E2-C23C0057EB97}" presName="hierChild4" presStyleCnt="0"/>
      <dgm:spPr/>
    </dgm:pt>
    <dgm:pt modelId="{BBE6783F-7962-4CC0-B87B-D51E16E91ABA}" type="pres">
      <dgm:prSet presAssocID="{3036BE37-1B79-49F5-B1E2-C23C0057EB97}" presName="hierChild5" presStyleCnt="0"/>
      <dgm:spPr/>
    </dgm:pt>
    <dgm:pt modelId="{BEDB3889-2FCA-4FDB-B6A7-0E65F56E28D3}" type="pres">
      <dgm:prSet presAssocID="{0DBE67AE-76AB-4E32-9DB1-D18F301B9A16}" presName="hierChild3" presStyleCnt="0"/>
      <dgm:spPr/>
    </dgm:pt>
  </dgm:ptLst>
  <dgm:cxnLst>
    <dgm:cxn modelId="{6FCA2402-DF42-4E37-B1BB-F3CE826066E2}" type="presOf" srcId="{7869168D-E837-4DD7-81C9-CC475BFE374B}" destId="{0C88EA00-3C5E-40E0-9A93-54ACE9D6B3C9}" srcOrd="1" destOrd="0" presId="urn:microsoft.com/office/officeart/2005/8/layout/orgChart1"/>
    <dgm:cxn modelId="{A6B64207-6C6A-4DEE-8923-E4E2DA0E8792}" type="presOf" srcId="{10958341-1735-41AF-A653-38FD97A61A04}" destId="{91B9C946-3A95-49A7-AD80-BE1135AAF663}" srcOrd="0" destOrd="0" presId="urn:microsoft.com/office/officeart/2005/8/layout/orgChart1"/>
    <dgm:cxn modelId="{97FBFD0B-3EAF-493F-8BFE-DBDF55077F78}" type="presOf" srcId="{C034B970-E502-4B8F-A952-DD7E7CF6EA2A}" destId="{6696D9CB-B34E-4583-8857-A10F76632F9C}" srcOrd="1" destOrd="0" presId="urn:microsoft.com/office/officeart/2005/8/layout/orgChart1"/>
    <dgm:cxn modelId="{919D560E-DAFF-4348-9AC3-39ECB2AF91D8}" type="presOf" srcId="{C034B970-E502-4B8F-A952-DD7E7CF6EA2A}" destId="{4DBE1B4F-1C95-42AA-AA86-84315B43FB1E}" srcOrd="0" destOrd="0" presId="urn:microsoft.com/office/officeart/2005/8/layout/orgChart1"/>
    <dgm:cxn modelId="{B3946A1F-1926-49B6-81FA-70DF4E534E6A}" type="presOf" srcId="{0DBE67AE-76AB-4E32-9DB1-D18F301B9A16}" destId="{55948391-1D9D-46C5-935A-2C53263CF5B0}" srcOrd="1" destOrd="0" presId="urn:microsoft.com/office/officeart/2005/8/layout/orgChart1"/>
    <dgm:cxn modelId="{0897D024-FFAA-447A-91D5-9AF219BE273F}" type="presOf" srcId="{3036BE37-1B79-49F5-B1E2-C23C0057EB97}" destId="{64B3085C-E247-4885-B6BE-B8E04E8DEE79}" srcOrd="0" destOrd="0" presId="urn:microsoft.com/office/officeart/2005/8/layout/orgChart1"/>
    <dgm:cxn modelId="{68CE0338-2F8B-4997-AFD9-96D73586D864}" type="presOf" srcId="{3036BE37-1B79-49F5-B1E2-C23C0057EB97}" destId="{4E33298B-0F40-41E2-A2A7-77CB65AF6F7E}" srcOrd="1" destOrd="0" presId="urn:microsoft.com/office/officeart/2005/8/layout/orgChart1"/>
    <dgm:cxn modelId="{A68B945B-5DB2-44F3-BFAA-C9E74C8B3E02}" type="presOf" srcId="{7A051D06-AB22-40F0-9773-8E458B345991}" destId="{0B561948-6908-4158-8AF7-79C5B172E9A0}" srcOrd="1" destOrd="0" presId="urn:microsoft.com/office/officeart/2005/8/layout/orgChart1"/>
    <dgm:cxn modelId="{05FD0D65-5C6C-475A-BCE3-AAF7CEB11EEF}" type="presOf" srcId="{7A051D06-AB22-40F0-9773-8E458B345991}" destId="{0B4058B0-EE05-4BCC-A359-CF29E5F7F6A7}" srcOrd="0" destOrd="0" presId="urn:microsoft.com/office/officeart/2005/8/layout/orgChart1"/>
    <dgm:cxn modelId="{C2B0DC65-1A31-4F4E-BAF0-FD8D9D5EBE28}" srcId="{0DBE67AE-76AB-4E32-9DB1-D18F301B9A16}" destId="{3036BE37-1B79-49F5-B1E2-C23C0057EB97}" srcOrd="1" destOrd="0" parTransId="{1B98B703-280D-4BC6-BE0D-C072EEFF2D4D}" sibTransId="{EAF19CFF-E50B-4DB1-B99F-81A4951BEBE5}"/>
    <dgm:cxn modelId="{41C8DC49-3138-4984-BAC8-0442F4804931}" type="presOf" srcId="{1B98B703-280D-4BC6-BE0D-C072EEFF2D4D}" destId="{DD52B4F0-32A8-4475-BAC1-B86EFB55FC4B}" srcOrd="0" destOrd="0" presId="urn:microsoft.com/office/officeart/2005/8/layout/orgChart1"/>
    <dgm:cxn modelId="{6FC50654-F1E9-45B7-BCF2-49B67669926F}" srcId="{460C5F72-6E21-4396-BFA9-A1E9FA60EBB1}" destId="{0DBE67AE-76AB-4E32-9DB1-D18F301B9A16}" srcOrd="0" destOrd="0" parTransId="{49BF80AB-A1CE-47E0-A62C-0F4A9C6CCEDB}" sibTransId="{3BD3BC66-99A7-4419-8FB0-229D6EC96A05}"/>
    <dgm:cxn modelId="{48F18083-CBB5-49F4-8BC2-A5103494381C}" type="presOf" srcId="{0DBE67AE-76AB-4E32-9DB1-D18F301B9A16}" destId="{4D212808-A666-4C89-9AC8-C3A3CFF06C71}" srcOrd="0" destOrd="0" presId="urn:microsoft.com/office/officeart/2005/8/layout/orgChart1"/>
    <dgm:cxn modelId="{0EB13388-95EB-4188-9143-2B9B5E80D561}" type="presOf" srcId="{460C5F72-6E21-4396-BFA9-A1E9FA60EBB1}" destId="{ECB1BF9A-0D94-4CFF-92DA-D8D37546C4B2}" srcOrd="0" destOrd="0" presId="urn:microsoft.com/office/officeart/2005/8/layout/orgChart1"/>
    <dgm:cxn modelId="{62AEB68A-629A-4E9D-BBD2-2308ADC78401}" srcId="{C034B970-E502-4B8F-A952-DD7E7CF6EA2A}" destId="{7869168D-E837-4DD7-81C9-CC475BFE374B}" srcOrd="0" destOrd="0" parTransId="{0ACDFD7F-14CD-480D-BAB3-F1212BFFD404}" sibTransId="{7C29C713-AA12-4E41-AF86-E0703364D992}"/>
    <dgm:cxn modelId="{75F7FEB2-E641-42EE-8640-EA5E463E4B7B}" type="presOf" srcId="{7F87915B-9C54-4053-AD13-8B278389FF4A}" destId="{5A952770-ABC4-4689-8B11-7F6D26E1F63F}" srcOrd="0" destOrd="0" presId="urn:microsoft.com/office/officeart/2005/8/layout/orgChart1"/>
    <dgm:cxn modelId="{D60DC3DD-2134-4194-862F-C906170F2B4F}" srcId="{0DBE67AE-76AB-4E32-9DB1-D18F301B9A16}" destId="{C034B970-E502-4B8F-A952-DD7E7CF6EA2A}" srcOrd="0" destOrd="0" parTransId="{7F87915B-9C54-4053-AD13-8B278389FF4A}" sibTransId="{48C60C1C-C5C0-464C-93DA-0C2A096472D6}"/>
    <dgm:cxn modelId="{9D1C7EF6-CA40-4F35-A4F4-23E71DF6BEED}" type="presOf" srcId="{0ACDFD7F-14CD-480D-BAB3-F1212BFFD404}" destId="{959DFF49-15E2-46FE-A955-9262DF8FACC0}" srcOrd="0" destOrd="0" presId="urn:microsoft.com/office/officeart/2005/8/layout/orgChart1"/>
    <dgm:cxn modelId="{A3C79AF6-0612-4945-ABDB-A459A34F95E8}" type="presOf" srcId="{7869168D-E837-4DD7-81C9-CC475BFE374B}" destId="{9DD06AB5-88D3-4564-A1C8-9C84F668925C}" srcOrd="0" destOrd="0" presId="urn:microsoft.com/office/officeart/2005/8/layout/orgChart1"/>
    <dgm:cxn modelId="{B88F99FF-C165-468C-8920-94F956AC3757}" srcId="{C034B970-E502-4B8F-A952-DD7E7CF6EA2A}" destId="{7A051D06-AB22-40F0-9773-8E458B345991}" srcOrd="1" destOrd="0" parTransId="{10958341-1735-41AF-A653-38FD97A61A04}" sibTransId="{F5315446-F487-4B1F-8DB0-74833022D537}"/>
    <dgm:cxn modelId="{8999FCBE-89B8-43C5-9BB1-52216273B104}" type="presParOf" srcId="{ECB1BF9A-0D94-4CFF-92DA-D8D37546C4B2}" destId="{C1389225-A6A9-4A0C-BD93-0434D6E392F6}" srcOrd="0" destOrd="0" presId="urn:microsoft.com/office/officeart/2005/8/layout/orgChart1"/>
    <dgm:cxn modelId="{9C6D797B-060E-4AF5-B8D0-80D122F05CA1}" type="presParOf" srcId="{C1389225-A6A9-4A0C-BD93-0434D6E392F6}" destId="{BCC3EDE1-695C-477B-B5DA-0A5651F91A78}" srcOrd="0" destOrd="0" presId="urn:microsoft.com/office/officeart/2005/8/layout/orgChart1"/>
    <dgm:cxn modelId="{A1927D45-5E18-4584-A968-C9FF6F4FEEEA}" type="presParOf" srcId="{BCC3EDE1-695C-477B-B5DA-0A5651F91A78}" destId="{4D212808-A666-4C89-9AC8-C3A3CFF06C71}" srcOrd="0" destOrd="0" presId="urn:microsoft.com/office/officeart/2005/8/layout/orgChart1"/>
    <dgm:cxn modelId="{FF90B6C6-EDD7-4267-8D01-2F17F493978B}" type="presParOf" srcId="{BCC3EDE1-695C-477B-B5DA-0A5651F91A78}" destId="{55948391-1D9D-46C5-935A-2C53263CF5B0}" srcOrd="1" destOrd="0" presId="urn:microsoft.com/office/officeart/2005/8/layout/orgChart1"/>
    <dgm:cxn modelId="{763B6486-3C5F-4C3A-A10B-6C1F25BD43AC}" type="presParOf" srcId="{C1389225-A6A9-4A0C-BD93-0434D6E392F6}" destId="{6911C35E-22D3-4DDD-BBE0-2193397BC09A}" srcOrd="1" destOrd="0" presId="urn:microsoft.com/office/officeart/2005/8/layout/orgChart1"/>
    <dgm:cxn modelId="{147154A5-64AC-4292-9C5F-4061A1205D0F}" type="presParOf" srcId="{6911C35E-22D3-4DDD-BBE0-2193397BC09A}" destId="{5A952770-ABC4-4689-8B11-7F6D26E1F63F}" srcOrd="0" destOrd="0" presId="urn:microsoft.com/office/officeart/2005/8/layout/orgChart1"/>
    <dgm:cxn modelId="{D99EABE0-60AC-4363-B174-0045270A6A60}" type="presParOf" srcId="{6911C35E-22D3-4DDD-BBE0-2193397BC09A}" destId="{C75B7EF8-0184-460E-859E-453E7AE98E34}" srcOrd="1" destOrd="0" presId="urn:microsoft.com/office/officeart/2005/8/layout/orgChart1"/>
    <dgm:cxn modelId="{637EC397-E54F-4D16-97A9-190EB5A10AC3}" type="presParOf" srcId="{C75B7EF8-0184-460E-859E-453E7AE98E34}" destId="{EC40ED1E-84A7-4C63-9827-C4E909EFC305}" srcOrd="0" destOrd="0" presId="urn:microsoft.com/office/officeart/2005/8/layout/orgChart1"/>
    <dgm:cxn modelId="{5473C23C-3B1D-4716-B617-91ED0E838AB6}" type="presParOf" srcId="{EC40ED1E-84A7-4C63-9827-C4E909EFC305}" destId="{4DBE1B4F-1C95-42AA-AA86-84315B43FB1E}" srcOrd="0" destOrd="0" presId="urn:microsoft.com/office/officeart/2005/8/layout/orgChart1"/>
    <dgm:cxn modelId="{990830E0-54A3-441A-B947-350E067906A2}" type="presParOf" srcId="{EC40ED1E-84A7-4C63-9827-C4E909EFC305}" destId="{6696D9CB-B34E-4583-8857-A10F76632F9C}" srcOrd="1" destOrd="0" presId="urn:microsoft.com/office/officeart/2005/8/layout/orgChart1"/>
    <dgm:cxn modelId="{3C33B007-2EC2-4AA7-A874-88ECE36225F1}" type="presParOf" srcId="{C75B7EF8-0184-460E-859E-453E7AE98E34}" destId="{9F32C656-F702-4F53-A4FC-DB54B33892FE}" srcOrd="1" destOrd="0" presId="urn:microsoft.com/office/officeart/2005/8/layout/orgChart1"/>
    <dgm:cxn modelId="{278D2F64-4CDD-4D06-8480-47044261B6DA}" type="presParOf" srcId="{9F32C656-F702-4F53-A4FC-DB54B33892FE}" destId="{959DFF49-15E2-46FE-A955-9262DF8FACC0}" srcOrd="0" destOrd="0" presId="urn:microsoft.com/office/officeart/2005/8/layout/orgChart1"/>
    <dgm:cxn modelId="{A918380E-017E-4987-B669-C35F1B86C179}" type="presParOf" srcId="{9F32C656-F702-4F53-A4FC-DB54B33892FE}" destId="{BA48922E-5430-413D-9796-1978497D233B}" srcOrd="1" destOrd="0" presId="urn:microsoft.com/office/officeart/2005/8/layout/orgChart1"/>
    <dgm:cxn modelId="{DE8BF93D-8F3C-4773-A6B5-275FBE997498}" type="presParOf" srcId="{BA48922E-5430-413D-9796-1978497D233B}" destId="{B303D6A9-92F3-4118-9EAC-0B586F9D4A2C}" srcOrd="0" destOrd="0" presId="urn:microsoft.com/office/officeart/2005/8/layout/orgChart1"/>
    <dgm:cxn modelId="{148EB0F8-4196-4381-9EF7-BB613AD528FD}" type="presParOf" srcId="{B303D6A9-92F3-4118-9EAC-0B586F9D4A2C}" destId="{9DD06AB5-88D3-4564-A1C8-9C84F668925C}" srcOrd="0" destOrd="0" presId="urn:microsoft.com/office/officeart/2005/8/layout/orgChart1"/>
    <dgm:cxn modelId="{F8F120EC-01D7-4991-BF15-66C404B791F8}" type="presParOf" srcId="{B303D6A9-92F3-4118-9EAC-0B586F9D4A2C}" destId="{0C88EA00-3C5E-40E0-9A93-54ACE9D6B3C9}" srcOrd="1" destOrd="0" presId="urn:microsoft.com/office/officeart/2005/8/layout/orgChart1"/>
    <dgm:cxn modelId="{BC16C1CF-2C04-49D2-9364-9E1707D129A2}" type="presParOf" srcId="{BA48922E-5430-413D-9796-1978497D233B}" destId="{E7CCDDB7-1764-488E-A139-902698C3F389}" srcOrd="1" destOrd="0" presId="urn:microsoft.com/office/officeart/2005/8/layout/orgChart1"/>
    <dgm:cxn modelId="{443D6A27-9373-4F3C-B8BD-0171C0F1A10A}" type="presParOf" srcId="{BA48922E-5430-413D-9796-1978497D233B}" destId="{5FE790F1-6951-41D7-8098-72D357ECC170}" srcOrd="2" destOrd="0" presId="urn:microsoft.com/office/officeart/2005/8/layout/orgChart1"/>
    <dgm:cxn modelId="{8A1F4026-9796-4AC3-AE2A-E2B9DEB718D4}" type="presParOf" srcId="{9F32C656-F702-4F53-A4FC-DB54B33892FE}" destId="{91B9C946-3A95-49A7-AD80-BE1135AAF663}" srcOrd="2" destOrd="0" presId="urn:microsoft.com/office/officeart/2005/8/layout/orgChart1"/>
    <dgm:cxn modelId="{92860C4A-C37F-49E7-9D72-79686723DA22}" type="presParOf" srcId="{9F32C656-F702-4F53-A4FC-DB54B33892FE}" destId="{277F2780-975B-4612-9BE9-CAA64356283C}" srcOrd="3" destOrd="0" presId="urn:microsoft.com/office/officeart/2005/8/layout/orgChart1"/>
    <dgm:cxn modelId="{37C8BF5B-FE8F-4A22-B107-D09173D1AF7F}" type="presParOf" srcId="{277F2780-975B-4612-9BE9-CAA64356283C}" destId="{82EA5F5D-3C1C-4F4E-8BED-79A417330DBD}" srcOrd="0" destOrd="0" presId="urn:microsoft.com/office/officeart/2005/8/layout/orgChart1"/>
    <dgm:cxn modelId="{5200B024-B8C9-4CC7-8657-E62290F016A1}" type="presParOf" srcId="{82EA5F5D-3C1C-4F4E-8BED-79A417330DBD}" destId="{0B4058B0-EE05-4BCC-A359-CF29E5F7F6A7}" srcOrd="0" destOrd="0" presId="urn:microsoft.com/office/officeart/2005/8/layout/orgChart1"/>
    <dgm:cxn modelId="{AABC31F4-3697-40C3-AFA4-60636464A6CC}" type="presParOf" srcId="{82EA5F5D-3C1C-4F4E-8BED-79A417330DBD}" destId="{0B561948-6908-4158-8AF7-79C5B172E9A0}" srcOrd="1" destOrd="0" presId="urn:microsoft.com/office/officeart/2005/8/layout/orgChart1"/>
    <dgm:cxn modelId="{EEFADBE7-EC10-4B7B-B462-98C18C6E27EE}" type="presParOf" srcId="{277F2780-975B-4612-9BE9-CAA64356283C}" destId="{10FC509F-96C3-4CCB-A6D2-66CF6B8F250B}" srcOrd="1" destOrd="0" presId="urn:microsoft.com/office/officeart/2005/8/layout/orgChart1"/>
    <dgm:cxn modelId="{8403EC74-4374-4483-95EA-72A10FDB1211}" type="presParOf" srcId="{277F2780-975B-4612-9BE9-CAA64356283C}" destId="{128E9512-E1CC-4827-B488-14923394074C}" srcOrd="2" destOrd="0" presId="urn:microsoft.com/office/officeart/2005/8/layout/orgChart1"/>
    <dgm:cxn modelId="{C5F0300F-6A49-4F53-9CF2-5D4A92A55537}" type="presParOf" srcId="{C75B7EF8-0184-460E-859E-453E7AE98E34}" destId="{97A1062B-B683-4611-BA32-26D138AA0671}" srcOrd="2" destOrd="0" presId="urn:microsoft.com/office/officeart/2005/8/layout/orgChart1"/>
    <dgm:cxn modelId="{A6FF37B3-0F82-4986-8B27-1B1D0C06D3C2}" type="presParOf" srcId="{6911C35E-22D3-4DDD-BBE0-2193397BC09A}" destId="{DD52B4F0-32A8-4475-BAC1-B86EFB55FC4B}" srcOrd="2" destOrd="0" presId="urn:microsoft.com/office/officeart/2005/8/layout/orgChart1"/>
    <dgm:cxn modelId="{6DB51B7E-73C7-45BF-9E1B-A6438F8BE711}" type="presParOf" srcId="{6911C35E-22D3-4DDD-BBE0-2193397BC09A}" destId="{EE331604-0D1B-44EC-98CD-04C25B461ABF}" srcOrd="3" destOrd="0" presId="urn:microsoft.com/office/officeart/2005/8/layout/orgChart1"/>
    <dgm:cxn modelId="{C4485467-E84F-4CB8-A2E1-14E7EF354038}" type="presParOf" srcId="{EE331604-0D1B-44EC-98CD-04C25B461ABF}" destId="{B591B232-754F-4896-93EB-4601409DFA80}" srcOrd="0" destOrd="0" presId="urn:microsoft.com/office/officeart/2005/8/layout/orgChart1"/>
    <dgm:cxn modelId="{F19FCF01-40B3-4D81-A5D1-6298A02D1907}" type="presParOf" srcId="{B591B232-754F-4896-93EB-4601409DFA80}" destId="{64B3085C-E247-4885-B6BE-B8E04E8DEE79}" srcOrd="0" destOrd="0" presId="urn:microsoft.com/office/officeart/2005/8/layout/orgChart1"/>
    <dgm:cxn modelId="{7841805E-224E-4A6B-86FD-A187C16F5D8B}" type="presParOf" srcId="{B591B232-754F-4896-93EB-4601409DFA80}" destId="{4E33298B-0F40-41E2-A2A7-77CB65AF6F7E}" srcOrd="1" destOrd="0" presId="urn:microsoft.com/office/officeart/2005/8/layout/orgChart1"/>
    <dgm:cxn modelId="{07CE4AF7-290B-4A67-ACEE-0C54E006B53D}" type="presParOf" srcId="{EE331604-0D1B-44EC-98CD-04C25B461ABF}" destId="{36E7819C-4BF0-4A8F-8DF6-F629DE7E2BEC}" srcOrd="1" destOrd="0" presId="urn:microsoft.com/office/officeart/2005/8/layout/orgChart1"/>
    <dgm:cxn modelId="{61845726-B350-4C79-9FC6-5255742B58CB}" type="presParOf" srcId="{EE331604-0D1B-44EC-98CD-04C25B461ABF}" destId="{BBE6783F-7962-4CC0-B87B-D51E16E91ABA}" srcOrd="2" destOrd="0" presId="urn:microsoft.com/office/officeart/2005/8/layout/orgChart1"/>
    <dgm:cxn modelId="{05CEE534-804F-4718-8720-6CAE09C7D7C7}" type="presParOf" srcId="{C1389225-A6A9-4A0C-BD93-0434D6E392F6}" destId="{BEDB3889-2FCA-4FDB-B6A7-0E65F56E28D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D68422-5CD8-4779-89E2-D8430176C288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AD6FF3D1-7666-4F6C-94EA-64DAEE056952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D5DD6D90-51BD-46D9-B166-8AD98ABD1CFE}" type="parTrans" cxnId="{0078E883-BC68-4402-A638-D61127C198A6}">
      <dgm:prSet/>
      <dgm:spPr/>
      <dgm:t>
        <a:bodyPr/>
        <a:lstStyle/>
        <a:p>
          <a:endParaRPr kumimoji="1" lang="ja-JP" altLang="en-US"/>
        </a:p>
      </dgm:t>
    </dgm:pt>
    <dgm:pt modelId="{0EFAC950-E220-46D1-AF59-71E462A6B6D8}" type="sibTrans" cxnId="{0078E883-BC68-4402-A638-D61127C198A6}">
      <dgm:prSet/>
      <dgm:spPr/>
      <dgm:t>
        <a:bodyPr/>
        <a:lstStyle/>
        <a:p>
          <a:endParaRPr kumimoji="1" lang="ja-JP" altLang="en-US"/>
        </a:p>
      </dgm:t>
    </dgm:pt>
    <dgm:pt modelId="{7868CA44-8B9E-484E-B94E-88879E4D5713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852AE9DA-FB06-47CD-AA0A-186EDDA1129D}" type="parTrans" cxnId="{50404E7C-F77C-4D58-9F17-8833CCC0D169}">
      <dgm:prSet/>
      <dgm:spPr/>
    </dgm:pt>
    <dgm:pt modelId="{27D33771-0218-4C56-9916-68F9D6E93536}" type="sibTrans" cxnId="{50404E7C-F77C-4D58-9F17-8833CCC0D169}">
      <dgm:prSet/>
      <dgm:spPr/>
    </dgm:pt>
    <dgm:pt modelId="{F200F71B-B3BA-4E8F-B305-9DCF15A81FC7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63FEE162-F7E6-4CFE-9F81-D31DBED02A91}" type="parTrans" cxnId="{A8D4AD62-C4B6-40C8-80D9-6147D9C04B47}">
      <dgm:prSet/>
      <dgm:spPr/>
    </dgm:pt>
    <dgm:pt modelId="{678F9027-B098-441A-8F12-B51B194F0CE0}" type="sibTrans" cxnId="{A8D4AD62-C4B6-40C8-80D9-6147D9C04B47}">
      <dgm:prSet/>
      <dgm:spPr/>
    </dgm:pt>
    <dgm:pt modelId="{0FED38F4-25A7-45F6-A0DF-21185D15F967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99164D7F-F7DE-4307-8FA1-BB295F4CC461}" type="parTrans" cxnId="{4FC5F159-57DB-4EE4-A0F9-B690DFB3C4A8}">
      <dgm:prSet/>
      <dgm:spPr/>
    </dgm:pt>
    <dgm:pt modelId="{A84C6C4E-0D0C-48CF-A1ED-06CED7F5CEFC}" type="sibTrans" cxnId="{4FC5F159-57DB-4EE4-A0F9-B690DFB3C4A8}">
      <dgm:prSet/>
      <dgm:spPr/>
    </dgm:pt>
    <dgm:pt modelId="{ECA16256-7C28-4C07-8CE5-2489BF69F3BE}" type="pres">
      <dgm:prSet presAssocID="{10D68422-5CD8-4779-89E2-D8430176C288}" presName="cycle" presStyleCnt="0">
        <dgm:presLayoutVars>
          <dgm:dir/>
          <dgm:resizeHandles val="exact"/>
        </dgm:presLayoutVars>
      </dgm:prSet>
      <dgm:spPr/>
    </dgm:pt>
    <dgm:pt modelId="{709E3961-E195-4378-81FF-8EEAAFEF0511}" type="pres">
      <dgm:prSet presAssocID="{AD6FF3D1-7666-4F6C-94EA-64DAEE056952}" presName="dummy" presStyleCnt="0"/>
      <dgm:spPr/>
    </dgm:pt>
    <dgm:pt modelId="{37A8A44A-E073-422F-A0D6-95119FB39C1D}" type="pres">
      <dgm:prSet presAssocID="{AD6FF3D1-7666-4F6C-94EA-64DAEE056952}" presName="node" presStyleLbl="revTx" presStyleIdx="0" presStyleCnt="4">
        <dgm:presLayoutVars>
          <dgm:bulletEnabled val="1"/>
        </dgm:presLayoutVars>
      </dgm:prSet>
      <dgm:spPr/>
    </dgm:pt>
    <dgm:pt modelId="{CDE716D1-C3CA-4423-9553-DF278D0D0251}" type="pres">
      <dgm:prSet presAssocID="{0EFAC950-E220-46D1-AF59-71E462A6B6D8}" presName="sibTrans" presStyleLbl="node1" presStyleIdx="0" presStyleCnt="4"/>
      <dgm:spPr/>
    </dgm:pt>
    <dgm:pt modelId="{C757ACD7-E9E0-447D-9085-BCB8450F0B98}" type="pres">
      <dgm:prSet presAssocID="{7868CA44-8B9E-484E-B94E-88879E4D5713}" presName="dummy" presStyleCnt="0"/>
      <dgm:spPr/>
    </dgm:pt>
    <dgm:pt modelId="{64A7CFC3-C806-48C5-BE16-0C5616233F8C}" type="pres">
      <dgm:prSet presAssocID="{7868CA44-8B9E-484E-B94E-88879E4D5713}" presName="node" presStyleLbl="revTx" presStyleIdx="1" presStyleCnt="4">
        <dgm:presLayoutVars>
          <dgm:bulletEnabled val="1"/>
        </dgm:presLayoutVars>
      </dgm:prSet>
      <dgm:spPr/>
    </dgm:pt>
    <dgm:pt modelId="{96D1A732-52EE-4637-9187-9D3A0B7D9129}" type="pres">
      <dgm:prSet presAssocID="{27D33771-0218-4C56-9916-68F9D6E93536}" presName="sibTrans" presStyleLbl="node1" presStyleIdx="1" presStyleCnt="4"/>
      <dgm:spPr/>
    </dgm:pt>
    <dgm:pt modelId="{17137058-FA51-40D0-839C-9E6AB5F30774}" type="pres">
      <dgm:prSet presAssocID="{F200F71B-B3BA-4E8F-B305-9DCF15A81FC7}" presName="dummy" presStyleCnt="0"/>
      <dgm:spPr/>
    </dgm:pt>
    <dgm:pt modelId="{D339E44B-8126-4417-8B1A-2871307BEA1D}" type="pres">
      <dgm:prSet presAssocID="{F200F71B-B3BA-4E8F-B305-9DCF15A81FC7}" presName="node" presStyleLbl="revTx" presStyleIdx="2" presStyleCnt="4">
        <dgm:presLayoutVars>
          <dgm:bulletEnabled val="1"/>
        </dgm:presLayoutVars>
      </dgm:prSet>
      <dgm:spPr/>
    </dgm:pt>
    <dgm:pt modelId="{CB2BAD0D-9CE7-4F8C-A09D-97B783D3D670}" type="pres">
      <dgm:prSet presAssocID="{678F9027-B098-441A-8F12-B51B194F0CE0}" presName="sibTrans" presStyleLbl="node1" presStyleIdx="2" presStyleCnt="4"/>
      <dgm:spPr/>
    </dgm:pt>
    <dgm:pt modelId="{BD4E5D55-5EB3-46AF-8EDA-D88895F552E5}" type="pres">
      <dgm:prSet presAssocID="{0FED38F4-25A7-45F6-A0DF-21185D15F967}" presName="dummy" presStyleCnt="0"/>
      <dgm:spPr/>
    </dgm:pt>
    <dgm:pt modelId="{7FD200ED-5558-48F1-B688-23F1BF2C5B30}" type="pres">
      <dgm:prSet presAssocID="{0FED38F4-25A7-45F6-A0DF-21185D15F967}" presName="node" presStyleLbl="revTx" presStyleIdx="3" presStyleCnt="4">
        <dgm:presLayoutVars>
          <dgm:bulletEnabled val="1"/>
        </dgm:presLayoutVars>
      </dgm:prSet>
      <dgm:spPr/>
    </dgm:pt>
    <dgm:pt modelId="{FC018D13-DFCE-4640-8C46-1173AAC8DE40}" type="pres">
      <dgm:prSet presAssocID="{A84C6C4E-0D0C-48CF-A1ED-06CED7F5CEFC}" presName="sibTrans" presStyleLbl="node1" presStyleIdx="3" presStyleCnt="4"/>
      <dgm:spPr/>
    </dgm:pt>
  </dgm:ptLst>
  <dgm:cxnLst>
    <dgm:cxn modelId="{5C6F0828-CEB9-4B71-9BD4-82064B846976}" type="presOf" srcId="{0FED38F4-25A7-45F6-A0DF-21185D15F967}" destId="{7FD200ED-5558-48F1-B688-23F1BF2C5B30}" srcOrd="0" destOrd="0" presId="urn:microsoft.com/office/officeart/2005/8/layout/cycle1"/>
    <dgm:cxn modelId="{A8D4AD62-C4B6-40C8-80D9-6147D9C04B47}" srcId="{10D68422-5CD8-4779-89E2-D8430176C288}" destId="{F200F71B-B3BA-4E8F-B305-9DCF15A81FC7}" srcOrd="2" destOrd="0" parTransId="{63FEE162-F7E6-4CFE-9F81-D31DBED02A91}" sibTransId="{678F9027-B098-441A-8F12-B51B194F0CE0}"/>
    <dgm:cxn modelId="{32EAB64C-78A7-459F-895D-EC56FF43FB54}" type="presOf" srcId="{0EFAC950-E220-46D1-AF59-71E462A6B6D8}" destId="{CDE716D1-C3CA-4423-9553-DF278D0D0251}" srcOrd="0" destOrd="0" presId="urn:microsoft.com/office/officeart/2005/8/layout/cycle1"/>
    <dgm:cxn modelId="{4FC5F159-57DB-4EE4-A0F9-B690DFB3C4A8}" srcId="{10D68422-5CD8-4779-89E2-D8430176C288}" destId="{0FED38F4-25A7-45F6-A0DF-21185D15F967}" srcOrd="3" destOrd="0" parTransId="{99164D7F-F7DE-4307-8FA1-BB295F4CC461}" sibTransId="{A84C6C4E-0D0C-48CF-A1ED-06CED7F5CEFC}"/>
    <dgm:cxn modelId="{50404E7C-F77C-4D58-9F17-8833CCC0D169}" srcId="{10D68422-5CD8-4779-89E2-D8430176C288}" destId="{7868CA44-8B9E-484E-B94E-88879E4D5713}" srcOrd="1" destOrd="0" parTransId="{852AE9DA-FB06-47CD-AA0A-186EDDA1129D}" sibTransId="{27D33771-0218-4C56-9916-68F9D6E93536}"/>
    <dgm:cxn modelId="{0078E883-BC68-4402-A638-D61127C198A6}" srcId="{10D68422-5CD8-4779-89E2-D8430176C288}" destId="{AD6FF3D1-7666-4F6C-94EA-64DAEE056952}" srcOrd="0" destOrd="0" parTransId="{D5DD6D90-51BD-46D9-B166-8AD98ABD1CFE}" sibTransId="{0EFAC950-E220-46D1-AF59-71E462A6B6D8}"/>
    <dgm:cxn modelId="{480C7286-3481-49B4-80F0-80D52259A34D}" type="presOf" srcId="{F200F71B-B3BA-4E8F-B305-9DCF15A81FC7}" destId="{D339E44B-8126-4417-8B1A-2871307BEA1D}" srcOrd="0" destOrd="0" presId="urn:microsoft.com/office/officeart/2005/8/layout/cycle1"/>
    <dgm:cxn modelId="{ACD1C289-E297-4435-8C1E-14D9F3687946}" type="presOf" srcId="{678F9027-B098-441A-8F12-B51B194F0CE0}" destId="{CB2BAD0D-9CE7-4F8C-A09D-97B783D3D670}" srcOrd="0" destOrd="0" presId="urn:microsoft.com/office/officeart/2005/8/layout/cycle1"/>
    <dgm:cxn modelId="{0F48498E-129B-40D8-A9DA-BA1F742143D3}" type="presOf" srcId="{AD6FF3D1-7666-4F6C-94EA-64DAEE056952}" destId="{37A8A44A-E073-422F-A0D6-95119FB39C1D}" srcOrd="0" destOrd="0" presId="urn:microsoft.com/office/officeart/2005/8/layout/cycle1"/>
    <dgm:cxn modelId="{E3871094-3BD7-4C8A-912B-9384F7DA69E8}" type="presOf" srcId="{27D33771-0218-4C56-9916-68F9D6E93536}" destId="{96D1A732-52EE-4637-9187-9D3A0B7D9129}" srcOrd="0" destOrd="0" presId="urn:microsoft.com/office/officeart/2005/8/layout/cycle1"/>
    <dgm:cxn modelId="{AD8C36AF-9F0D-458B-9DF9-5C3CC1FEB6BC}" type="presOf" srcId="{10D68422-5CD8-4779-89E2-D8430176C288}" destId="{ECA16256-7C28-4C07-8CE5-2489BF69F3BE}" srcOrd="0" destOrd="0" presId="urn:microsoft.com/office/officeart/2005/8/layout/cycle1"/>
    <dgm:cxn modelId="{293DABB3-6231-4B91-B3AA-A01270F17C26}" type="presOf" srcId="{A84C6C4E-0D0C-48CF-A1ED-06CED7F5CEFC}" destId="{FC018D13-DFCE-4640-8C46-1173AAC8DE40}" srcOrd="0" destOrd="0" presId="urn:microsoft.com/office/officeart/2005/8/layout/cycle1"/>
    <dgm:cxn modelId="{6B61D5EA-82AA-422E-BAE5-5A4E229330B7}" type="presOf" srcId="{7868CA44-8B9E-484E-B94E-88879E4D5713}" destId="{64A7CFC3-C806-48C5-BE16-0C5616233F8C}" srcOrd="0" destOrd="0" presId="urn:microsoft.com/office/officeart/2005/8/layout/cycle1"/>
    <dgm:cxn modelId="{AAC866E3-53A4-4D6F-A17B-F8227A445CD2}" type="presParOf" srcId="{ECA16256-7C28-4C07-8CE5-2489BF69F3BE}" destId="{709E3961-E195-4378-81FF-8EEAAFEF0511}" srcOrd="0" destOrd="0" presId="urn:microsoft.com/office/officeart/2005/8/layout/cycle1"/>
    <dgm:cxn modelId="{FBD3426C-6DB3-4EBB-8B33-08A69E963D52}" type="presParOf" srcId="{ECA16256-7C28-4C07-8CE5-2489BF69F3BE}" destId="{37A8A44A-E073-422F-A0D6-95119FB39C1D}" srcOrd="1" destOrd="0" presId="urn:microsoft.com/office/officeart/2005/8/layout/cycle1"/>
    <dgm:cxn modelId="{A40971D6-C89E-4651-906B-494F08940122}" type="presParOf" srcId="{ECA16256-7C28-4C07-8CE5-2489BF69F3BE}" destId="{CDE716D1-C3CA-4423-9553-DF278D0D0251}" srcOrd="2" destOrd="0" presId="urn:microsoft.com/office/officeart/2005/8/layout/cycle1"/>
    <dgm:cxn modelId="{C6B4EDE1-54ED-40B2-A713-4F8CC96ECB15}" type="presParOf" srcId="{ECA16256-7C28-4C07-8CE5-2489BF69F3BE}" destId="{C757ACD7-E9E0-447D-9085-BCB8450F0B98}" srcOrd="3" destOrd="0" presId="urn:microsoft.com/office/officeart/2005/8/layout/cycle1"/>
    <dgm:cxn modelId="{DD17F377-A046-457E-89E2-D1B6588C056D}" type="presParOf" srcId="{ECA16256-7C28-4C07-8CE5-2489BF69F3BE}" destId="{64A7CFC3-C806-48C5-BE16-0C5616233F8C}" srcOrd="4" destOrd="0" presId="urn:microsoft.com/office/officeart/2005/8/layout/cycle1"/>
    <dgm:cxn modelId="{6E0EFBD3-A75F-41A3-B90F-35564F0BD607}" type="presParOf" srcId="{ECA16256-7C28-4C07-8CE5-2489BF69F3BE}" destId="{96D1A732-52EE-4637-9187-9D3A0B7D9129}" srcOrd="5" destOrd="0" presId="urn:microsoft.com/office/officeart/2005/8/layout/cycle1"/>
    <dgm:cxn modelId="{E249724E-B426-4775-B9AF-C3E0BF162782}" type="presParOf" srcId="{ECA16256-7C28-4C07-8CE5-2489BF69F3BE}" destId="{17137058-FA51-40D0-839C-9E6AB5F30774}" srcOrd="6" destOrd="0" presId="urn:microsoft.com/office/officeart/2005/8/layout/cycle1"/>
    <dgm:cxn modelId="{A68F8AA1-A840-4688-B494-55B9A8882452}" type="presParOf" srcId="{ECA16256-7C28-4C07-8CE5-2489BF69F3BE}" destId="{D339E44B-8126-4417-8B1A-2871307BEA1D}" srcOrd="7" destOrd="0" presId="urn:microsoft.com/office/officeart/2005/8/layout/cycle1"/>
    <dgm:cxn modelId="{E90A8883-7D02-42AD-A995-F9841D7DE9A4}" type="presParOf" srcId="{ECA16256-7C28-4C07-8CE5-2489BF69F3BE}" destId="{CB2BAD0D-9CE7-4F8C-A09D-97B783D3D670}" srcOrd="8" destOrd="0" presId="urn:microsoft.com/office/officeart/2005/8/layout/cycle1"/>
    <dgm:cxn modelId="{D1278DC9-34F2-462C-AD65-3284C79D90BE}" type="presParOf" srcId="{ECA16256-7C28-4C07-8CE5-2489BF69F3BE}" destId="{BD4E5D55-5EB3-46AF-8EDA-D88895F552E5}" srcOrd="9" destOrd="0" presId="urn:microsoft.com/office/officeart/2005/8/layout/cycle1"/>
    <dgm:cxn modelId="{83A088A5-4E6A-4463-B7BF-16D49EF60519}" type="presParOf" srcId="{ECA16256-7C28-4C07-8CE5-2489BF69F3BE}" destId="{7FD200ED-5558-48F1-B688-23F1BF2C5B30}" srcOrd="10" destOrd="0" presId="urn:microsoft.com/office/officeart/2005/8/layout/cycle1"/>
    <dgm:cxn modelId="{D317BB13-7099-4206-874F-57B6D2939D39}" type="presParOf" srcId="{ECA16256-7C28-4C07-8CE5-2489BF69F3BE}" destId="{FC018D13-DFCE-4640-8C46-1173AAC8DE40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2B4F0-32A8-4475-BAC1-B86EFB55FC4B}">
      <dsp:nvSpPr>
        <dsp:cNvPr id="0" name=""/>
        <dsp:cNvSpPr/>
      </dsp:nvSpPr>
      <dsp:spPr>
        <a:xfrm>
          <a:off x="3702050" y="752070"/>
          <a:ext cx="907707" cy="315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35"/>
              </a:lnTo>
              <a:lnTo>
                <a:pt x="907707" y="157535"/>
              </a:lnTo>
              <a:lnTo>
                <a:pt x="907707" y="31507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B9C946-3A95-49A7-AD80-BE1135AAF663}">
      <dsp:nvSpPr>
        <dsp:cNvPr id="0" name=""/>
        <dsp:cNvSpPr/>
      </dsp:nvSpPr>
      <dsp:spPr>
        <a:xfrm>
          <a:off x="2194205" y="1817314"/>
          <a:ext cx="225051" cy="1755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5400"/>
              </a:lnTo>
              <a:lnTo>
                <a:pt x="225051" y="17554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9DFF49-15E2-46FE-A955-9262DF8FACC0}">
      <dsp:nvSpPr>
        <dsp:cNvPr id="0" name=""/>
        <dsp:cNvSpPr/>
      </dsp:nvSpPr>
      <dsp:spPr>
        <a:xfrm>
          <a:off x="2194205" y="1817314"/>
          <a:ext cx="225051" cy="690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157"/>
              </a:lnTo>
              <a:lnTo>
                <a:pt x="225051" y="6901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52770-ABC4-4689-8B11-7F6D26E1F63F}">
      <dsp:nvSpPr>
        <dsp:cNvPr id="0" name=""/>
        <dsp:cNvSpPr/>
      </dsp:nvSpPr>
      <dsp:spPr>
        <a:xfrm>
          <a:off x="2794342" y="752070"/>
          <a:ext cx="907707" cy="315071"/>
        </a:xfrm>
        <a:custGeom>
          <a:avLst/>
          <a:gdLst/>
          <a:ahLst/>
          <a:cxnLst/>
          <a:rect l="0" t="0" r="0" b="0"/>
          <a:pathLst>
            <a:path>
              <a:moveTo>
                <a:pt x="907707" y="0"/>
              </a:moveTo>
              <a:lnTo>
                <a:pt x="907707" y="157535"/>
              </a:lnTo>
              <a:lnTo>
                <a:pt x="0" y="157535"/>
              </a:lnTo>
              <a:lnTo>
                <a:pt x="0" y="31507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12808-A666-4C89-9AC8-C3A3CFF06C71}">
      <dsp:nvSpPr>
        <dsp:cNvPr id="0" name=""/>
        <dsp:cNvSpPr/>
      </dsp:nvSpPr>
      <dsp:spPr>
        <a:xfrm>
          <a:off x="2951878" y="1899"/>
          <a:ext cx="1500342" cy="750171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951878" y="1899"/>
        <a:ext cx="1500342" cy="750171"/>
      </dsp:txXfrm>
    </dsp:sp>
    <dsp:sp modelId="{4DBE1B4F-1C95-42AA-AA86-84315B43FB1E}">
      <dsp:nvSpPr>
        <dsp:cNvPr id="0" name=""/>
        <dsp:cNvSpPr/>
      </dsp:nvSpPr>
      <dsp:spPr>
        <a:xfrm>
          <a:off x="2044171" y="1067142"/>
          <a:ext cx="1500342" cy="750171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044171" y="1067142"/>
        <a:ext cx="1500342" cy="750171"/>
      </dsp:txXfrm>
    </dsp:sp>
    <dsp:sp modelId="{9DD06AB5-88D3-4564-A1C8-9C84F668925C}">
      <dsp:nvSpPr>
        <dsp:cNvPr id="0" name=""/>
        <dsp:cNvSpPr/>
      </dsp:nvSpPr>
      <dsp:spPr>
        <a:xfrm>
          <a:off x="2419257" y="2132385"/>
          <a:ext cx="1500342" cy="750171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419257" y="2132385"/>
        <a:ext cx="1500342" cy="750171"/>
      </dsp:txXfrm>
    </dsp:sp>
    <dsp:sp modelId="{0B4058B0-EE05-4BCC-A359-CF29E5F7F6A7}">
      <dsp:nvSpPr>
        <dsp:cNvPr id="0" name=""/>
        <dsp:cNvSpPr/>
      </dsp:nvSpPr>
      <dsp:spPr>
        <a:xfrm>
          <a:off x="2419257" y="3197629"/>
          <a:ext cx="1500342" cy="750171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419257" y="3197629"/>
        <a:ext cx="1500342" cy="750171"/>
      </dsp:txXfrm>
    </dsp:sp>
    <dsp:sp modelId="{64B3085C-E247-4885-B6BE-B8E04E8DEE79}">
      <dsp:nvSpPr>
        <dsp:cNvPr id="0" name=""/>
        <dsp:cNvSpPr/>
      </dsp:nvSpPr>
      <dsp:spPr>
        <a:xfrm>
          <a:off x="3859585" y="1067142"/>
          <a:ext cx="1500342" cy="750171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859585" y="1067142"/>
        <a:ext cx="1500342" cy="750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8A44A-E073-422F-A0D6-95119FB39C1D}">
      <dsp:nvSpPr>
        <dsp:cNvPr id="0" name=""/>
        <dsp:cNvSpPr/>
      </dsp:nvSpPr>
      <dsp:spPr>
        <a:xfrm>
          <a:off x="4127838" y="90360"/>
          <a:ext cx="1420601" cy="142060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7838" y="90360"/>
        <a:ext cx="1420601" cy="1420601"/>
      </dsp:txXfrm>
    </dsp:sp>
    <dsp:sp modelId="{CDE716D1-C3CA-4423-9553-DF278D0D0251}">
      <dsp:nvSpPr>
        <dsp:cNvPr id="0" name=""/>
        <dsp:cNvSpPr/>
      </dsp:nvSpPr>
      <dsp:spPr>
        <a:xfrm>
          <a:off x="1626642" y="1042"/>
          <a:ext cx="4011114" cy="4011114"/>
        </a:xfrm>
        <a:prstGeom prst="circularArrow">
          <a:avLst>
            <a:gd name="adj1" fmla="val 6906"/>
            <a:gd name="adj2" fmla="val 465684"/>
            <a:gd name="adj3" fmla="val 548018"/>
            <a:gd name="adj4" fmla="val 20586298"/>
            <a:gd name="adj5" fmla="val 80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7CFC3-C806-48C5-BE16-0C5616233F8C}">
      <dsp:nvSpPr>
        <dsp:cNvPr id="0" name=""/>
        <dsp:cNvSpPr/>
      </dsp:nvSpPr>
      <dsp:spPr>
        <a:xfrm>
          <a:off x="4127838" y="2502238"/>
          <a:ext cx="1420601" cy="142060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7838" y="2502238"/>
        <a:ext cx="1420601" cy="1420601"/>
      </dsp:txXfrm>
    </dsp:sp>
    <dsp:sp modelId="{96D1A732-52EE-4637-9187-9D3A0B7D9129}">
      <dsp:nvSpPr>
        <dsp:cNvPr id="0" name=""/>
        <dsp:cNvSpPr/>
      </dsp:nvSpPr>
      <dsp:spPr>
        <a:xfrm>
          <a:off x="1626642" y="1042"/>
          <a:ext cx="4011114" cy="4011114"/>
        </a:xfrm>
        <a:prstGeom prst="circularArrow">
          <a:avLst>
            <a:gd name="adj1" fmla="val 6906"/>
            <a:gd name="adj2" fmla="val 465684"/>
            <a:gd name="adj3" fmla="val 5948018"/>
            <a:gd name="adj4" fmla="val 4386298"/>
            <a:gd name="adj5" fmla="val 80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9E44B-8126-4417-8B1A-2871307BEA1D}">
      <dsp:nvSpPr>
        <dsp:cNvPr id="0" name=""/>
        <dsp:cNvSpPr/>
      </dsp:nvSpPr>
      <dsp:spPr>
        <a:xfrm>
          <a:off x="1715960" y="2502238"/>
          <a:ext cx="1420601" cy="142060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715960" y="2502238"/>
        <a:ext cx="1420601" cy="1420601"/>
      </dsp:txXfrm>
    </dsp:sp>
    <dsp:sp modelId="{CB2BAD0D-9CE7-4F8C-A09D-97B783D3D670}">
      <dsp:nvSpPr>
        <dsp:cNvPr id="0" name=""/>
        <dsp:cNvSpPr/>
      </dsp:nvSpPr>
      <dsp:spPr>
        <a:xfrm>
          <a:off x="1626642" y="1042"/>
          <a:ext cx="4011114" cy="4011114"/>
        </a:xfrm>
        <a:prstGeom prst="circularArrow">
          <a:avLst>
            <a:gd name="adj1" fmla="val 6906"/>
            <a:gd name="adj2" fmla="val 465684"/>
            <a:gd name="adj3" fmla="val 11348018"/>
            <a:gd name="adj4" fmla="val 9786298"/>
            <a:gd name="adj5" fmla="val 80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200ED-5558-48F1-B688-23F1BF2C5B30}">
      <dsp:nvSpPr>
        <dsp:cNvPr id="0" name=""/>
        <dsp:cNvSpPr/>
      </dsp:nvSpPr>
      <dsp:spPr>
        <a:xfrm>
          <a:off x="1715960" y="90360"/>
          <a:ext cx="1420601" cy="142060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715960" y="90360"/>
        <a:ext cx="1420601" cy="1420601"/>
      </dsp:txXfrm>
    </dsp:sp>
    <dsp:sp modelId="{FC018D13-DFCE-4640-8C46-1173AAC8DE40}">
      <dsp:nvSpPr>
        <dsp:cNvPr id="0" name=""/>
        <dsp:cNvSpPr/>
      </dsp:nvSpPr>
      <dsp:spPr>
        <a:xfrm>
          <a:off x="1626642" y="1042"/>
          <a:ext cx="4011114" cy="4011114"/>
        </a:xfrm>
        <a:prstGeom prst="circularArrow">
          <a:avLst>
            <a:gd name="adj1" fmla="val 6906"/>
            <a:gd name="adj2" fmla="val 465684"/>
            <a:gd name="adj3" fmla="val 16748018"/>
            <a:gd name="adj4" fmla="val 15186298"/>
            <a:gd name="adj5" fmla="val 80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398F9-EC90-4571-B4C4-43F1A59E6EE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548A1-9947-4FB2-8CEC-6BBAF1944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46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14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左に要因を縦に並べ、中央の線で右の結果に集める
用途</a:t>
            </a:r>
            <a:r>
              <a:rPr kumimoji="1" lang="en-US" altLang="ja-JP"/>
              <a:t>: </a:t>
            </a:r>
            <a:r>
              <a:rPr kumimoji="1" lang="ja-JP" altLang="en-US"/>
              <a:t>複数の原因を一つの問題に結び付けて説明するとき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原因・要因と結果の関係が明示されている場合のみ。仮説は仮説と記載し、相関を因果に変えない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552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左の帯を下ほど広くし右端をそろえ、右側に各段の説明
用途</a:t>
            </a:r>
            <a:r>
              <a:rPr kumimoji="1" lang="en-US" altLang="ja-JP"/>
              <a:t>: </a:t>
            </a:r>
            <a:r>
              <a:rPr kumimoji="1" lang="ja-JP" altLang="en-US"/>
              <a:t>上位から具体へという階層関係を示すとき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上位と下位が説明できない分類には使わない。幅は数量ではない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5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上位から下位へ左の余白を増やし、段のつながりを示す
用途</a:t>
            </a:r>
            <a:r>
              <a:rPr kumimoji="1" lang="en-US" altLang="ja-JP"/>
              <a:t>: </a:t>
            </a:r>
            <a:r>
              <a:rPr kumimoji="1" lang="ja-JP" altLang="en-US"/>
              <a:t>抽象から具体への段階を長い文章で説明するとき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上位と下位が説明できない分類には使わない。幅は数量ではない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822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中央に幅が狭まる各段階、左に段番号、右に絞り込み条件
用途</a:t>
            </a:r>
            <a:r>
              <a:rPr kumimoji="1" lang="en-US" altLang="ja-JP"/>
              <a:t>: </a:t>
            </a:r>
            <a:r>
              <a:rPr kumimoji="1" lang="ja-JP" altLang="en-US"/>
              <a:t>候補を段階的に絞る過程と、その条件を示すとき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絞り込みがない情報に使わない。幅は数量ではない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575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左の段を下ほど短くし、右の説明欄は同じ幅を保つ
用途</a:t>
            </a:r>
            <a:r>
              <a:rPr kumimoji="1" lang="en-US" altLang="ja-JP"/>
              <a:t>: </a:t>
            </a:r>
            <a:r>
              <a:rPr kumimoji="1" lang="ja-JP" altLang="en-US"/>
              <a:t>絞り込む理由の説明が重要な資料
注意</a:t>
            </a:r>
            <a:r>
              <a:rPr kumimoji="1" lang="en-US" altLang="ja-JP"/>
              <a:t>: </a:t>
            </a:r>
            <a:r>
              <a:rPr kumimoji="1" lang="ja-JP" altLang="en-US"/>
              <a:t>絞り込みがない情報に使わない。幅は数量ではない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235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上半分に具体例の列、下半分に全幅の式と成立条件
用途</a:t>
            </a:r>
            <a:r>
              <a:rPr kumimoji="1" lang="en-US" altLang="ja-JP"/>
              <a:t>: </a:t>
            </a:r>
            <a:r>
              <a:rPr kumimoji="1" lang="ja-JP" altLang="en-US"/>
              <a:t>具体例を見せてから共通する式を提示するとき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具体例は見出し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文字。数式を省略しない。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169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中央の広い面に式、左右の細い欄に具体例・条件を並べる
用途</a:t>
            </a:r>
            <a:r>
              <a:rPr kumimoji="1" lang="en-US" altLang="ja-JP"/>
              <a:t>: </a:t>
            </a:r>
            <a:r>
              <a:rPr kumimoji="1" lang="ja-JP" altLang="en-US"/>
              <a:t>短い式を中心に、関連する説明を対照するとき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短い式と成立条件</a:t>
            </a:r>
            <a:r>
              <a:rPr kumimoji="1" lang="en-US" altLang="ja-JP"/>
              <a:t>45</a:t>
            </a:r>
            <a:r>
              <a:rPr kumimoji="1" lang="ja-JP" altLang="en-US"/>
              <a:t>文字。項目名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551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左約</a:t>
            </a:r>
            <a:r>
              <a:rPr kumimoji="1" lang="en-US" altLang="ja-JP"/>
              <a:t>2/3</a:t>
            </a:r>
            <a:r>
              <a:rPr kumimoji="1" lang="ja-JP" altLang="en-US"/>
              <a:t>にグラフ、右に要旨、下段に読み取りの列
用途</a:t>
            </a:r>
            <a:r>
              <a:rPr kumimoji="1" lang="en-US" altLang="ja-JP"/>
              <a:t>: </a:t>
            </a:r>
            <a:r>
              <a:rPr kumimoji="1" lang="ja-JP" altLang="en-US"/>
              <a:t>グラフと主張を並べて読み、その下で根拠を補足するとき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28</a:t>
            </a:r>
            <a:r>
              <a:rPr kumimoji="1" lang="ja-JP" altLang="en-US"/>
              <a:t>文字。読み取りは項目名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14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485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中央のグラフを左右の説明欄ではさむ
用途</a:t>
            </a:r>
            <a:r>
              <a:rPr kumimoji="1" lang="en-US" altLang="ja-JP"/>
              <a:t>: </a:t>
            </a:r>
            <a:r>
              <a:rPr kumimoji="1" lang="ja-JP" altLang="en-US"/>
              <a:t>系列が少ないグラフを、短い観点とともに示すとき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20</a:t>
            </a:r>
            <a:r>
              <a:rPr kumimoji="1" lang="ja-JP" altLang="en-US"/>
              <a:t>文字。多数の系列・長い軸ラベルでは大きなグラフを使う。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580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</a:t>
            </a:r>
            <a:r>
              <a:rPr kumimoji="1" lang="en-US" altLang="ja-JP"/>
              <a:t>1/4</a:t>
            </a:r>
            <a:r>
              <a:rPr kumimoji="1" lang="ja-JP" altLang="en-US"/>
              <a:t>に図の読み方、右</a:t>
            </a:r>
            <a:r>
              <a:rPr kumimoji="1" lang="en-US" altLang="ja-JP"/>
              <a:t>3/4</a:t>
            </a:r>
            <a:r>
              <a:rPr kumimoji="1" lang="ja-JP" altLang="en-US"/>
              <a:t>に階層</a:t>
            </a:r>
            <a:r>
              <a:rPr kumimoji="1" lang="en-US" altLang="ja-JP"/>
              <a:t>SmartArt
</a:t>
            </a:r>
            <a:r>
              <a:rPr kumimoji="1" lang="ja-JP" altLang="en-US"/>
              <a:t>用途</a:t>
            </a:r>
            <a:r>
              <a:rPr kumimoji="1" lang="en-US" altLang="ja-JP"/>
              <a:t>: </a:t>
            </a:r>
            <a:r>
              <a:rPr kumimoji="1" lang="ja-JP" altLang="en-US"/>
              <a:t>親子関係と、その前提条件を同時に説明するとき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親子関係を変えない。全項目を同じ階層に平坦化しない
文字量</a:t>
            </a:r>
            <a:r>
              <a:rPr kumimoji="1" lang="en-US" altLang="ja-JP"/>
              <a:t>: </a:t>
            </a:r>
            <a:r>
              <a:rPr kumimoji="1" lang="ja-JP" altLang="en-US"/>
              <a:t>ノード名</a:t>
            </a:r>
            <a:r>
              <a:rPr kumimoji="1" lang="en-US" altLang="ja-JP"/>
              <a:t>6</a:t>
            </a:r>
            <a:r>
              <a:rPr kumimoji="1" lang="ja-JP" altLang="en-US"/>
              <a:t>文字。読み方</a:t>
            </a:r>
            <a:r>
              <a:rPr kumimoji="1" lang="en-US" altLang="ja-JP"/>
              <a:t>40</a:t>
            </a:r>
            <a:r>
              <a:rPr kumimoji="1" lang="ja-JP" altLang="en-US"/>
              <a:t>文字。長い説明は本文の別ページに分ける。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5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339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左の主張欄と、右の大きな循環</a:t>
            </a:r>
            <a:r>
              <a:rPr kumimoji="1" lang="en-US" altLang="ja-JP"/>
              <a:t>SmartArt</a:t>
            </a:r>
            <a:r>
              <a:rPr kumimoji="1" lang="ja-JP" altLang="en-US"/>
              <a:t>を組み合わせる
用途</a:t>
            </a:r>
            <a:r>
              <a:rPr kumimoji="1" lang="en-US" altLang="ja-JP"/>
              <a:t>: </a:t>
            </a:r>
            <a:r>
              <a:rPr kumimoji="1" lang="ja-JP" altLang="en-US"/>
              <a:t>繰り返す仕組みとその目的を同時に示すとき
注意</a:t>
            </a:r>
            <a:r>
              <a:rPr kumimoji="1" lang="en-US" altLang="ja-JP"/>
              <a:t>: </a:t>
            </a:r>
            <a:r>
              <a:rPr kumimoji="1" lang="ja-JP" altLang="en-US"/>
              <a:t>最終段階から最初へ戻る関係が必要
文字量</a:t>
            </a:r>
            <a:r>
              <a:rPr kumimoji="1" lang="en-US" altLang="ja-JP"/>
              <a:t>: </a:t>
            </a:r>
            <a:r>
              <a:rPr kumimoji="1" lang="ja-JP" altLang="en-US"/>
              <a:t>ノード名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文字。左の主張</a:t>
            </a:r>
            <a:r>
              <a:rPr kumimoji="1" lang="en-US" altLang="ja-JP"/>
              <a:t>36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931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変更前を上、変更後を下に置き、左の縦線で順序を明示
用途</a:t>
            </a:r>
            <a:r>
              <a:rPr kumimoji="1" lang="en-US" altLang="ja-JP"/>
              <a:t>: </a:t>
            </a:r>
            <a:r>
              <a:rPr kumimoji="1" lang="ja-JP" altLang="en-US"/>
              <a:t>文章が長い変更前後を同じ幅で読むとき
注意</a:t>
            </a:r>
            <a:r>
              <a:rPr kumimoji="1" lang="en-US" altLang="ja-JP"/>
              <a:t>: </a:t>
            </a:r>
            <a:r>
              <a:rPr kumimoji="1" lang="ja-JP" altLang="en-US"/>
              <a:t>無関係な</a:t>
            </a:r>
            <a:r>
              <a:rPr kumimoji="1" lang="en-US" altLang="ja-JP"/>
              <a:t>2</a:t>
            </a:r>
            <a:r>
              <a:rPr kumimoji="1" lang="ja-JP" altLang="en-US"/>
              <a:t>対象の比較には使わない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状態名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90</a:t>
            </a:r>
            <a:r>
              <a:rPr kumimoji="1" lang="ja-JP" altLang="en-US"/>
              <a:t>文字。変更の前後が明確なときのみ。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548A1-9947-4FB2-8CEC-6BBAF1944524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14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960D8D-C3EB-04F9-D4D8-FAEF79AFA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220F38-C816-58F8-F876-8784926D9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951E58-C3F7-515E-47AE-7212D21B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EB8C3D-A524-714C-92AE-7A13F93D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7DCE49-7A2F-8DD1-B93B-F8B658CA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73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53006-F83A-4534-4ED5-62F788A6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C25071-5932-1D82-EA81-5CBC87D70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8AA1CE-D89C-21C9-8FC0-9E31FBB7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59B9D-64BB-353E-4480-AA854F38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7F6EFC-981A-8C90-8433-8DEB81C7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57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F13072-BB77-BFE1-AE2D-6DFF1269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CEDB12-2601-4A73-4FF9-F5F61569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A858CE-9201-C549-F26F-F412EC9E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7CC202-05EE-9BA3-CD17-7F71468A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09571-8712-045E-785C-47AB8974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25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1DA6E6-7299-874F-D3E9-230D4AE5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D79952-A364-A6C6-70E9-D941887B4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960B10-4A8C-EBC1-C070-984586FBD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FC7CAC-23DE-1E0A-0E53-ACCEB053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8E3B1B-E3D5-8EA2-8B4F-BA4F26E0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C6C822-0B44-B145-C515-B8B9089F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20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A338B-F5C6-F8B7-8533-71C606FB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CE9C56-99E3-097D-7271-1EB3BA3A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E36614-E8D3-47CB-FF7D-A36297E4A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33E771-E30F-C553-EB77-9CD6C2F0C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8BB97A-3630-7ADD-03EC-4D598B74B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5881006-9556-C631-8586-87525BEF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F6E574B-7FBD-AE17-6281-1D55EBCD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6102877-19E6-A2AE-BE8C-6552E576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9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22572-4225-B820-F1E4-0B06303E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284777-A44D-7AAB-55C0-B3AD16D9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27011C-18C9-F7B6-7E40-8808118F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F86ADC-4B34-1485-5D7D-40791E42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17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B3693A-2134-579B-21CA-A13F71A7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F5847C-2259-5DEB-939B-61F6FD18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699860-B504-FBE9-1412-66D7629D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34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80566-E265-7BA7-F970-C05FEFC8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02840E-33DB-889D-C2CF-2FAA4D66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347BC4-B53B-3F1E-B438-CB148D2BF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A7C8BB-3DAC-CA11-CFF4-1C27170D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3583FC-504D-98F6-9A15-9DC9022F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B071C2-868B-B5FE-08A8-96812AFA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60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207BB-FA68-0BF3-87AF-86971F5F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51E35F-2843-B009-75A4-3B3BFB0AF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0E8E23-D0A3-37A9-185D-3DBE84B31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D03D4D-51B0-6E84-B6B2-6BD493AF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8DD291-AB8D-AA2C-CED2-FA799F67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4E9BA7-520F-E1AF-EA3F-DA578DC1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96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14C35F-C111-ECC9-353A-246D61A8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11BABA-D8B4-5FC1-6942-0D44EEB61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0D798-7151-417A-4AA1-C859BE5E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D9B387-9984-2D6A-01FC-CE16C468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6CEC98-F14B-23FC-A410-9AE68B02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54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829710-E8D3-ACD1-523B-1845B57D7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449D25-DB07-A21B-BFDA-A10D57B45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64D338-E351-D213-13F9-BF86389A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FC659-14F5-8A19-32E3-2EC20087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2C097F-DF09-6B5F-1952-40BFDF3E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49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FC59EF-812C-57A8-9020-B3987882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6F5B1E-2D99-FBB7-BD73-A71FAAAC8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B4242A-5729-98A8-E3F7-0FB7CBAA9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B12AB-456B-4382-99B4-132F4A99ABF5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03886C-0DC6-E9DD-32DD-C07AD9B3F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F74840-1827-5B66-02B7-12796A554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07CD2-52F5-4BFE-BB0F-9FC9ECDD1D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96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D1D3A3-0A61-74C9-056D-D5E12D211D26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0CC422-7947-9637-F950-D006C49603E0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2AD666-11B8-F8B0-F22D-40EBE360C7FC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32B6FE-A65B-B9C8-2977-B3A50756CDE5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1A6C7B0-ACDF-8039-7203-5D9345023FE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233AEC-3477-E9F3-77B6-C93B9642F14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473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1276B5F-214A-8A7F-DF2B-D26C1AD145B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E21474-A1C3-9938-C3F6-E7F64EC1F30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要因から結果への合流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C356B25-9AD9-7C15-5923-A3B0FE5119A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1B6F03-6381-630C-CE5D-FBF4EEC27D21}"/>
              </a:ext>
            </a:extLst>
          </p:cNvPr>
          <p:cNvSpPr txBox="1"/>
          <p:nvPr/>
        </p:nvSpPr>
        <p:spPr>
          <a:xfrm>
            <a:off x="711200" y="2070100"/>
            <a:ext cx="6096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4B5E7D8-117E-317E-79CF-80A07FF33873}"/>
              </a:ext>
            </a:extLst>
          </p:cNvPr>
          <p:cNvCxnSpPr/>
          <p:nvPr/>
        </p:nvCxnSpPr>
        <p:spPr>
          <a:xfrm>
            <a:off x="7010400" y="25209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672D3B-83B9-C61B-8CCB-7B01D7902FF3}"/>
              </a:ext>
            </a:extLst>
          </p:cNvPr>
          <p:cNvSpPr txBox="1"/>
          <p:nvPr/>
        </p:nvSpPr>
        <p:spPr>
          <a:xfrm>
            <a:off x="711200" y="3073400"/>
            <a:ext cx="6096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59AA89-FBBC-D6A2-6D22-2ACFEBF3B5A2}"/>
              </a:ext>
            </a:extLst>
          </p:cNvPr>
          <p:cNvCxnSpPr/>
          <p:nvPr/>
        </p:nvCxnSpPr>
        <p:spPr>
          <a:xfrm>
            <a:off x="7010400" y="35242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4EA98F-3A05-02BB-9367-99FA193745C1}"/>
              </a:ext>
            </a:extLst>
          </p:cNvPr>
          <p:cNvSpPr txBox="1"/>
          <p:nvPr/>
        </p:nvSpPr>
        <p:spPr>
          <a:xfrm>
            <a:off x="711200" y="4076700"/>
            <a:ext cx="6096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B1BD47B-21C3-126B-5278-BCA9B54BC226}"/>
              </a:ext>
            </a:extLst>
          </p:cNvPr>
          <p:cNvCxnSpPr/>
          <p:nvPr/>
        </p:nvCxnSpPr>
        <p:spPr>
          <a:xfrm>
            <a:off x="7010400" y="45275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5F9A4A-C3C2-3744-49BA-5BAFB3E05FDF}"/>
              </a:ext>
            </a:extLst>
          </p:cNvPr>
          <p:cNvSpPr txBox="1"/>
          <p:nvPr/>
        </p:nvSpPr>
        <p:spPr>
          <a:xfrm>
            <a:off x="711200" y="5080000"/>
            <a:ext cx="6096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79C2FA6-CE97-5E5B-ED63-AF3165EFFA05}"/>
              </a:ext>
            </a:extLst>
          </p:cNvPr>
          <p:cNvCxnSpPr/>
          <p:nvPr/>
        </p:nvCxnSpPr>
        <p:spPr>
          <a:xfrm>
            <a:off x="7010400" y="55308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D17E74C-D4C2-053B-CCB5-6430AC5D13D4}"/>
              </a:ext>
            </a:extLst>
          </p:cNvPr>
          <p:cNvSpPr/>
          <p:nvPr/>
        </p:nvSpPr>
        <p:spPr>
          <a:xfrm>
            <a:off x="7442200" y="2400300"/>
            <a:ext cx="25400" cy="3302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FE9CD175-E132-9029-B11F-8324A1E7B1BA}"/>
              </a:ext>
            </a:extLst>
          </p:cNvPr>
          <p:cNvSpPr/>
          <p:nvPr/>
        </p:nvSpPr>
        <p:spPr>
          <a:xfrm>
            <a:off x="7683500" y="3746500"/>
            <a:ext cx="889000" cy="4572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F82D581-5AA7-260B-261D-FBAC665F1F41}"/>
              </a:ext>
            </a:extLst>
          </p:cNvPr>
          <p:cNvSpPr/>
          <p:nvPr/>
        </p:nvSpPr>
        <p:spPr>
          <a:xfrm>
            <a:off x="8877300" y="2590800"/>
            <a:ext cx="2603500" cy="2946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A0B970B-9027-BF11-1C3E-3E89FF3FE3AC}"/>
              </a:ext>
            </a:extLst>
          </p:cNvPr>
          <p:cNvSpPr txBox="1"/>
          <p:nvPr/>
        </p:nvSpPr>
        <p:spPr>
          <a:xfrm>
            <a:off x="9131300" y="2895600"/>
            <a:ext cx="20955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
伝える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01C471F-37B6-62E6-7554-30BED7BDFEC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5AB7B5E-05D4-B7B1-9C2B-A912E02962A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324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F42E77-9851-D081-DC80-83B68BA5CD9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9115C2-AF23-C946-9D0B-D7F4010D3AE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右にそろえた階層の段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21771DB-BC9A-C8F2-DF7B-B3ECF7AF27A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4CC375D-8077-30CA-44A2-1128C5FADFF5}"/>
              </a:ext>
            </a:extLst>
          </p:cNvPr>
          <p:cNvSpPr/>
          <p:nvPr/>
        </p:nvSpPr>
        <p:spPr>
          <a:xfrm>
            <a:off x="3263900" y="2019300"/>
            <a:ext cx="2717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70A9D2-31C4-36E2-55F6-78F1A9C1C2D2}"/>
              </a:ext>
            </a:extLst>
          </p:cNvPr>
          <p:cNvSpPr txBox="1"/>
          <p:nvPr/>
        </p:nvSpPr>
        <p:spPr>
          <a:xfrm>
            <a:off x="3441700" y="2146300"/>
            <a:ext cx="23622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D341255-4519-1D48-041E-F072401DD795}"/>
              </a:ext>
            </a:extLst>
          </p:cNvPr>
          <p:cNvSpPr txBox="1"/>
          <p:nvPr/>
        </p:nvSpPr>
        <p:spPr>
          <a:xfrm>
            <a:off x="6540500" y="2146300"/>
            <a:ext cx="49403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33BD6F-485B-0A86-7B25-9B3C174EC8AF}"/>
              </a:ext>
            </a:extLst>
          </p:cNvPr>
          <p:cNvSpPr/>
          <p:nvPr/>
        </p:nvSpPr>
        <p:spPr>
          <a:xfrm>
            <a:off x="2565400" y="3022600"/>
            <a:ext cx="34163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0011E0-EE96-D911-3F9B-DB2CF3E96F0E}"/>
              </a:ext>
            </a:extLst>
          </p:cNvPr>
          <p:cNvSpPr txBox="1"/>
          <p:nvPr/>
        </p:nvSpPr>
        <p:spPr>
          <a:xfrm>
            <a:off x="2743200" y="3149600"/>
            <a:ext cx="3060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E6A29B-A231-DE13-653F-3A86E36031B6}"/>
              </a:ext>
            </a:extLst>
          </p:cNvPr>
          <p:cNvSpPr txBox="1"/>
          <p:nvPr/>
        </p:nvSpPr>
        <p:spPr>
          <a:xfrm>
            <a:off x="6540500" y="3149600"/>
            <a:ext cx="49403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2EFAFFD-6B67-E753-25FE-AA73942D2943}"/>
              </a:ext>
            </a:extLst>
          </p:cNvPr>
          <p:cNvSpPr/>
          <p:nvPr/>
        </p:nvSpPr>
        <p:spPr>
          <a:xfrm>
            <a:off x="1866900" y="4025900"/>
            <a:ext cx="4114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E019E8-548F-28A5-7D95-9EF7BC33A310}"/>
              </a:ext>
            </a:extLst>
          </p:cNvPr>
          <p:cNvSpPr txBox="1"/>
          <p:nvPr/>
        </p:nvSpPr>
        <p:spPr>
          <a:xfrm>
            <a:off x="2044700" y="4152900"/>
            <a:ext cx="37592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DEA99D-C3E9-7633-D07F-63D09C3D3D27}"/>
              </a:ext>
            </a:extLst>
          </p:cNvPr>
          <p:cNvSpPr txBox="1"/>
          <p:nvPr/>
        </p:nvSpPr>
        <p:spPr>
          <a:xfrm>
            <a:off x="6540500" y="4152900"/>
            <a:ext cx="49403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60BFC0B-370B-4AC0-282C-D86E40363B1F}"/>
              </a:ext>
            </a:extLst>
          </p:cNvPr>
          <p:cNvSpPr/>
          <p:nvPr/>
        </p:nvSpPr>
        <p:spPr>
          <a:xfrm>
            <a:off x="1168400" y="5029200"/>
            <a:ext cx="48133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8D6606-30C3-00B4-3CC3-8F88E84ECBE7}"/>
              </a:ext>
            </a:extLst>
          </p:cNvPr>
          <p:cNvSpPr txBox="1"/>
          <p:nvPr/>
        </p:nvSpPr>
        <p:spPr>
          <a:xfrm>
            <a:off x="1346200" y="5156200"/>
            <a:ext cx="4457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C0971A8-51DE-AC8A-08A7-9AE8A11B7694}"/>
              </a:ext>
            </a:extLst>
          </p:cNvPr>
          <p:cNvSpPr txBox="1"/>
          <p:nvPr/>
        </p:nvSpPr>
        <p:spPr>
          <a:xfrm>
            <a:off x="6540500" y="5156200"/>
            <a:ext cx="49403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1256039-8553-E1FC-D26A-739F7E68B65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9CD162-EB78-C271-264B-FF6FD04B94A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424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7DBC46-61FB-DF22-CCB5-76B8DD812D8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88F430-1F5F-C410-7A3E-AAA6E6D347D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階層の入れ子一覧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C9EC14F-22E2-6180-B87B-2D412C29E54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4D6ED7-8FA8-4676-4BFF-F148689FC0C4}"/>
              </a:ext>
            </a:extLst>
          </p:cNvPr>
          <p:cNvSpPr/>
          <p:nvPr/>
        </p:nvSpPr>
        <p:spPr>
          <a:xfrm>
            <a:off x="711200" y="2019300"/>
            <a:ext cx="10769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0A0E99-EE44-835A-BAC8-809BE4245BE6}"/>
              </a:ext>
            </a:extLst>
          </p:cNvPr>
          <p:cNvSpPr txBox="1"/>
          <p:nvPr/>
        </p:nvSpPr>
        <p:spPr>
          <a:xfrm>
            <a:off x="914400" y="2146300"/>
            <a:ext cx="2755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7A5516-D950-7180-2693-ED9CC7F28FF6}"/>
              </a:ext>
            </a:extLst>
          </p:cNvPr>
          <p:cNvSpPr txBox="1"/>
          <p:nvPr/>
        </p:nvSpPr>
        <p:spPr>
          <a:xfrm>
            <a:off x="4025900" y="2146300"/>
            <a:ext cx="7251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B367FD-7F65-D5C7-7235-BB8032315046}"/>
              </a:ext>
            </a:extLst>
          </p:cNvPr>
          <p:cNvSpPr/>
          <p:nvPr/>
        </p:nvSpPr>
        <p:spPr>
          <a:xfrm>
            <a:off x="1346200" y="3022600"/>
            <a:ext cx="10134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67DE8E-2B76-D4F1-1238-D08934A8A84C}"/>
              </a:ext>
            </a:extLst>
          </p:cNvPr>
          <p:cNvSpPr txBox="1"/>
          <p:nvPr/>
        </p:nvSpPr>
        <p:spPr>
          <a:xfrm>
            <a:off x="1549400" y="3149600"/>
            <a:ext cx="2755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3939D5-6166-2ECF-1232-B3F8D7032425}"/>
              </a:ext>
            </a:extLst>
          </p:cNvPr>
          <p:cNvSpPr txBox="1"/>
          <p:nvPr/>
        </p:nvSpPr>
        <p:spPr>
          <a:xfrm>
            <a:off x="4660900" y="3149600"/>
            <a:ext cx="6616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457623C-A0F9-B653-7568-29B4AF47B29B}"/>
              </a:ext>
            </a:extLst>
          </p:cNvPr>
          <p:cNvSpPr/>
          <p:nvPr/>
        </p:nvSpPr>
        <p:spPr>
          <a:xfrm>
            <a:off x="1981200" y="4025900"/>
            <a:ext cx="9499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1695F39-BD60-3D77-6786-AB19CB3B91BC}"/>
              </a:ext>
            </a:extLst>
          </p:cNvPr>
          <p:cNvSpPr txBox="1"/>
          <p:nvPr/>
        </p:nvSpPr>
        <p:spPr>
          <a:xfrm>
            <a:off x="2184400" y="4152900"/>
            <a:ext cx="2755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B532C6-53CE-89B6-EDD5-7AAA2694EE1E}"/>
              </a:ext>
            </a:extLst>
          </p:cNvPr>
          <p:cNvSpPr txBox="1"/>
          <p:nvPr/>
        </p:nvSpPr>
        <p:spPr>
          <a:xfrm>
            <a:off x="5295900" y="4152900"/>
            <a:ext cx="5981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F1372EF-9919-A07B-A35E-42060019219D}"/>
              </a:ext>
            </a:extLst>
          </p:cNvPr>
          <p:cNvSpPr/>
          <p:nvPr/>
        </p:nvSpPr>
        <p:spPr>
          <a:xfrm>
            <a:off x="2616200" y="5029200"/>
            <a:ext cx="8864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57F649-0886-79CF-4983-537D820F43A9}"/>
              </a:ext>
            </a:extLst>
          </p:cNvPr>
          <p:cNvSpPr txBox="1"/>
          <p:nvPr/>
        </p:nvSpPr>
        <p:spPr>
          <a:xfrm>
            <a:off x="2819400" y="5156200"/>
            <a:ext cx="2755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F1961D6-7AA6-0FA6-DB5F-95B8CBC23B65}"/>
              </a:ext>
            </a:extLst>
          </p:cNvPr>
          <p:cNvSpPr txBox="1"/>
          <p:nvPr/>
        </p:nvSpPr>
        <p:spPr>
          <a:xfrm>
            <a:off x="5930900" y="5156200"/>
            <a:ext cx="5346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AA34C2F-800E-DC67-0EAD-526FDDD6E91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76942D-D7E6-FF10-6A5F-22F8C4B025F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187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D1EF4A-7C24-B05D-DC4B-AB40CDF066E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3FB028-B371-4F18-0737-0301C8C11E6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中央へ狭まる関門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6783E6-A4FE-5B91-2120-072375EA02F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1E7BF277-1C34-E575-54D6-ED36CB3640C1}"/>
              </a:ext>
            </a:extLst>
          </p:cNvPr>
          <p:cNvSpPr/>
          <p:nvPr/>
        </p:nvSpPr>
        <p:spPr>
          <a:xfrm>
            <a:off x="711200" y="21590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F13C58-B241-FF74-2451-408503A62523}"/>
              </a:ext>
            </a:extLst>
          </p:cNvPr>
          <p:cNvSpPr txBox="1"/>
          <p:nvPr/>
        </p:nvSpPr>
        <p:spPr>
          <a:xfrm>
            <a:off x="762000" y="22098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14A9ED-C1DA-03F6-0255-834F08072B19}"/>
              </a:ext>
            </a:extLst>
          </p:cNvPr>
          <p:cNvSpPr/>
          <p:nvPr/>
        </p:nvSpPr>
        <p:spPr>
          <a:xfrm>
            <a:off x="1828800" y="2019300"/>
            <a:ext cx="46482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AF6D12-EF5A-3AE1-40F5-ACB7D11CA60A}"/>
              </a:ext>
            </a:extLst>
          </p:cNvPr>
          <p:cNvSpPr txBox="1"/>
          <p:nvPr/>
        </p:nvSpPr>
        <p:spPr>
          <a:xfrm>
            <a:off x="2032000" y="2146300"/>
            <a:ext cx="42418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93FFED-5799-7F9B-982E-29A0385F6FFF}"/>
              </a:ext>
            </a:extLst>
          </p:cNvPr>
          <p:cNvSpPr txBox="1"/>
          <p:nvPr/>
        </p:nvSpPr>
        <p:spPr>
          <a:xfrm>
            <a:off x="7226300" y="2146300"/>
            <a:ext cx="4254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60D7493-9237-B010-804A-34BE505C7C9C}"/>
              </a:ext>
            </a:extLst>
          </p:cNvPr>
          <p:cNvSpPr/>
          <p:nvPr/>
        </p:nvSpPr>
        <p:spPr>
          <a:xfrm>
            <a:off x="711200" y="31623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41F44E-F4CE-BDD4-7249-9A8DDE9000B1}"/>
              </a:ext>
            </a:extLst>
          </p:cNvPr>
          <p:cNvSpPr txBox="1"/>
          <p:nvPr/>
        </p:nvSpPr>
        <p:spPr>
          <a:xfrm>
            <a:off x="762000" y="32131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731BF7-766D-F800-4482-5C5DC8B78450}"/>
              </a:ext>
            </a:extLst>
          </p:cNvPr>
          <p:cNvSpPr/>
          <p:nvPr/>
        </p:nvSpPr>
        <p:spPr>
          <a:xfrm>
            <a:off x="2120900" y="3022600"/>
            <a:ext cx="40640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A16432-A2C4-8649-F2E8-74F86087A5E2}"/>
              </a:ext>
            </a:extLst>
          </p:cNvPr>
          <p:cNvSpPr txBox="1"/>
          <p:nvPr/>
        </p:nvSpPr>
        <p:spPr>
          <a:xfrm>
            <a:off x="2324100" y="3149600"/>
            <a:ext cx="3657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4DEC670-C3CB-E53D-DCEF-E59F9D020238}"/>
              </a:ext>
            </a:extLst>
          </p:cNvPr>
          <p:cNvSpPr txBox="1"/>
          <p:nvPr/>
        </p:nvSpPr>
        <p:spPr>
          <a:xfrm>
            <a:off x="7226300" y="3149600"/>
            <a:ext cx="4254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A5A67EF-002D-F82C-0B1B-57C7A7097F1D}"/>
              </a:ext>
            </a:extLst>
          </p:cNvPr>
          <p:cNvSpPr/>
          <p:nvPr/>
        </p:nvSpPr>
        <p:spPr>
          <a:xfrm>
            <a:off x="711200" y="41656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EBFBA4-316F-3BEE-F975-030027147A02}"/>
              </a:ext>
            </a:extLst>
          </p:cNvPr>
          <p:cNvSpPr txBox="1"/>
          <p:nvPr/>
        </p:nvSpPr>
        <p:spPr>
          <a:xfrm>
            <a:off x="762000" y="42164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47EAE57-DC79-6A7F-F79C-09D7CDFAF2BA}"/>
              </a:ext>
            </a:extLst>
          </p:cNvPr>
          <p:cNvSpPr/>
          <p:nvPr/>
        </p:nvSpPr>
        <p:spPr>
          <a:xfrm>
            <a:off x="2413000" y="4025900"/>
            <a:ext cx="3479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1AACC81-3915-E390-EFD5-BA6F8730BA8C}"/>
              </a:ext>
            </a:extLst>
          </p:cNvPr>
          <p:cNvSpPr txBox="1"/>
          <p:nvPr/>
        </p:nvSpPr>
        <p:spPr>
          <a:xfrm>
            <a:off x="2616200" y="4152900"/>
            <a:ext cx="3073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A7D7D93-F2B0-F36A-DF16-572EAD79AAB5}"/>
              </a:ext>
            </a:extLst>
          </p:cNvPr>
          <p:cNvSpPr txBox="1"/>
          <p:nvPr/>
        </p:nvSpPr>
        <p:spPr>
          <a:xfrm>
            <a:off x="7226300" y="4152900"/>
            <a:ext cx="4254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CEA307F9-74F1-0316-F19B-53C096B1D144}"/>
              </a:ext>
            </a:extLst>
          </p:cNvPr>
          <p:cNvSpPr/>
          <p:nvPr/>
        </p:nvSpPr>
        <p:spPr>
          <a:xfrm>
            <a:off x="711200" y="51689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C446054-CC14-9107-9FED-590557707F77}"/>
              </a:ext>
            </a:extLst>
          </p:cNvPr>
          <p:cNvSpPr txBox="1"/>
          <p:nvPr/>
        </p:nvSpPr>
        <p:spPr>
          <a:xfrm>
            <a:off x="762000" y="52197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D626680-0314-D252-111B-B58B45109693}"/>
              </a:ext>
            </a:extLst>
          </p:cNvPr>
          <p:cNvSpPr/>
          <p:nvPr/>
        </p:nvSpPr>
        <p:spPr>
          <a:xfrm>
            <a:off x="2705100" y="5029200"/>
            <a:ext cx="2895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285982B-8840-FEA0-2F22-1F05C7B79868}"/>
              </a:ext>
            </a:extLst>
          </p:cNvPr>
          <p:cNvSpPr txBox="1"/>
          <p:nvPr/>
        </p:nvSpPr>
        <p:spPr>
          <a:xfrm>
            <a:off x="2908300" y="5156200"/>
            <a:ext cx="24892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F0DD54-B8D9-4E8C-9D33-E8106073693A}"/>
              </a:ext>
            </a:extLst>
          </p:cNvPr>
          <p:cNvSpPr txBox="1"/>
          <p:nvPr/>
        </p:nvSpPr>
        <p:spPr>
          <a:xfrm>
            <a:off x="7226300" y="5156200"/>
            <a:ext cx="4254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0DADE1D-E80A-4491-8DB2-24A4D7FD583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A8C1E78-B97A-C981-FB48-69CAB31FEA7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730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858EEBB-1835-33DA-F825-63A0F191511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B3FDBD-836A-A312-CD3C-EB4F9181C6D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絞り込みの列と説明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ADB2450-A076-A6AC-3475-C7C63B68409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949D07-6177-F5F7-FA17-F77EDD878E9A}"/>
              </a:ext>
            </a:extLst>
          </p:cNvPr>
          <p:cNvSpPr/>
          <p:nvPr/>
        </p:nvSpPr>
        <p:spPr>
          <a:xfrm>
            <a:off x="711200" y="2019300"/>
            <a:ext cx="43307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BB1BE7-8A9A-6A2E-887E-CEA3653E0016}"/>
              </a:ext>
            </a:extLst>
          </p:cNvPr>
          <p:cNvSpPr txBox="1"/>
          <p:nvPr/>
        </p:nvSpPr>
        <p:spPr>
          <a:xfrm>
            <a:off x="889000" y="2146300"/>
            <a:ext cx="39751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D47803-62F1-DFAF-C37B-C65EDBF93626}"/>
              </a:ext>
            </a:extLst>
          </p:cNvPr>
          <p:cNvSpPr txBox="1"/>
          <p:nvPr/>
        </p:nvSpPr>
        <p:spPr>
          <a:xfrm>
            <a:off x="5791200" y="2146300"/>
            <a:ext cx="568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003FCE-F76C-2272-FC34-52494C5F676C}"/>
              </a:ext>
            </a:extLst>
          </p:cNvPr>
          <p:cNvSpPr/>
          <p:nvPr/>
        </p:nvSpPr>
        <p:spPr>
          <a:xfrm>
            <a:off x="711200" y="3022600"/>
            <a:ext cx="37719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176A01C-32AA-10D5-5FB6-B121CE84BF7B}"/>
              </a:ext>
            </a:extLst>
          </p:cNvPr>
          <p:cNvSpPr txBox="1"/>
          <p:nvPr/>
        </p:nvSpPr>
        <p:spPr>
          <a:xfrm>
            <a:off x="889000" y="3149600"/>
            <a:ext cx="3416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5FC44F5-55FC-E29A-0FF8-748D9B74458C}"/>
              </a:ext>
            </a:extLst>
          </p:cNvPr>
          <p:cNvSpPr txBox="1"/>
          <p:nvPr/>
        </p:nvSpPr>
        <p:spPr>
          <a:xfrm>
            <a:off x="5791200" y="3149600"/>
            <a:ext cx="568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D64CE4F-A0E8-C0EC-1A17-C5F804206C30}"/>
              </a:ext>
            </a:extLst>
          </p:cNvPr>
          <p:cNvSpPr/>
          <p:nvPr/>
        </p:nvSpPr>
        <p:spPr>
          <a:xfrm>
            <a:off x="711200" y="4025900"/>
            <a:ext cx="32131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C7E0DAE-8750-B353-4443-05268C451CB0}"/>
              </a:ext>
            </a:extLst>
          </p:cNvPr>
          <p:cNvSpPr txBox="1"/>
          <p:nvPr/>
        </p:nvSpPr>
        <p:spPr>
          <a:xfrm>
            <a:off x="889000" y="4152900"/>
            <a:ext cx="2857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4DD0860-8ED3-2A5A-9769-23DB94E4154D}"/>
              </a:ext>
            </a:extLst>
          </p:cNvPr>
          <p:cNvSpPr txBox="1"/>
          <p:nvPr/>
        </p:nvSpPr>
        <p:spPr>
          <a:xfrm>
            <a:off x="5791200" y="4152900"/>
            <a:ext cx="568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0849B0-47A2-910B-7A24-7B886DBD1E5C}"/>
              </a:ext>
            </a:extLst>
          </p:cNvPr>
          <p:cNvSpPr/>
          <p:nvPr/>
        </p:nvSpPr>
        <p:spPr>
          <a:xfrm>
            <a:off x="711200" y="5029200"/>
            <a:ext cx="26543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5B9FEE-CBA1-FE15-E7AD-764562A230E5}"/>
              </a:ext>
            </a:extLst>
          </p:cNvPr>
          <p:cNvSpPr txBox="1"/>
          <p:nvPr/>
        </p:nvSpPr>
        <p:spPr>
          <a:xfrm>
            <a:off x="889000" y="5156200"/>
            <a:ext cx="22987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C0EFF7-7F00-3DF2-C5F0-DFD4DC96F3C8}"/>
              </a:ext>
            </a:extLst>
          </p:cNvPr>
          <p:cNvSpPr txBox="1"/>
          <p:nvPr/>
        </p:nvSpPr>
        <p:spPr>
          <a:xfrm>
            <a:off x="5791200" y="5156200"/>
            <a:ext cx="568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972B75B-AFF8-7FE3-6EA8-7F96EF567E1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26AD23D-FDB2-515C-7EC7-359F5F26DE7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334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D4F5EC8-AFD1-CB92-33FD-16349748869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81C82D-FDEF-EB40-7F87-8893EADE29A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説明から式へ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BE2A6E4-491E-D314-D76C-76F1F87E7CD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2E78D1-280E-BDE2-649F-22693D45F73B}"/>
              </a:ext>
            </a:extLst>
          </p:cNvPr>
          <p:cNvSpPr txBox="1"/>
          <p:nvPr/>
        </p:nvSpPr>
        <p:spPr>
          <a:xfrm>
            <a:off x="711200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20CC6A-520B-EF73-14E7-48E2A45DA853}"/>
              </a:ext>
            </a:extLst>
          </p:cNvPr>
          <p:cNvSpPr txBox="1"/>
          <p:nvPr/>
        </p:nvSpPr>
        <p:spPr>
          <a:xfrm>
            <a:off x="711200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960613-84B5-5567-F281-DB5373CCA54A}"/>
              </a:ext>
            </a:extLst>
          </p:cNvPr>
          <p:cNvSpPr txBox="1"/>
          <p:nvPr/>
        </p:nvSpPr>
        <p:spPr>
          <a:xfrm>
            <a:off x="4402667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D0C936-F4C9-0350-053B-402E9DDD4E48}"/>
              </a:ext>
            </a:extLst>
          </p:cNvPr>
          <p:cNvSpPr txBox="1"/>
          <p:nvPr/>
        </p:nvSpPr>
        <p:spPr>
          <a:xfrm>
            <a:off x="4402667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C3B56D-A08C-CEB6-F33C-84C5DBDE75B8}"/>
              </a:ext>
            </a:extLst>
          </p:cNvPr>
          <p:cNvSpPr txBox="1"/>
          <p:nvPr/>
        </p:nvSpPr>
        <p:spPr>
          <a:xfrm>
            <a:off x="8094133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E18656-2E4B-C8B9-FFB7-512B3F76FC84}"/>
              </a:ext>
            </a:extLst>
          </p:cNvPr>
          <p:cNvSpPr txBox="1"/>
          <p:nvPr/>
        </p:nvSpPr>
        <p:spPr>
          <a:xfrm>
            <a:off x="8094133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35FDA3-702A-8132-41A4-6A1D5E31886B}"/>
              </a:ext>
            </a:extLst>
          </p:cNvPr>
          <p:cNvSpPr/>
          <p:nvPr/>
        </p:nvSpPr>
        <p:spPr>
          <a:xfrm>
            <a:off x="711200" y="4254500"/>
            <a:ext cx="10769600" cy="1193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65D66B-99EF-A471-C983-48101C7B03B1}"/>
              </a:ext>
            </a:extLst>
          </p:cNvPr>
          <p:cNvSpPr txBox="1"/>
          <p:nvPr/>
        </p:nvSpPr>
        <p:spPr>
          <a:xfrm>
            <a:off x="952500" y="4432300"/>
            <a:ext cx="10287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78FCE18-33CE-B8D2-4D45-B4D1FB3511A7}"/>
              </a:ext>
            </a:extLst>
          </p:cNvPr>
          <p:cNvSpPr txBox="1"/>
          <p:nvPr/>
        </p:nvSpPr>
        <p:spPr>
          <a:xfrm>
            <a:off x="711200" y="5651500"/>
            <a:ext cx="107696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524C338-C17A-77C4-525B-6F91FA83202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C68421-1D41-C6EC-07AA-2FD816406F5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623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9A8EA6-4C08-FE22-AC51-B643DE7B02B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B2E512-26E5-7C41-DB0B-E4C6F34F07C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式の中央面と左右の説明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3D4ECF7-6D51-944F-A959-737AE9672A1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727BCF-5B30-1679-3078-2CD50B8BFF09}"/>
              </a:ext>
            </a:extLst>
          </p:cNvPr>
          <p:cNvSpPr/>
          <p:nvPr/>
        </p:nvSpPr>
        <p:spPr>
          <a:xfrm>
            <a:off x="3975100" y="2006600"/>
            <a:ext cx="4241800" cy="4038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941BF20-9C61-02F5-E8D6-02C7744F5681}"/>
              </a:ext>
            </a:extLst>
          </p:cNvPr>
          <p:cNvSpPr txBox="1"/>
          <p:nvPr/>
        </p:nvSpPr>
        <p:spPr>
          <a:xfrm>
            <a:off x="4254500" y="2336800"/>
            <a:ext cx="3683000" cy="170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2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795CC7-9671-76A2-BF70-75E8962C5345}"/>
              </a:ext>
            </a:extLst>
          </p:cNvPr>
          <p:cNvSpPr txBox="1"/>
          <p:nvPr/>
        </p:nvSpPr>
        <p:spPr>
          <a:xfrm>
            <a:off x="4254500" y="4483100"/>
            <a:ext cx="3683000" cy="1257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6EEE648-F02B-8EB9-56A7-6A724D826797}"/>
              </a:ext>
            </a:extLst>
          </p:cNvPr>
          <p:cNvSpPr txBox="1"/>
          <p:nvPr/>
        </p:nvSpPr>
        <p:spPr>
          <a:xfrm>
            <a:off x="711200" y="2019300"/>
            <a:ext cx="28321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50C1C5-B399-8E39-1F53-BB4C4FA50B32}"/>
              </a:ext>
            </a:extLst>
          </p:cNvPr>
          <p:cNvSpPr txBox="1"/>
          <p:nvPr/>
        </p:nvSpPr>
        <p:spPr>
          <a:xfrm>
            <a:off x="711200" y="2738374"/>
            <a:ext cx="28321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D9E5D02-8902-5E06-30D3-0C3DB2846780}"/>
              </a:ext>
            </a:extLst>
          </p:cNvPr>
          <p:cNvSpPr txBox="1"/>
          <p:nvPr/>
        </p:nvSpPr>
        <p:spPr>
          <a:xfrm>
            <a:off x="8648700" y="2019300"/>
            <a:ext cx="28321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B720D6C-1FBA-FA43-6D4E-0B942B1C84B5}"/>
              </a:ext>
            </a:extLst>
          </p:cNvPr>
          <p:cNvSpPr txBox="1"/>
          <p:nvPr/>
        </p:nvSpPr>
        <p:spPr>
          <a:xfrm>
            <a:off x="8648700" y="2738374"/>
            <a:ext cx="28321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7628126-10ED-03FE-BF58-4B58FC1BF239}"/>
              </a:ext>
            </a:extLst>
          </p:cNvPr>
          <p:cNvSpPr txBox="1"/>
          <p:nvPr/>
        </p:nvSpPr>
        <p:spPr>
          <a:xfrm>
            <a:off x="711200" y="4114800"/>
            <a:ext cx="28321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9C1980-B43D-E56D-0644-EA2BDE0AB448}"/>
              </a:ext>
            </a:extLst>
          </p:cNvPr>
          <p:cNvSpPr txBox="1"/>
          <p:nvPr/>
        </p:nvSpPr>
        <p:spPr>
          <a:xfrm>
            <a:off x="711200" y="4833874"/>
            <a:ext cx="28321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B8F7556-C4BA-9408-6218-D4A16A9FB68C}"/>
              </a:ext>
            </a:extLst>
          </p:cNvPr>
          <p:cNvSpPr txBox="1"/>
          <p:nvPr/>
        </p:nvSpPr>
        <p:spPr>
          <a:xfrm>
            <a:off x="8648700" y="4114800"/>
            <a:ext cx="28321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FAAF313-00C2-D5B9-810C-7D31CA04936D}"/>
              </a:ext>
            </a:extLst>
          </p:cNvPr>
          <p:cNvSpPr txBox="1"/>
          <p:nvPr/>
        </p:nvSpPr>
        <p:spPr>
          <a:xfrm>
            <a:off x="8648700" y="4833874"/>
            <a:ext cx="28321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BF6A67B-BDB2-9F23-FDCE-7D23493A4D8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5B8B8DD-6523-C05C-240C-5C996881A65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627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6631AD-E678-C711-B453-123D0863E42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CEF17F-333D-2583-9A32-D66CEAD3B8B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右の主張と左のグラフ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CB20E18-4B23-0976-60BF-5F85F5E7968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BE7FC30-4932-5475-23E2-A6298B1C0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720834"/>
              </p:ext>
            </p:extLst>
          </p:nvPr>
        </p:nvGraphicFramePr>
        <p:xfrm>
          <a:off x="711200" y="2019300"/>
          <a:ext cx="7162800" cy="246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575BA8-BBBF-E72E-5576-3BD1EE06A376}"/>
              </a:ext>
            </a:extLst>
          </p:cNvPr>
          <p:cNvSpPr txBox="1"/>
          <p:nvPr/>
        </p:nvSpPr>
        <p:spPr>
          <a:xfrm>
            <a:off x="711200" y="4559300"/>
            <a:ext cx="716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7FBA9D-7805-068D-543A-FE02FC993B18}"/>
              </a:ext>
            </a:extLst>
          </p:cNvPr>
          <p:cNvSpPr/>
          <p:nvPr/>
        </p:nvSpPr>
        <p:spPr>
          <a:xfrm>
            <a:off x="8331200" y="2019300"/>
            <a:ext cx="3149600" cy="298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148093E-1988-9BF0-2CF2-9E13E5AE3924}"/>
              </a:ext>
            </a:extLst>
          </p:cNvPr>
          <p:cNvSpPr txBox="1"/>
          <p:nvPr/>
        </p:nvSpPr>
        <p:spPr>
          <a:xfrm>
            <a:off x="8585200" y="2286000"/>
            <a:ext cx="2641600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
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C30AAA-2C99-22AA-68BA-17260EB6067A}"/>
              </a:ext>
            </a:extLst>
          </p:cNvPr>
          <p:cNvSpPr txBox="1"/>
          <p:nvPr/>
        </p:nvSpPr>
        <p:spPr>
          <a:xfrm>
            <a:off x="711200" y="5308600"/>
            <a:ext cx="3386667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C9AEB3-838B-D185-852F-788601C8B50D}"/>
              </a:ext>
            </a:extLst>
          </p:cNvPr>
          <p:cNvSpPr txBox="1"/>
          <p:nvPr/>
        </p:nvSpPr>
        <p:spPr>
          <a:xfrm>
            <a:off x="4402667" y="5308600"/>
            <a:ext cx="3386667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F07780-EB8F-E330-C6CF-B5F9144A301E}"/>
              </a:ext>
            </a:extLst>
          </p:cNvPr>
          <p:cNvSpPr txBox="1"/>
          <p:nvPr/>
        </p:nvSpPr>
        <p:spPr>
          <a:xfrm>
            <a:off x="8094133" y="5308600"/>
            <a:ext cx="3386667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9BDE816-0F94-5889-D061-6855C2989A3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55E8F9-ED49-D0EE-50AC-DD833A60D51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7255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505719E-4DA3-491F-5786-BB651B046F5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711C3C-D0A1-9A88-07A3-2A98641D5C9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中央のグラフと左右のメモ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2B0C532-4F7E-E421-22F5-1A9E3487680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E43D3548-4996-CF56-70A5-A81598EBDE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147806"/>
              </p:ext>
            </p:extLst>
          </p:nvPr>
        </p:nvGraphicFramePr>
        <p:xfrm>
          <a:off x="3530600" y="2209800"/>
          <a:ext cx="5130800" cy="318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24B37B-43EC-A862-1E57-A6362F74C49D}"/>
              </a:ext>
            </a:extLst>
          </p:cNvPr>
          <p:cNvSpPr txBox="1"/>
          <p:nvPr/>
        </p:nvSpPr>
        <p:spPr>
          <a:xfrm>
            <a:off x="3530600" y="5473700"/>
            <a:ext cx="5130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0BCA31-BD00-43C0-AD41-5A7557E62731}"/>
              </a:ext>
            </a:extLst>
          </p:cNvPr>
          <p:cNvSpPr txBox="1"/>
          <p:nvPr/>
        </p:nvSpPr>
        <p:spPr>
          <a:xfrm>
            <a:off x="711200" y="2057400"/>
            <a:ext cx="2349500" cy="604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713BC0A-2558-97D7-E2FE-9642C32CEA30}"/>
              </a:ext>
            </a:extLst>
          </p:cNvPr>
          <p:cNvSpPr txBox="1"/>
          <p:nvPr/>
        </p:nvSpPr>
        <p:spPr>
          <a:xfrm>
            <a:off x="711200" y="2763520"/>
            <a:ext cx="2349500" cy="10718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6EA1A1-2814-04BA-E6FF-1BE8D82602BF}"/>
              </a:ext>
            </a:extLst>
          </p:cNvPr>
          <p:cNvSpPr txBox="1"/>
          <p:nvPr/>
        </p:nvSpPr>
        <p:spPr>
          <a:xfrm>
            <a:off x="9131300" y="2057400"/>
            <a:ext cx="2349500" cy="604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2A0EE5-F52F-EB95-ABE8-FA175DD9D933}"/>
              </a:ext>
            </a:extLst>
          </p:cNvPr>
          <p:cNvSpPr txBox="1"/>
          <p:nvPr/>
        </p:nvSpPr>
        <p:spPr>
          <a:xfrm>
            <a:off x="9131300" y="2763520"/>
            <a:ext cx="2349500" cy="10718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EC5708-BAA2-AD81-0B03-C3220F36482D}"/>
              </a:ext>
            </a:extLst>
          </p:cNvPr>
          <p:cNvSpPr txBox="1"/>
          <p:nvPr/>
        </p:nvSpPr>
        <p:spPr>
          <a:xfrm>
            <a:off x="711200" y="4140200"/>
            <a:ext cx="2349500" cy="604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C1C764-72F5-6370-311C-3C069C82746B}"/>
              </a:ext>
            </a:extLst>
          </p:cNvPr>
          <p:cNvSpPr txBox="1"/>
          <p:nvPr/>
        </p:nvSpPr>
        <p:spPr>
          <a:xfrm>
            <a:off x="711200" y="4846320"/>
            <a:ext cx="2349500" cy="10718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AB40965-1AE9-26DC-BA0E-B225C3246E9B}"/>
              </a:ext>
            </a:extLst>
          </p:cNvPr>
          <p:cNvSpPr txBox="1"/>
          <p:nvPr/>
        </p:nvSpPr>
        <p:spPr>
          <a:xfrm>
            <a:off x="9131300" y="4140200"/>
            <a:ext cx="2349500" cy="604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0298CBD-4403-254A-4C70-DEC5848A1870}"/>
              </a:ext>
            </a:extLst>
          </p:cNvPr>
          <p:cNvSpPr txBox="1"/>
          <p:nvPr/>
        </p:nvSpPr>
        <p:spPr>
          <a:xfrm>
            <a:off x="9131300" y="4846320"/>
            <a:ext cx="2349500" cy="10718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7F4224C-9805-540E-5F07-2E430CF40F8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851C28-4C45-FF29-DD39-4C0112DE176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994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12A678-D632-FDB7-048C-7DFD4B61180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9D57FC-2089-AAA7-5961-E9056E8FC44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左の読み方と右の親子図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E48BF22-4EC3-AC2C-361B-6E1F1E4ACCF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061639-0EE9-9415-48B0-0B83F454AB7D}"/>
              </a:ext>
            </a:extLst>
          </p:cNvPr>
          <p:cNvSpPr txBox="1"/>
          <p:nvPr/>
        </p:nvSpPr>
        <p:spPr>
          <a:xfrm>
            <a:off x="711200" y="2260600"/>
            <a:ext cx="2628900" cy="347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
確かめます。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353060-4182-807C-F839-7101A1852055}"/>
              </a:ext>
            </a:extLst>
          </p:cNvPr>
          <p:cNvSpPr/>
          <p:nvPr/>
        </p:nvSpPr>
        <p:spPr>
          <a:xfrm>
            <a:off x="3708400" y="2057400"/>
            <a:ext cx="25400" cy="3937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AD00855D-B9AD-5EE5-10CF-02F542B8F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4598823"/>
              </p:ext>
            </p:extLst>
          </p:nvPr>
        </p:nvGraphicFramePr>
        <p:xfrm>
          <a:off x="4076700" y="2044700"/>
          <a:ext cx="7404100" cy="3949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72B8986-EEDE-EF17-4131-368739B4F3A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5AF94B-4025-98FC-96A1-B3D409E9CF4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313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9F931C-263A-4D87-E6CC-2271D3637F8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7A46FD-C2D2-E3CE-2B2B-FDEF872C756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左の説明と右の循環図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BBBA218-BDF4-3EBB-0FFC-65823CBD07E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932493-1BC3-05BA-FA5D-9AE7C970FCF1}"/>
              </a:ext>
            </a:extLst>
          </p:cNvPr>
          <p:cNvSpPr/>
          <p:nvPr/>
        </p:nvSpPr>
        <p:spPr>
          <a:xfrm>
            <a:off x="711200" y="2019300"/>
            <a:ext cx="3073400" cy="4013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2E1CEE-57FE-1B83-146C-9B1B66E62BF2}"/>
              </a:ext>
            </a:extLst>
          </p:cNvPr>
          <p:cNvSpPr txBox="1"/>
          <p:nvPr/>
        </p:nvSpPr>
        <p:spPr>
          <a:xfrm>
            <a:off x="977900" y="2336800"/>
            <a:ext cx="2540000" cy="334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
確かめます。</a:t>
            </a:r>
          </a:p>
        </p:txBody>
      </p:sp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3B18401D-1776-25FA-C317-B401F40BE0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132256"/>
              </p:ext>
            </p:extLst>
          </p:nvPr>
        </p:nvGraphicFramePr>
        <p:xfrm>
          <a:off x="4216400" y="2006600"/>
          <a:ext cx="7264400" cy="401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DBAB246-8880-E6C6-75B6-BCA0CA9CF7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D7B602-8705-12A6-5576-750BB3D6913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89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610D97-4C86-5BEA-853F-E8AFF4443ED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7969C7-3A0F-6FC4-E63C-78A36426816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上から下へ変わる状態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B45F644-92C2-11F5-B8B3-F19CA79659B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EB4D99C-4E9B-3892-48B9-AA279447EF14}"/>
              </a:ext>
            </a:extLst>
          </p:cNvPr>
          <p:cNvSpPr/>
          <p:nvPr/>
        </p:nvSpPr>
        <p:spPr>
          <a:xfrm>
            <a:off x="901700" y="2679700"/>
            <a:ext cx="38100" cy="28194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E5D1563-AAC4-6B67-25D6-838D2346ADEB}"/>
              </a:ext>
            </a:extLst>
          </p:cNvPr>
          <p:cNvSpPr/>
          <p:nvPr/>
        </p:nvSpPr>
        <p:spPr>
          <a:xfrm>
            <a:off x="711200" y="2146300"/>
            <a:ext cx="419100" cy="4191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C9743C-DAE6-5AA3-6289-5AA52F9824C2}"/>
              </a:ext>
            </a:extLst>
          </p:cNvPr>
          <p:cNvSpPr txBox="1"/>
          <p:nvPr/>
        </p:nvSpPr>
        <p:spPr>
          <a:xfrm>
            <a:off x="762000" y="2197100"/>
            <a:ext cx="317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0B937FB-59B2-B9C2-6E1D-6EA0848BF70E}"/>
              </a:ext>
            </a:extLst>
          </p:cNvPr>
          <p:cNvSpPr/>
          <p:nvPr/>
        </p:nvSpPr>
        <p:spPr>
          <a:xfrm>
            <a:off x="1511300" y="2019300"/>
            <a:ext cx="9969500" cy="1917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1051E0-362B-7160-054A-9B1FA1D26DF5}"/>
              </a:ext>
            </a:extLst>
          </p:cNvPr>
          <p:cNvSpPr txBox="1"/>
          <p:nvPr/>
        </p:nvSpPr>
        <p:spPr>
          <a:xfrm>
            <a:off x="1752600" y="2197100"/>
            <a:ext cx="3060700" cy="151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1917BB-6C7D-342B-7C55-26E7F295F058}"/>
              </a:ext>
            </a:extLst>
          </p:cNvPr>
          <p:cNvSpPr txBox="1"/>
          <p:nvPr/>
        </p:nvSpPr>
        <p:spPr>
          <a:xfrm>
            <a:off x="5257800" y="2197100"/>
            <a:ext cx="5956300" cy="151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A6704C1-CDE3-97D4-A811-71B9347FECFD}"/>
              </a:ext>
            </a:extLst>
          </p:cNvPr>
          <p:cNvSpPr/>
          <p:nvPr/>
        </p:nvSpPr>
        <p:spPr>
          <a:xfrm>
            <a:off x="711200" y="4254500"/>
            <a:ext cx="419100" cy="4191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1E40DA-1C1F-B274-61E5-061AC7279B81}"/>
              </a:ext>
            </a:extLst>
          </p:cNvPr>
          <p:cNvSpPr txBox="1"/>
          <p:nvPr/>
        </p:nvSpPr>
        <p:spPr>
          <a:xfrm>
            <a:off x="762000" y="4305300"/>
            <a:ext cx="317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55E0A9B-BB7C-5D95-F492-B920DDB2BB28}"/>
              </a:ext>
            </a:extLst>
          </p:cNvPr>
          <p:cNvSpPr/>
          <p:nvPr/>
        </p:nvSpPr>
        <p:spPr>
          <a:xfrm>
            <a:off x="1511300" y="4127500"/>
            <a:ext cx="9969500" cy="1917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C5BEFA-9249-29F7-E898-5893A2F6F550}"/>
              </a:ext>
            </a:extLst>
          </p:cNvPr>
          <p:cNvSpPr txBox="1"/>
          <p:nvPr/>
        </p:nvSpPr>
        <p:spPr>
          <a:xfrm>
            <a:off x="1752600" y="4305300"/>
            <a:ext cx="3060700" cy="151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B7EA23-D19A-FE3F-6AC3-AABA0BCA8E5E}"/>
              </a:ext>
            </a:extLst>
          </p:cNvPr>
          <p:cNvSpPr txBox="1"/>
          <p:nvPr/>
        </p:nvSpPr>
        <p:spPr>
          <a:xfrm>
            <a:off x="5257800" y="4305300"/>
            <a:ext cx="5956300" cy="151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A110AC5-C526-93B7-0571-8CC02477689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5545FC-37AF-5155-9003-CF60D776A29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897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2222</Words>
  <Application>Microsoft Office PowerPoint</Application>
  <PresentationFormat>ユーザー設定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2026-09-28T20:33:48Z</dcterms:created>
  <dcterms:modified xsi:type="dcterms:W3CDTF">2026-09-28T20:33:48Z</dcterms:modified>
</cp:coreProperties>
</file>