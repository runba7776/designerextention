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"/>
  </p:notes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8" d="100"/>
          <a:sy n="68" d="100"/>
        </p:scale>
        <p:origin x="942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6E0695D-342C-4B35-9D42-101C79B4A6A7}" type="datetimeFigureOut">
              <a:rPr kumimoji="1" lang="ja-JP" altLang="en-US" smtClean="0"/>
              <a:t>2026/9/30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17FCE3A-5003-4DF1-BA8D-0B49AA1BD04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00887964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ja-JP" altLang="en-US"/>
              <a:t>配置</a:t>
            </a:r>
            <a:r>
              <a:rPr kumimoji="1" lang="en-US" altLang="ja-JP"/>
              <a:t>: </a:t>
            </a:r>
            <a:r>
              <a:rPr kumimoji="1" lang="ja-JP" altLang="en-US"/>
              <a:t>題名を中央または左上の広い領域に、導入を下に置く
用途</a:t>
            </a:r>
            <a:r>
              <a:rPr kumimoji="1" lang="en-US" altLang="ja-JP"/>
              <a:t>: </a:t>
            </a:r>
            <a:r>
              <a:rPr kumimoji="1" lang="ja-JP" altLang="en-US"/>
              <a:t>題名と導入を大きく見せる表紙
注意</a:t>
            </a:r>
            <a:r>
              <a:rPr kumimoji="1" lang="en-US" altLang="ja-JP"/>
              <a:t>: </a:t>
            </a:r>
            <a:r>
              <a:rPr kumimoji="1" lang="ja-JP" altLang="en-US"/>
              <a:t>本文のページには使用しない
文字量</a:t>
            </a:r>
            <a:r>
              <a:rPr kumimoji="1" lang="en-US" altLang="ja-JP"/>
              <a:t>: </a:t>
            </a:r>
            <a:r>
              <a:rPr kumimoji="1" lang="ja-JP" altLang="en-US"/>
              <a:t>項目名</a:t>
            </a:r>
            <a:r>
              <a:rPr kumimoji="1" lang="en-US" altLang="ja-JP"/>
              <a:t>12</a:t>
            </a:r>
            <a:r>
              <a:rPr kumimoji="1" lang="ja-JP" altLang="en-US"/>
              <a:t>文字、説明</a:t>
            </a:r>
            <a:r>
              <a:rPr kumimoji="1" lang="en-US" altLang="ja-JP"/>
              <a:t>36</a:t>
            </a:r>
            <a:r>
              <a:rPr kumimoji="1" lang="ja-JP" altLang="en-US"/>
              <a:t>文字を目安にする。枠の実測を優先する。
動作確認用の架空データ。
内容</a:t>
            </a:r>
            <a:r>
              <a:rPr kumimoji="1" lang="en-US" altLang="ja-JP"/>
              <a:t>:
</a:t>
            </a:r>
            <a:r>
              <a:rPr kumimoji="1" lang="ja-JP" altLang="en-US"/>
              <a:t>端正なゴシック・編集できる図形
同じ条件で情報を確かめます。</a:t>
            </a:r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17FCE3A-5003-4DF1-BA8D-0B49AA1BD041}" type="slidenum">
              <a:rPr kumimoji="1" lang="ja-JP" altLang="en-US" smtClean="0"/>
              <a:t>1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37290726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ja-JP" altLang="en-US"/>
              <a:t>配置</a:t>
            </a:r>
            <a:r>
              <a:rPr kumimoji="1" lang="en-US" altLang="ja-JP"/>
              <a:t>: </a:t>
            </a:r>
            <a:r>
              <a:rPr kumimoji="1" lang="ja-JP" altLang="en-US"/>
              <a:t>各対象の名前を色帯に置き、その下の枠に同じ高さで説明をそろえる
用途</a:t>
            </a:r>
            <a:r>
              <a:rPr kumimoji="1" lang="en-US" altLang="ja-JP"/>
              <a:t>: </a:t>
            </a:r>
            <a:r>
              <a:rPr kumimoji="1" lang="ja-JP" altLang="en-US"/>
              <a:t>対象名と説明の対応をはっきりさせたい比較
注意</a:t>
            </a:r>
            <a:r>
              <a:rPr kumimoji="1" lang="en-US" altLang="ja-JP"/>
              <a:t>: </a:t>
            </a:r>
            <a:r>
              <a:rPr kumimoji="1" lang="ja-JP" altLang="en-US"/>
              <a:t>比較条件が違う対象は条件を明記する
文字量</a:t>
            </a:r>
            <a:r>
              <a:rPr kumimoji="1" lang="en-US" altLang="ja-JP"/>
              <a:t>: </a:t>
            </a:r>
            <a:r>
              <a:rPr kumimoji="1" lang="ja-JP" altLang="en-US"/>
              <a:t>対象名</a:t>
            </a:r>
            <a:r>
              <a:rPr kumimoji="1" lang="en-US" altLang="ja-JP"/>
              <a:t>18</a:t>
            </a:r>
            <a:r>
              <a:rPr kumimoji="1" lang="ja-JP" altLang="en-US"/>
              <a:t>文字、説明</a:t>
            </a:r>
            <a:r>
              <a:rPr kumimoji="1" lang="en-US" altLang="ja-JP"/>
              <a:t>75</a:t>
            </a:r>
            <a:r>
              <a:rPr kumimoji="1" lang="ja-JP" altLang="en-US"/>
              <a:t>文字。値を示す場合は単位と条件を残す。
動作確認用の架空データ。
内容</a:t>
            </a:r>
            <a:r>
              <a:rPr kumimoji="1" lang="en-US" altLang="ja-JP"/>
              <a:t>:
</a:t>
            </a:r>
            <a:r>
              <a:rPr kumimoji="1" lang="ja-JP" altLang="en-US"/>
              <a:t>要点と根拠を伝える
同じ条件で情報を確かめます。
項目</a:t>
            </a:r>
            <a:r>
              <a:rPr kumimoji="1" lang="en-US" altLang="ja-JP"/>
              <a:t>1 — </a:t>
            </a:r>
            <a:r>
              <a:rPr kumimoji="1" lang="ja-JP" altLang="en-US"/>
              <a:t>条件と根拠を示す。
項目</a:t>
            </a:r>
            <a:r>
              <a:rPr kumimoji="1" lang="en-US" altLang="ja-JP"/>
              <a:t>2 — </a:t>
            </a:r>
            <a:r>
              <a:rPr kumimoji="1" lang="ja-JP" altLang="en-US"/>
              <a:t>条件と根拠を示す。
項目</a:t>
            </a:r>
            <a:r>
              <a:rPr kumimoji="1" lang="en-US" altLang="ja-JP"/>
              <a:t>3 — </a:t>
            </a:r>
            <a:r>
              <a:rPr kumimoji="1" lang="ja-JP" altLang="en-US"/>
              <a:t>条件と根拠を示す。</a:t>
            </a:r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17FCE3A-5003-4DF1-BA8D-0B49AA1BD041}" type="slidenum">
              <a:rPr kumimoji="1" lang="ja-JP" altLang="en-US" smtClean="0"/>
              <a:t>2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11422730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ja-JP" altLang="en-US"/>
              <a:t>配置</a:t>
            </a:r>
            <a:r>
              <a:rPr kumimoji="1" lang="en-US" altLang="ja-JP"/>
              <a:t>: </a:t>
            </a:r>
            <a:r>
              <a:rPr kumimoji="1" lang="ja-JP" altLang="en-US"/>
              <a:t>横長の長方形ごとに、左へ項目名、右へ説明を配置
用途</a:t>
            </a:r>
            <a:r>
              <a:rPr kumimoji="1" lang="en-US" altLang="ja-JP"/>
              <a:t>: </a:t>
            </a:r>
            <a:r>
              <a:rPr kumimoji="1" lang="ja-JP" altLang="en-US"/>
              <a:t>各項目の説明が少し長い箇条書きを整理するとき
注意</a:t>
            </a:r>
            <a:r>
              <a:rPr kumimoji="1" lang="en-US" altLang="ja-JP"/>
              <a:t>: </a:t>
            </a:r>
            <a:r>
              <a:rPr kumimoji="1" lang="ja-JP" altLang="en-US"/>
              <a:t>順序・因果・優劣を配置だけで付けない
文字量</a:t>
            </a:r>
            <a:r>
              <a:rPr kumimoji="1" lang="en-US" altLang="ja-JP"/>
              <a:t>: </a:t>
            </a:r>
            <a:r>
              <a:rPr kumimoji="1" lang="ja-JP" altLang="en-US"/>
              <a:t>項目名</a:t>
            </a:r>
            <a:r>
              <a:rPr kumimoji="1" lang="en-US" altLang="ja-JP"/>
              <a:t>14</a:t>
            </a:r>
            <a:r>
              <a:rPr kumimoji="1" lang="ja-JP" altLang="en-US"/>
              <a:t>文字、説明</a:t>
            </a:r>
            <a:r>
              <a:rPr kumimoji="1" lang="en-US" altLang="ja-JP"/>
              <a:t>56</a:t>
            </a:r>
            <a:r>
              <a:rPr kumimoji="1" lang="ja-JP" altLang="en-US"/>
              <a:t>文字。</a:t>
            </a:r>
            <a:r>
              <a:rPr kumimoji="1" lang="en-US" altLang="ja-JP"/>
              <a:t>4</a:t>
            </a:r>
            <a:r>
              <a:rPr kumimoji="1" lang="ja-JP" altLang="en-US"/>
              <a:t>項目なら説明</a:t>
            </a:r>
            <a:r>
              <a:rPr kumimoji="1" lang="en-US" altLang="ja-JP"/>
              <a:t>40</a:t>
            </a:r>
            <a:r>
              <a:rPr kumimoji="1" lang="ja-JP" altLang="en-US"/>
              <a:t>文字。
動作確認用の架空データ。
内容</a:t>
            </a:r>
            <a:r>
              <a:rPr kumimoji="1" lang="en-US" altLang="ja-JP"/>
              <a:t>:
</a:t>
            </a:r>
            <a:r>
              <a:rPr kumimoji="1" lang="ja-JP" altLang="en-US"/>
              <a:t>要点と根拠を伝える
同じ条件で情報を確かめます。
項目</a:t>
            </a:r>
            <a:r>
              <a:rPr kumimoji="1" lang="en-US" altLang="ja-JP"/>
              <a:t>1 — </a:t>
            </a:r>
            <a:r>
              <a:rPr kumimoji="1" lang="ja-JP" altLang="en-US"/>
              <a:t>条件と根拠を示す。
項目</a:t>
            </a:r>
            <a:r>
              <a:rPr kumimoji="1" lang="en-US" altLang="ja-JP"/>
              <a:t>2 — </a:t>
            </a:r>
            <a:r>
              <a:rPr kumimoji="1" lang="ja-JP" altLang="en-US"/>
              <a:t>条件と根拠を示す。
項目</a:t>
            </a:r>
            <a:r>
              <a:rPr kumimoji="1" lang="en-US" altLang="ja-JP"/>
              <a:t>3 — </a:t>
            </a:r>
            <a:r>
              <a:rPr kumimoji="1" lang="ja-JP" altLang="en-US"/>
              <a:t>条件と根拠を示す。
項目</a:t>
            </a:r>
            <a:r>
              <a:rPr kumimoji="1" lang="en-US" altLang="ja-JP"/>
              <a:t>4 — </a:t>
            </a:r>
            <a:r>
              <a:rPr kumimoji="1" lang="ja-JP" altLang="en-US"/>
              <a:t>条件と根拠を示す。</a:t>
            </a:r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17FCE3A-5003-4DF1-BA8D-0B49AA1BD041}" type="slidenum">
              <a:rPr kumimoji="1" lang="ja-JP" altLang="en-US" smtClean="0"/>
              <a:t>3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0778078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ja-JP" altLang="en-US"/>
              <a:t>配置</a:t>
            </a:r>
            <a:r>
              <a:rPr kumimoji="1" lang="en-US" altLang="ja-JP"/>
              <a:t>: </a:t>
            </a:r>
            <a:r>
              <a:rPr kumimoji="1" lang="ja-JP" altLang="en-US"/>
              <a:t>上部中央に広い数式・概念、下部に具体例を横並び
用途</a:t>
            </a:r>
            <a:r>
              <a:rPr kumimoji="1" lang="en-US" altLang="ja-JP"/>
              <a:t>: </a:t>
            </a:r>
            <a:r>
              <a:rPr kumimoji="1" lang="ja-JP" altLang="en-US"/>
              <a:t>横に長い式や短い概念を見せたいとき
注意</a:t>
            </a:r>
            <a:r>
              <a:rPr kumimoji="1" lang="en-US" altLang="ja-JP"/>
              <a:t>: </a:t>
            </a:r>
            <a:r>
              <a:rPr kumimoji="1" lang="ja-JP" altLang="en-US"/>
              <a:t>数式と成立条件を保持する
文字量</a:t>
            </a:r>
            <a:r>
              <a:rPr kumimoji="1" lang="en-US" altLang="ja-JP"/>
              <a:t>: </a:t>
            </a:r>
            <a:r>
              <a:rPr kumimoji="1" lang="ja-JP" altLang="en-US"/>
              <a:t>項目名</a:t>
            </a:r>
            <a:r>
              <a:rPr kumimoji="1" lang="en-US" altLang="ja-JP"/>
              <a:t>12</a:t>
            </a:r>
            <a:r>
              <a:rPr kumimoji="1" lang="ja-JP" altLang="en-US"/>
              <a:t>文字、説明</a:t>
            </a:r>
            <a:r>
              <a:rPr kumimoji="1" lang="en-US" altLang="ja-JP"/>
              <a:t>32</a:t>
            </a:r>
            <a:r>
              <a:rPr kumimoji="1" lang="ja-JP" altLang="en-US"/>
              <a:t>文字。要旨は</a:t>
            </a:r>
            <a:r>
              <a:rPr kumimoji="1" lang="en-US" altLang="ja-JP"/>
              <a:t>36</a:t>
            </a:r>
            <a:r>
              <a:rPr kumimoji="1" lang="ja-JP" altLang="en-US"/>
              <a:t>文字以内を目安。長文は要約する。
動作確認用の架空データ。
内容</a:t>
            </a:r>
            <a:r>
              <a:rPr kumimoji="1" lang="en-US" altLang="ja-JP"/>
              <a:t>:
</a:t>
            </a:r>
            <a:r>
              <a:rPr kumimoji="1" lang="ja-JP" altLang="en-US"/>
              <a:t>要点と根拠を伝える
同じ条件で情報を確かめます。
項目</a:t>
            </a:r>
            <a:r>
              <a:rPr kumimoji="1" lang="en-US" altLang="ja-JP"/>
              <a:t>1 — </a:t>
            </a:r>
            <a:r>
              <a:rPr kumimoji="1" lang="ja-JP" altLang="en-US"/>
              <a:t>条件と根拠を示す。
項目</a:t>
            </a:r>
            <a:r>
              <a:rPr kumimoji="1" lang="en-US" altLang="ja-JP"/>
              <a:t>2 — </a:t>
            </a:r>
            <a:r>
              <a:rPr kumimoji="1" lang="ja-JP" altLang="en-US"/>
              <a:t>条件と根拠を示す。
項目</a:t>
            </a:r>
            <a:r>
              <a:rPr kumimoji="1" lang="en-US" altLang="ja-JP"/>
              <a:t>3 — </a:t>
            </a:r>
            <a:r>
              <a:rPr kumimoji="1" lang="ja-JP" altLang="en-US"/>
              <a:t>条件と根拠を示す。
</a:t>
            </a:r>
            <a:r>
              <a:rPr kumimoji="1" lang="en-US" altLang="ja-JP"/>
              <a:t>1 + 3 + 5 = 9
</a:t>
            </a:r>
            <a:r>
              <a:rPr kumimoji="1" lang="ja-JP" altLang="en-US"/>
              <a:t>最初の</a:t>
            </a:r>
            <a:r>
              <a:rPr kumimoji="1" lang="en-US" altLang="ja-JP"/>
              <a:t>3</a:t>
            </a:r>
            <a:r>
              <a:rPr kumimoji="1" lang="ja-JP" altLang="en-US"/>
              <a:t>個の奇数の和。</a:t>
            </a:r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17FCE3A-5003-4DF1-BA8D-0B49AA1BD041}" type="slidenum">
              <a:rPr kumimoji="1" lang="ja-JP" altLang="en-US" smtClean="0"/>
              <a:t>4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8750487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0BE68BD-B645-EB23-FA00-B46BBC4757F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0229E20A-98CC-A618-C288-0D9C3303B7E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45E44598-15B1-AA9E-447A-6274017EAD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20E280-3D26-4127-8589-52D88DE6168E}" type="datetimeFigureOut">
              <a:rPr kumimoji="1" lang="ja-JP" altLang="en-US" smtClean="0"/>
              <a:t>2026/9/30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FD918DA4-677C-3C6C-F538-E700A716F1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212696C7-DF2F-F5F2-0FAC-5872AC033D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F13281-9BEC-470C-AB35-9056203BB7A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817961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D05A392-7E5C-DA9E-1247-11A2147FF7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BCD31DB2-7ED9-9D41-F73F-19B73A71AD4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337EDBD2-9586-87F1-8E76-ADCD88277B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20E280-3D26-4127-8589-52D88DE6168E}" type="datetimeFigureOut">
              <a:rPr kumimoji="1" lang="ja-JP" altLang="en-US" smtClean="0"/>
              <a:t>2026/9/30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B49F7AC1-2C43-3751-5B6A-7AE645F67C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5C7C6886-0023-59C6-D2EB-25994103E1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F13281-9BEC-470C-AB35-9056203BB7A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6102678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1C7EEAD-6FED-6E24-3C95-9C220B48D6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864D7B39-CCF2-4A80-2951-F89F4965647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736DAA50-F427-39E7-60C6-BE287E4D00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20E280-3D26-4127-8589-52D88DE6168E}" type="datetimeFigureOut">
              <a:rPr kumimoji="1" lang="ja-JP" altLang="en-US" smtClean="0"/>
              <a:t>2026/9/30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408D53A9-6CE8-54FB-B6A3-CC34557134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9DAA1BBA-AF92-14F5-09BD-46C6352D46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F13281-9BEC-470C-AB35-9056203BB7A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43663894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9013278-4AB8-F284-C39D-E561F1300D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B6B00D51-1CE4-E7A6-93DF-BDA340EFE69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1EF0D4DA-58BB-24CD-AE78-EAF8EFCDF02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47BF7900-5B89-C504-5558-79F9679BB3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20E280-3D26-4127-8589-52D88DE6168E}" type="datetimeFigureOut">
              <a:rPr kumimoji="1" lang="ja-JP" altLang="en-US" smtClean="0"/>
              <a:t>2026/9/30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918093CB-53E5-C4A3-66F0-A34E7818B1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4610F0CB-1382-9FDF-29D5-C4209B69B0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F13281-9BEC-470C-AB35-9056203BB7A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2096063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2383010-4892-B564-8CA6-773B0BF736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7AE1B427-55FF-6389-3081-9DCD9DE2040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7C976A32-E0AB-71BD-D8EA-D567E82E46F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6DCD17A1-3EBF-C0FE-5ADE-454C766A8A3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1D7F8E0D-3B04-50FD-119C-49FD491D38F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56ED56D1-9C9C-D0D4-58E3-70ABB3A479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20E280-3D26-4127-8589-52D88DE6168E}" type="datetimeFigureOut">
              <a:rPr kumimoji="1" lang="ja-JP" altLang="en-US" smtClean="0"/>
              <a:t>2026/9/30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EE3EFCA2-BE7D-D4E4-46D9-FA4DFBD329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EF85BBAD-0337-66FF-D973-4459265FF8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F13281-9BEC-470C-AB35-9056203BB7A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331054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8F111F0-31FD-0617-9E2B-9BEFF0EE2B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38007119-1BF9-F348-8685-4FB1BAA79C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20E280-3D26-4127-8589-52D88DE6168E}" type="datetimeFigureOut">
              <a:rPr kumimoji="1" lang="ja-JP" altLang="en-US" smtClean="0"/>
              <a:t>2026/9/30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A819401A-3F34-D2D1-A52D-576627D2A4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3EFC7AD2-A6F5-5D40-A4FA-24871E4F99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F13281-9BEC-470C-AB35-9056203BB7A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303485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2CBCE575-6269-2167-8507-BE5C313967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20E280-3D26-4127-8589-52D88DE6168E}" type="datetimeFigureOut">
              <a:rPr kumimoji="1" lang="ja-JP" altLang="en-US" smtClean="0"/>
              <a:t>2026/9/30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460F3773-62A8-7174-FB12-0324C0253C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7970D032-754B-F712-3C4A-092EBADD67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F13281-9BEC-470C-AB35-9056203BB7A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7181986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F7BD8A4-EAB8-2064-7753-A737A4C33D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60F14118-C524-14B6-2820-2CCB6503E83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C91B8B47-D16B-6231-E3D7-0D3F15368AD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05B2DBA7-44E9-E8B0-306E-1233F33B9F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20E280-3D26-4127-8589-52D88DE6168E}" type="datetimeFigureOut">
              <a:rPr kumimoji="1" lang="ja-JP" altLang="en-US" smtClean="0"/>
              <a:t>2026/9/30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9168F88F-02B2-FA2B-733D-BEE55B122A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76638E8A-1823-6A70-1203-A5730DD479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F13281-9BEC-470C-AB35-9056203BB7A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51522804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B021022-83E3-8B5A-D4D5-F4F39D972A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769F21AD-E0AB-9A3B-543C-F5E03DF0AF4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3AD43431-B2DA-8350-5022-A94F6FE76DE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14D1E28A-EE0D-BA01-3CED-94E658F54B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20E280-3D26-4127-8589-52D88DE6168E}" type="datetimeFigureOut">
              <a:rPr kumimoji="1" lang="ja-JP" altLang="en-US" smtClean="0"/>
              <a:t>2026/9/30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156CBD1A-D846-3024-AE8A-55101FD2BF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812B598F-8470-6C98-F1C3-9648A110C6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F13281-9BEC-470C-AB35-9056203BB7A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20531353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ADC4989-A984-DF4D-378B-460BD49F32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BBE0A703-F21E-3F22-3888-64C5E1D97ED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985F9975-5CAD-0145-AE38-0DBE0E8498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20E280-3D26-4127-8589-52D88DE6168E}" type="datetimeFigureOut">
              <a:rPr kumimoji="1" lang="ja-JP" altLang="en-US" smtClean="0"/>
              <a:t>2026/9/30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B594186D-685B-B1C1-60AE-40CEA36161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1A44D6B0-1FC5-B7EB-3757-502110AF14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F13281-9BEC-470C-AB35-9056203BB7A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161337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99CFC6DB-8869-37D8-F36E-FBB2E049790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B100848B-6817-33DD-5BB3-B49EE87B47E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DD874F0A-179E-93CB-C22E-C2022CFFBF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20E280-3D26-4127-8589-52D88DE6168E}" type="datetimeFigureOut">
              <a:rPr kumimoji="1" lang="ja-JP" altLang="en-US" smtClean="0"/>
              <a:t>2026/9/30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BDE9F854-B616-4841-3E1B-B4DB7DC181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B1948CCB-A3C7-E5DD-90D2-292BD9473E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F13281-9BEC-470C-AB35-9056203BB7A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3889444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DF8A5BB5-CF1D-5AAB-6FE4-78C3FE02B4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B4408140-CEFC-B529-90F5-54085B49974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1608FD0C-FE73-D41C-C68E-281B74F8780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420E280-3D26-4127-8589-52D88DE6168E}" type="datetimeFigureOut">
              <a:rPr kumimoji="1" lang="ja-JP" altLang="en-US" smtClean="0"/>
              <a:t>2026/9/30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627EA415-77C4-DA24-B87B-E3617E13321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FAA225C5-2065-C316-F111-69B19B00121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DF13281-9BEC-470C-AB35-9056203BB7A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9238335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DE_1">
    <p:bg>
      <p:bgPr>
        <a:solidFill>
          <a:srgbClr val="1826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181C3564-4840-8A84-4A65-892F7EAC341D}"/>
              </a:ext>
            </a:extLst>
          </p:cNvPr>
          <p:cNvSpPr/>
          <p:nvPr/>
        </p:nvSpPr>
        <p:spPr>
          <a:xfrm>
            <a:off x="0" y="0"/>
            <a:ext cx="3048000" cy="6858000"/>
          </a:xfrm>
          <a:prstGeom prst="rect">
            <a:avLst/>
          </a:prstGeom>
          <a:solidFill>
            <a:srgbClr val="9DCA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9A2E7789-DD7A-947C-D6AB-88E60C820D5F}"/>
              </a:ext>
            </a:extLst>
          </p:cNvPr>
          <p:cNvSpPr/>
          <p:nvPr/>
        </p:nvSpPr>
        <p:spPr>
          <a:xfrm>
            <a:off x="3048000" y="0"/>
            <a:ext cx="9144000" cy="254000"/>
          </a:xfrm>
          <a:prstGeom prst="rect">
            <a:avLst/>
          </a:prstGeom>
          <a:solidFill>
            <a:srgbClr val="283A5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20D29252-7C3D-5F71-44CF-CAD7F2CC9625}"/>
              </a:ext>
            </a:extLst>
          </p:cNvPr>
          <p:cNvSpPr txBox="1"/>
          <p:nvPr/>
        </p:nvSpPr>
        <p:spPr>
          <a:xfrm>
            <a:off x="3606800" y="1371600"/>
            <a:ext cx="7874000" cy="28067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4200" b="1">
                <a:solidFill>
                  <a:srgbClr val="F8F9FC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ルミナス </a:t>
            </a:r>
            <a:r>
              <a:rPr kumimoji="1" lang="en-US" altLang="ja-JP" sz="4200" b="1">
                <a:solidFill>
                  <a:srgbClr val="F8F9FC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/ </a:t>
            </a:r>
            <a:r>
              <a:rPr kumimoji="1" lang="ja-JP" altLang="en-US" sz="4200" b="1">
                <a:solidFill>
                  <a:srgbClr val="F8F9FC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書体と配色</a:t>
            </a: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423BF01C-DA54-DC02-E177-DD4A32F131DD}"/>
              </a:ext>
            </a:extLst>
          </p:cNvPr>
          <p:cNvSpPr txBox="1"/>
          <p:nvPr/>
        </p:nvSpPr>
        <p:spPr>
          <a:xfrm>
            <a:off x="3632200" y="4737100"/>
            <a:ext cx="7670800" cy="11811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2300">
                <a:solidFill>
                  <a:srgbClr val="C0CCE4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端正なゴシック・編集できる図形</a:t>
            </a:r>
          </a:p>
        </p:txBody>
      </p:sp>
      <p:cxnSp>
        <p:nvCxnSpPr>
          <p:cNvPr id="6" name="直線コネクタ 5">
            <a:extLst>
              <a:ext uri="{FF2B5EF4-FFF2-40B4-BE49-F238E27FC236}">
                <a16:creationId xmlns:a16="http://schemas.microsoft.com/office/drawing/2014/main" id="{D0D0DE0B-E952-2E40-8E90-815B1FA52BA5}"/>
              </a:ext>
            </a:extLst>
          </p:cNvPr>
          <p:cNvCxnSpPr/>
          <p:nvPr/>
        </p:nvCxnSpPr>
        <p:spPr>
          <a:xfrm>
            <a:off x="711200" y="6299200"/>
            <a:ext cx="10769600" cy="0"/>
          </a:xfrm>
          <a:prstGeom prst="line">
            <a:avLst/>
          </a:prstGeom>
          <a:ln w="12700">
            <a:solidFill>
              <a:srgbClr val="283A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48EBC4C1-500C-37BA-3475-CDE79D58CC55}"/>
              </a:ext>
            </a:extLst>
          </p:cNvPr>
          <p:cNvSpPr txBox="1"/>
          <p:nvPr/>
        </p:nvSpPr>
        <p:spPr>
          <a:xfrm>
            <a:off x="10629900" y="6413500"/>
            <a:ext cx="850900" cy="279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kumimoji="1" lang="en-US" altLang="ja-JP" sz="1000">
                <a:solidFill>
                  <a:srgbClr val="C0CCE4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1 / 4</a:t>
            </a:r>
            <a:endParaRPr kumimoji="1" lang="ja-JP" altLang="en-US" sz="1000">
              <a:solidFill>
                <a:srgbClr val="C0CCE4"/>
              </a:solidFill>
              <a:latin typeface="Yu Gothic Medium" panose="020B0500000000000000" pitchFamily="50" charset="-128"/>
              <a:ea typeface="Yu Gothic Medium" panose="020B0500000000000000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16054162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DE_2">
    <p:bg>
      <p:bgPr>
        <a:solidFill>
          <a:srgbClr val="1826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12381B88-FB7C-C845-97E4-FB81A01784B2}"/>
              </a:ext>
            </a:extLst>
          </p:cNvPr>
          <p:cNvSpPr/>
          <p:nvPr/>
        </p:nvSpPr>
        <p:spPr>
          <a:xfrm>
            <a:off x="304800" y="584200"/>
            <a:ext cx="76200" cy="927100"/>
          </a:xfrm>
          <a:prstGeom prst="rect">
            <a:avLst/>
          </a:prstGeom>
          <a:solidFill>
            <a:srgbClr val="9DCA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86365C7B-76E8-DEF5-09BA-B47C118B58F8}"/>
              </a:ext>
            </a:extLst>
          </p:cNvPr>
          <p:cNvSpPr txBox="1"/>
          <p:nvPr/>
        </p:nvSpPr>
        <p:spPr>
          <a:xfrm>
            <a:off x="711200" y="571500"/>
            <a:ext cx="10769600" cy="10541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3000" b="1">
                <a:solidFill>
                  <a:srgbClr val="F8F9FC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色の見出しと囲まれた比較</a:t>
            </a:r>
          </a:p>
        </p:txBody>
      </p:sp>
      <p:cxnSp>
        <p:nvCxnSpPr>
          <p:cNvPr id="4" name="直線コネクタ 3">
            <a:extLst>
              <a:ext uri="{FF2B5EF4-FFF2-40B4-BE49-F238E27FC236}">
                <a16:creationId xmlns:a16="http://schemas.microsoft.com/office/drawing/2014/main" id="{56D1636D-3DD5-60F4-B4E5-2D052BD45310}"/>
              </a:ext>
            </a:extLst>
          </p:cNvPr>
          <p:cNvCxnSpPr/>
          <p:nvPr/>
        </p:nvCxnSpPr>
        <p:spPr>
          <a:xfrm>
            <a:off x="711200" y="1765300"/>
            <a:ext cx="10769600" cy="0"/>
          </a:xfrm>
          <a:prstGeom prst="line">
            <a:avLst/>
          </a:prstGeom>
          <a:ln w="12700">
            <a:solidFill>
              <a:srgbClr val="283A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908820AD-EAD2-76EE-AD32-B80EA3E829D7}"/>
              </a:ext>
            </a:extLst>
          </p:cNvPr>
          <p:cNvSpPr/>
          <p:nvPr/>
        </p:nvSpPr>
        <p:spPr>
          <a:xfrm>
            <a:off x="711200" y="2019300"/>
            <a:ext cx="3386667" cy="4013200"/>
          </a:xfrm>
          <a:prstGeom prst="rect">
            <a:avLst/>
          </a:prstGeom>
          <a:solidFill>
            <a:srgbClr val="182644"/>
          </a:solidFill>
          <a:ln w="12700">
            <a:solidFill>
              <a:srgbClr val="9DCA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8C257316-F180-F906-B06B-14E9A0FDB641}"/>
              </a:ext>
            </a:extLst>
          </p:cNvPr>
          <p:cNvSpPr/>
          <p:nvPr/>
        </p:nvSpPr>
        <p:spPr>
          <a:xfrm>
            <a:off x="711200" y="2019300"/>
            <a:ext cx="38100" cy="4013200"/>
          </a:xfrm>
          <a:prstGeom prst="rect">
            <a:avLst/>
          </a:prstGeom>
          <a:solidFill>
            <a:srgbClr val="9DCA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B5E5FC71-2D93-BC40-8A8A-E6A42A1AD148}"/>
              </a:ext>
            </a:extLst>
          </p:cNvPr>
          <p:cNvSpPr/>
          <p:nvPr/>
        </p:nvSpPr>
        <p:spPr>
          <a:xfrm>
            <a:off x="711200" y="2019300"/>
            <a:ext cx="3386667" cy="1054100"/>
          </a:xfrm>
          <a:prstGeom prst="rect">
            <a:avLst/>
          </a:prstGeom>
          <a:solidFill>
            <a:srgbClr val="9DCA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77E33043-66C3-D015-B53A-D2A1341F6E2D}"/>
              </a:ext>
            </a:extLst>
          </p:cNvPr>
          <p:cNvSpPr txBox="1"/>
          <p:nvPr/>
        </p:nvSpPr>
        <p:spPr>
          <a:xfrm>
            <a:off x="914400" y="2222500"/>
            <a:ext cx="2980267" cy="7239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2200" b="1">
                <a:solidFill>
                  <a:srgbClr val="18232F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項目</a:t>
            </a:r>
            <a:r>
              <a:rPr kumimoji="1" lang="en-US" altLang="ja-JP" sz="2200" b="1">
                <a:solidFill>
                  <a:srgbClr val="18232F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1</a:t>
            </a:r>
            <a:endParaRPr kumimoji="1" lang="ja-JP" altLang="en-US" sz="2200" b="1">
              <a:solidFill>
                <a:srgbClr val="18232F"/>
              </a:solidFill>
              <a:latin typeface="Yu Gothic Medium" panose="020B0500000000000000" pitchFamily="50" charset="-128"/>
              <a:ea typeface="Yu Gothic Medium" panose="020B0500000000000000" pitchFamily="50" charset="-128"/>
            </a:endParaRPr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CA2CF16F-F96C-B4E1-571E-AEBCB1BAFA86}"/>
              </a:ext>
            </a:extLst>
          </p:cNvPr>
          <p:cNvSpPr txBox="1"/>
          <p:nvPr/>
        </p:nvSpPr>
        <p:spPr>
          <a:xfrm>
            <a:off x="939800" y="3327400"/>
            <a:ext cx="2929467" cy="24511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1900">
                <a:solidFill>
                  <a:srgbClr val="F8F9FC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条件と根拠を示す。</a:t>
            </a:r>
          </a:p>
        </p:txBody>
      </p:sp>
      <p:sp>
        <p:nvSpPr>
          <p:cNvPr id="10" name="正方形/長方形 9">
            <a:extLst>
              <a:ext uri="{FF2B5EF4-FFF2-40B4-BE49-F238E27FC236}">
                <a16:creationId xmlns:a16="http://schemas.microsoft.com/office/drawing/2014/main" id="{34233D14-CBD1-047E-671E-A261A6D82B28}"/>
              </a:ext>
            </a:extLst>
          </p:cNvPr>
          <p:cNvSpPr/>
          <p:nvPr/>
        </p:nvSpPr>
        <p:spPr>
          <a:xfrm>
            <a:off x="4402667" y="2019300"/>
            <a:ext cx="3386666" cy="4013200"/>
          </a:xfrm>
          <a:prstGeom prst="rect">
            <a:avLst/>
          </a:prstGeom>
          <a:solidFill>
            <a:srgbClr val="182644"/>
          </a:solidFill>
          <a:ln w="12700">
            <a:solidFill>
              <a:srgbClr val="F5ADD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1" name="正方形/長方形 10">
            <a:extLst>
              <a:ext uri="{FF2B5EF4-FFF2-40B4-BE49-F238E27FC236}">
                <a16:creationId xmlns:a16="http://schemas.microsoft.com/office/drawing/2014/main" id="{31306264-59F4-2C7D-5FB7-CC57E2F61C6F}"/>
              </a:ext>
            </a:extLst>
          </p:cNvPr>
          <p:cNvSpPr/>
          <p:nvPr/>
        </p:nvSpPr>
        <p:spPr>
          <a:xfrm>
            <a:off x="4402667" y="2019300"/>
            <a:ext cx="38100" cy="4013200"/>
          </a:xfrm>
          <a:prstGeom prst="rect">
            <a:avLst/>
          </a:prstGeom>
          <a:solidFill>
            <a:srgbClr val="F5ADD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2" name="正方形/長方形 11">
            <a:extLst>
              <a:ext uri="{FF2B5EF4-FFF2-40B4-BE49-F238E27FC236}">
                <a16:creationId xmlns:a16="http://schemas.microsoft.com/office/drawing/2014/main" id="{D7BB5E60-5666-A278-3CA4-980580DC0323}"/>
              </a:ext>
            </a:extLst>
          </p:cNvPr>
          <p:cNvSpPr/>
          <p:nvPr/>
        </p:nvSpPr>
        <p:spPr>
          <a:xfrm>
            <a:off x="4402667" y="2019300"/>
            <a:ext cx="3386666" cy="1054100"/>
          </a:xfrm>
          <a:prstGeom prst="rect">
            <a:avLst/>
          </a:prstGeom>
          <a:solidFill>
            <a:srgbClr val="F5ADD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1B38C617-7006-ACD6-D938-F3B703488C2F}"/>
              </a:ext>
            </a:extLst>
          </p:cNvPr>
          <p:cNvSpPr txBox="1"/>
          <p:nvPr/>
        </p:nvSpPr>
        <p:spPr>
          <a:xfrm>
            <a:off x="4605867" y="2222500"/>
            <a:ext cx="2980267" cy="7239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2200" b="1">
                <a:solidFill>
                  <a:srgbClr val="18232F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項目</a:t>
            </a:r>
            <a:r>
              <a:rPr kumimoji="1" lang="en-US" altLang="ja-JP" sz="2200" b="1">
                <a:solidFill>
                  <a:srgbClr val="18232F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2</a:t>
            </a:r>
            <a:endParaRPr kumimoji="1" lang="ja-JP" altLang="en-US" sz="2200" b="1">
              <a:solidFill>
                <a:srgbClr val="18232F"/>
              </a:solidFill>
              <a:latin typeface="Yu Gothic Medium" panose="020B0500000000000000" pitchFamily="50" charset="-128"/>
              <a:ea typeface="Yu Gothic Medium" panose="020B0500000000000000" pitchFamily="50" charset="-128"/>
            </a:endParaRPr>
          </a:p>
        </p:txBody>
      </p:sp>
      <p:sp>
        <p:nvSpPr>
          <p:cNvPr id="14" name="テキスト ボックス 13">
            <a:extLst>
              <a:ext uri="{FF2B5EF4-FFF2-40B4-BE49-F238E27FC236}">
                <a16:creationId xmlns:a16="http://schemas.microsoft.com/office/drawing/2014/main" id="{061548D5-3EA9-39A3-8ABA-11DCE4B6F36E}"/>
              </a:ext>
            </a:extLst>
          </p:cNvPr>
          <p:cNvSpPr txBox="1"/>
          <p:nvPr/>
        </p:nvSpPr>
        <p:spPr>
          <a:xfrm>
            <a:off x="4631267" y="3327400"/>
            <a:ext cx="2929467" cy="24511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1900">
                <a:solidFill>
                  <a:srgbClr val="F8F9FC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条件と根拠を示す。</a:t>
            </a:r>
          </a:p>
        </p:txBody>
      </p:sp>
      <p:sp>
        <p:nvSpPr>
          <p:cNvPr id="15" name="正方形/長方形 14">
            <a:extLst>
              <a:ext uri="{FF2B5EF4-FFF2-40B4-BE49-F238E27FC236}">
                <a16:creationId xmlns:a16="http://schemas.microsoft.com/office/drawing/2014/main" id="{228CC61B-5BB7-7E2B-1714-6DD4122B0A55}"/>
              </a:ext>
            </a:extLst>
          </p:cNvPr>
          <p:cNvSpPr/>
          <p:nvPr/>
        </p:nvSpPr>
        <p:spPr>
          <a:xfrm>
            <a:off x="8094133" y="2019300"/>
            <a:ext cx="3386667" cy="4013200"/>
          </a:xfrm>
          <a:prstGeom prst="rect">
            <a:avLst/>
          </a:prstGeom>
          <a:solidFill>
            <a:srgbClr val="182644"/>
          </a:solidFill>
          <a:ln w="12700">
            <a:solidFill>
              <a:srgbClr val="F0D39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6" name="正方形/長方形 15">
            <a:extLst>
              <a:ext uri="{FF2B5EF4-FFF2-40B4-BE49-F238E27FC236}">
                <a16:creationId xmlns:a16="http://schemas.microsoft.com/office/drawing/2014/main" id="{1D85AEC3-2445-C977-C66B-39566103DB50}"/>
              </a:ext>
            </a:extLst>
          </p:cNvPr>
          <p:cNvSpPr/>
          <p:nvPr/>
        </p:nvSpPr>
        <p:spPr>
          <a:xfrm>
            <a:off x="8094133" y="2019300"/>
            <a:ext cx="38100" cy="4013200"/>
          </a:xfrm>
          <a:prstGeom prst="rect">
            <a:avLst/>
          </a:prstGeom>
          <a:solidFill>
            <a:srgbClr val="F0D396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7" name="正方形/長方形 16">
            <a:extLst>
              <a:ext uri="{FF2B5EF4-FFF2-40B4-BE49-F238E27FC236}">
                <a16:creationId xmlns:a16="http://schemas.microsoft.com/office/drawing/2014/main" id="{E097BE6A-4A5A-3A63-2A35-E0580CD93D87}"/>
              </a:ext>
            </a:extLst>
          </p:cNvPr>
          <p:cNvSpPr/>
          <p:nvPr/>
        </p:nvSpPr>
        <p:spPr>
          <a:xfrm>
            <a:off x="8094133" y="2019300"/>
            <a:ext cx="3386667" cy="1054100"/>
          </a:xfrm>
          <a:prstGeom prst="rect">
            <a:avLst/>
          </a:prstGeom>
          <a:solidFill>
            <a:srgbClr val="F0D396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8" name="テキスト ボックス 17">
            <a:extLst>
              <a:ext uri="{FF2B5EF4-FFF2-40B4-BE49-F238E27FC236}">
                <a16:creationId xmlns:a16="http://schemas.microsoft.com/office/drawing/2014/main" id="{AA919B89-2486-3370-C24B-FEBE1DF14CCA}"/>
              </a:ext>
            </a:extLst>
          </p:cNvPr>
          <p:cNvSpPr txBox="1"/>
          <p:nvPr/>
        </p:nvSpPr>
        <p:spPr>
          <a:xfrm>
            <a:off x="8297333" y="2222500"/>
            <a:ext cx="2980267" cy="7239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2200" b="1">
                <a:solidFill>
                  <a:srgbClr val="18232F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項目</a:t>
            </a:r>
            <a:r>
              <a:rPr kumimoji="1" lang="en-US" altLang="ja-JP" sz="2200" b="1">
                <a:solidFill>
                  <a:srgbClr val="18232F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3</a:t>
            </a:r>
            <a:endParaRPr kumimoji="1" lang="ja-JP" altLang="en-US" sz="2200" b="1">
              <a:solidFill>
                <a:srgbClr val="18232F"/>
              </a:solidFill>
              <a:latin typeface="Yu Gothic Medium" panose="020B0500000000000000" pitchFamily="50" charset="-128"/>
              <a:ea typeface="Yu Gothic Medium" panose="020B0500000000000000" pitchFamily="50" charset="-128"/>
            </a:endParaRPr>
          </a:p>
        </p:txBody>
      </p:sp>
      <p:sp>
        <p:nvSpPr>
          <p:cNvPr id="19" name="テキスト ボックス 18">
            <a:extLst>
              <a:ext uri="{FF2B5EF4-FFF2-40B4-BE49-F238E27FC236}">
                <a16:creationId xmlns:a16="http://schemas.microsoft.com/office/drawing/2014/main" id="{817F4A9C-2176-5539-C157-610F7B164E00}"/>
              </a:ext>
            </a:extLst>
          </p:cNvPr>
          <p:cNvSpPr txBox="1"/>
          <p:nvPr/>
        </p:nvSpPr>
        <p:spPr>
          <a:xfrm>
            <a:off x="8322733" y="3327400"/>
            <a:ext cx="2929467" cy="24511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1900">
                <a:solidFill>
                  <a:srgbClr val="F8F9FC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条件と根拠を示す。</a:t>
            </a:r>
          </a:p>
        </p:txBody>
      </p:sp>
      <p:cxnSp>
        <p:nvCxnSpPr>
          <p:cNvPr id="20" name="直線コネクタ 19">
            <a:extLst>
              <a:ext uri="{FF2B5EF4-FFF2-40B4-BE49-F238E27FC236}">
                <a16:creationId xmlns:a16="http://schemas.microsoft.com/office/drawing/2014/main" id="{68A1AEDE-85A1-9FA0-6DC6-E07C30728C19}"/>
              </a:ext>
            </a:extLst>
          </p:cNvPr>
          <p:cNvCxnSpPr/>
          <p:nvPr/>
        </p:nvCxnSpPr>
        <p:spPr>
          <a:xfrm>
            <a:off x="711200" y="6299200"/>
            <a:ext cx="10769600" cy="0"/>
          </a:xfrm>
          <a:prstGeom prst="line">
            <a:avLst/>
          </a:prstGeom>
          <a:ln w="12700">
            <a:solidFill>
              <a:srgbClr val="283A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テキスト ボックス 20">
            <a:extLst>
              <a:ext uri="{FF2B5EF4-FFF2-40B4-BE49-F238E27FC236}">
                <a16:creationId xmlns:a16="http://schemas.microsoft.com/office/drawing/2014/main" id="{2CFAEAD7-21D9-6D1E-7C68-08E9390D6CDB}"/>
              </a:ext>
            </a:extLst>
          </p:cNvPr>
          <p:cNvSpPr txBox="1"/>
          <p:nvPr/>
        </p:nvSpPr>
        <p:spPr>
          <a:xfrm>
            <a:off x="10629900" y="6413500"/>
            <a:ext cx="850900" cy="279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kumimoji="1" lang="en-US" altLang="ja-JP" sz="1000">
                <a:solidFill>
                  <a:srgbClr val="C0CCE4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2 / 4</a:t>
            </a:r>
            <a:endParaRPr kumimoji="1" lang="ja-JP" altLang="en-US" sz="1000">
              <a:solidFill>
                <a:srgbClr val="C0CCE4"/>
              </a:solidFill>
              <a:latin typeface="Yu Gothic Medium" panose="020B0500000000000000" pitchFamily="50" charset="-128"/>
              <a:ea typeface="Yu Gothic Medium" panose="020B0500000000000000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56203914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DE_3">
    <p:bg>
      <p:bgPr>
        <a:solidFill>
          <a:srgbClr val="1826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3308149B-0030-2997-E45B-A10FBDDEF46A}"/>
              </a:ext>
            </a:extLst>
          </p:cNvPr>
          <p:cNvSpPr/>
          <p:nvPr/>
        </p:nvSpPr>
        <p:spPr>
          <a:xfrm>
            <a:off x="304800" y="584200"/>
            <a:ext cx="76200" cy="927100"/>
          </a:xfrm>
          <a:prstGeom prst="rect">
            <a:avLst/>
          </a:prstGeom>
          <a:solidFill>
            <a:srgbClr val="9DCA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CD050155-A11C-0C7C-CB16-C79069831A83}"/>
              </a:ext>
            </a:extLst>
          </p:cNvPr>
          <p:cNvSpPr txBox="1"/>
          <p:nvPr/>
        </p:nvSpPr>
        <p:spPr>
          <a:xfrm>
            <a:off x="711200" y="571500"/>
            <a:ext cx="10769600" cy="10541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3000" b="1">
                <a:solidFill>
                  <a:srgbClr val="F8F9FC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色面で分ける横の説明</a:t>
            </a:r>
          </a:p>
        </p:txBody>
      </p:sp>
      <p:cxnSp>
        <p:nvCxnSpPr>
          <p:cNvPr id="4" name="直線コネクタ 3">
            <a:extLst>
              <a:ext uri="{FF2B5EF4-FFF2-40B4-BE49-F238E27FC236}">
                <a16:creationId xmlns:a16="http://schemas.microsoft.com/office/drawing/2014/main" id="{18A8BBDC-4458-DBAB-EBA0-A78C25D29FC6}"/>
              </a:ext>
            </a:extLst>
          </p:cNvPr>
          <p:cNvCxnSpPr/>
          <p:nvPr/>
        </p:nvCxnSpPr>
        <p:spPr>
          <a:xfrm>
            <a:off x="711200" y="1765300"/>
            <a:ext cx="10769600" cy="0"/>
          </a:xfrm>
          <a:prstGeom prst="line">
            <a:avLst/>
          </a:prstGeom>
          <a:ln w="12700">
            <a:solidFill>
              <a:srgbClr val="283A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9799AF7E-8237-FFE8-D35C-33CD42ABB58E}"/>
              </a:ext>
            </a:extLst>
          </p:cNvPr>
          <p:cNvSpPr/>
          <p:nvPr/>
        </p:nvSpPr>
        <p:spPr>
          <a:xfrm>
            <a:off x="711200" y="2019300"/>
            <a:ext cx="10769600" cy="876300"/>
          </a:xfrm>
          <a:prstGeom prst="rect">
            <a:avLst/>
          </a:prstGeom>
          <a:solidFill>
            <a:srgbClr val="2B3D5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0A7594B2-58BE-A676-E52F-69B047FE632A}"/>
              </a:ext>
            </a:extLst>
          </p:cNvPr>
          <p:cNvSpPr/>
          <p:nvPr/>
        </p:nvSpPr>
        <p:spPr>
          <a:xfrm>
            <a:off x="711200" y="2019300"/>
            <a:ext cx="38100" cy="876300"/>
          </a:xfrm>
          <a:prstGeom prst="rect">
            <a:avLst/>
          </a:prstGeom>
          <a:solidFill>
            <a:srgbClr val="9DCA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AA3EF436-DA64-AC68-DC20-E0932063E7FF}"/>
              </a:ext>
            </a:extLst>
          </p:cNvPr>
          <p:cNvSpPr txBox="1"/>
          <p:nvPr/>
        </p:nvSpPr>
        <p:spPr>
          <a:xfrm>
            <a:off x="952500" y="2171700"/>
            <a:ext cx="3009900" cy="5715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2100" b="1">
                <a:solidFill>
                  <a:srgbClr val="9DCAFF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項目</a:t>
            </a:r>
            <a:r>
              <a:rPr kumimoji="1" lang="en-US" altLang="ja-JP" sz="2100" b="1">
                <a:solidFill>
                  <a:srgbClr val="9DCAFF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1</a:t>
            </a:r>
            <a:endParaRPr kumimoji="1" lang="ja-JP" altLang="en-US" sz="2100" b="1">
              <a:solidFill>
                <a:srgbClr val="9DCAFF"/>
              </a:solidFill>
              <a:latin typeface="Yu Gothic Medium" panose="020B0500000000000000" pitchFamily="50" charset="-128"/>
              <a:ea typeface="Yu Gothic Medium" panose="020B0500000000000000" pitchFamily="50" charset="-128"/>
            </a:endParaRPr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F77C6F00-DF97-FDC5-C92D-499DE9A170FC}"/>
              </a:ext>
            </a:extLst>
          </p:cNvPr>
          <p:cNvSpPr txBox="1"/>
          <p:nvPr/>
        </p:nvSpPr>
        <p:spPr>
          <a:xfrm>
            <a:off x="4305300" y="2171700"/>
            <a:ext cx="6908800" cy="5715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>
                <a:solidFill>
                  <a:srgbClr val="F8F9FC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条件と根拠を示す。</a:t>
            </a:r>
          </a:p>
        </p:txBody>
      </p:sp>
      <p:sp>
        <p:nvSpPr>
          <p:cNvPr id="9" name="正方形/長方形 8">
            <a:extLst>
              <a:ext uri="{FF2B5EF4-FFF2-40B4-BE49-F238E27FC236}">
                <a16:creationId xmlns:a16="http://schemas.microsoft.com/office/drawing/2014/main" id="{9FD27250-B743-EB27-6E59-1ED289C9E03E}"/>
              </a:ext>
            </a:extLst>
          </p:cNvPr>
          <p:cNvSpPr/>
          <p:nvPr/>
        </p:nvSpPr>
        <p:spPr>
          <a:xfrm>
            <a:off x="711200" y="3022600"/>
            <a:ext cx="10769600" cy="876300"/>
          </a:xfrm>
          <a:prstGeom prst="rect">
            <a:avLst/>
          </a:prstGeom>
          <a:solidFill>
            <a:srgbClr val="37395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" name="正方形/長方形 9">
            <a:extLst>
              <a:ext uri="{FF2B5EF4-FFF2-40B4-BE49-F238E27FC236}">
                <a16:creationId xmlns:a16="http://schemas.microsoft.com/office/drawing/2014/main" id="{58FA76AC-6534-6D84-768F-CB5FB41384BC}"/>
              </a:ext>
            </a:extLst>
          </p:cNvPr>
          <p:cNvSpPr/>
          <p:nvPr/>
        </p:nvSpPr>
        <p:spPr>
          <a:xfrm>
            <a:off x="711200" y="3022600"/>
            <a:ext cx="38100" cy="876300"/>
          </a:xfrm>
          <a:prstGeom prst="rect">
            <a:avLst/>
          </a:prstGeom>
          <a:solidFill>
            <a:srgbClr val="F5ADD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923F5731-6A31-1358-D31B-6EB7634D3422}"/>
              </a:ext>
            </a:extLst>
          </p:cNvPr>
          <p:cNvSpPr txBox="1"/>
          <p:nvPr/>
        </p:nvSpPr>
        <p:spPr>
          <a:xfrm>
            <a:off x="952500" y="3175000"/>
            <a:ext cx="3009900" cy="5715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2100" b="1">
                <a:solidFill>
                  <a:srgbClr val="F5ADD0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項目</a:t>
            </a:r>
            <a:r>
              <a:rPr kumimoji="1" lang="en-US" altLang="ja-JP" sz="2100" b="1">
                <a:solidFill>
                  <a:srgbClr val="F5ADD0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2</a:t>
            </a:r>
            <a:endParaRPr kumimoji="1" lang="ja-JP" altLang="en-US" sz="2100" b="1">
              <a:solidFill>
                <a:srgbClr val="F5ADD0"/>
              </a:solidFill>
              <a:latin typeface="Yu Gothic Medium" panose="020B0500000000000000" pitchFamily="50" charset="-128"/>
              <a:ea typeface="Yu Gothic Medium" panose="020B0500000000000000" pitchFamily="50" charset="-128"/>
            </a:endParaRPr>
          </a:p>
        </p:txBody>
      </p: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A2CCA965-C57D-52F5-77AC-A9E7BC1E2E9E}"/>
              </a:ext>
            </a:extLst>
          </p:cNvPr>
          <p:cNvSpPr txBox="1"/>
          <p:nvPr/>
        </p:nvSpPr>
        <p:spPr>
          <a:xfrm>
            <a:off x="4305300" y="3175000"/>
            <a:ext cx="6908800" cy="5715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>
                <a:solidFill>
                  <a:srgbClr val="F8F9FC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条件と根拠を示す。</a:t>
            </a:r>
          </a:p>
        </p:txBody>
      </p:sp>
      <p:sp>
        <p:nvSpPr>
          <p:cNvPr id="13" name="正方形/長方形 12">
            <a:extLst>
              <a:ext uri="{FF2B5EF4-FFF2-40B4-BE49-F238E27FC236}">
                <a16:creationId xmlns:a16="http://schemas.microsoft.com/office/drawing/2014/main" id="{ED2916F4-82D8-3C1D-8680-EC9BB3DA1987}"/>
              </a:ext>
            </a:extLst>
          </p:cNvPr>
          <p:cNvSpPr/>
          <p:nvPr/>
        </p:nvSpPr>
        <p:spPr>
          <a:xfrm>
            <a:off x="711200" y="4025900"/>
            <a:ext cx="10769600" cy="876300"/>
          </a:xfrm>
          <a:prstGeom prst="rect">
            <a:avLst/>
          </a:prstGeom>
          <a:solidFill>
            <a:srgbClr val="363E4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4" name="正方形/長方形 13">
            <a:extLst>
              <a:ext uri="{FF2B5EF4-FFF2-40B4-BE49-F238E27FC236}">
                <a16:creationId xmlns:a16="http://schemas.microsoft.com/office/drawing/2014/main" id="{CC6F86B2-59ED-BE2F-DF48-7EC28A1F406A}"/>
              </a:ext>
            </a:extLst>
          </p:cNvPr>
          <p:cNvSpPr/>
          <p:nvPr/>
        </p:nvSpPr>
        <p:spPr>
          <a:xfrm>
            <a:off x="711200" y="4025900"/>
            <a:ext cx="38100" cy="876300"/>
          </a:xfrm>
          <a:prstGeom prst="rect">
            <a:avLst/>
          </a:prstGeom>
          <a:solidFill>
            <a:srgbClr val="F0D396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5" name="テキスト ボックス 14">
            <a:extLst>
              <a:ext uri="{FF2B5EF4-FFF2-40B4-BE49-F238E27FC236}">
                <a16:creationId xmlns:a16="http://schemas.microsoft.com/office/drawing/2014/main" id="{CF2A8FB0-E875-C301-A0A5-59DA75B4B2CE}"/>
              </a:ext>
            </a:extLst>
          </p:cNvPr>
          <p:cNvSpPr txBox="1"/>
          <p:nvPr/>
        </p:nvSpPr>
        <p:spPr>
          <a:xfrm>
            <a:off x="952500" y="4178300"/>
            <a:ext cx="3009900" cy="5715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2100" b="1">
                <a:solidFill>
                  <a:srgbClr val="F0D396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項目</a:t>
            </a:r>
            <a:r>
              <a:rPr kumimoji="1" lang="en-US" altLang="ja-JP" sz="2100" b="1">
                <a:solidFill>
                  <a:srgbClr val="F0D396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3</a:t>
            </a:r>
            <a:endParaRPr kumimoji="1" lang="ja-JP" altLang="en-US" sz="2100" b="1">
              <a:solidFill>
                <a:srgbClr val="F0D396"/>
              </a:solidFill>
              <a:latin typeface="Yu Gothic Medium" panose="020B0500000000000000" pitchFamily="50" charset="-128"/>
              <a:ea typeface="Yu Gothic Medium" panose="020B0500000000000000" pitchFamily="50" charset="-128"/>
            </a:endParaRPr>
          </a:p>
        </p:txBody>
      </p:sp>
      <p:sp>
        <p:nvSpPr>
          <p:cNvPr id="16" name="テキスト ボックス 15">
            <a:extLst>
              <a:ext uri="{FF2B5EF4-FFF2-40B4-BE49-F238E27FC236}">
                <a16:creationId xmlns:a16="http://schemas.microsoft.com/office/drawing/2014/main" id="{FFB94C06-F775-7FFE-89E7-AF17DDB82DA2}"/>
              </a:ext>
            </a:extLst>
          </p:cNvPr>
          <p:cNvSpPr txBox="1"/>
          <p:nvPr/>
        </p:nvSpPr>
        <p:spPr>
          <a:xfrm>
            <a:off x="4305300" y="4178300"/>
            <a:ext cx="6908800" cy="5715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>
                <a:solidFill>
                  <a:srgbClr val="F8F9FC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条件と根拠を示す。</a:t>
            </a:r>
          </a:p>
        </p:txBody>
      </p:sp>
      <p:sp>
        <p:nvSpPr>
          <p:cNvPr id="17" name="正方形/長方形 16">
            <a:extLst>
              <a:ext uri="{FF2B5EF4-FFF2-40B4-BE49-F238E27FC236}">
                <a16:creationId xmlns:a16="http://schemas.microsoft.com/office/drawing/2014/main" id="{D6F56BAD-6979-8D0E-7B71-73DEA7670621}"/>
              </a:ext>
            </a:extLst>
          </p:cNvPr>
          <p:cNvSpPr/>
          <p:nvPr/>
        </p:nvSpPr>
        <p:spPr>
          <a:xfrm>
            <a:off x="711200" y="5029200"/>
            <a:ext cx="10769600" cy="876300"/>
          </a:xfrm>
          <a:prstGeom prst="rect">
            <a:avLst/>
          </a:prstGeom>
          <a:solidFill>
            <a:srgbClr val="2A4056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8" name="正方形/長方形 17">
            <a:extLst>
              <a:ext uri="{FF2B5EF4-FFF2-40B4-BE49-F238E27FC236}">
                <a16:creationId xmlns:a16="http://schemas.microsoft.com/office/drawing/2014/main" id="{2F4AACD0-E903-ECD7-A07F-1E7073266269}"/>
              </a:ext>
            </a:extLst>
          </p:cNvPr>
          <p:cNvSpPr/>
          <p:nvPr/>
        </p:nvSpPr>
        <p:spPr>
          <a:xfrm>
            <a:off x="711200" y="5029200"/>
            <a:ext cx="38100" cy="876300"/>
          </a:xfrm>
          <a:prstGeom prst="rect">
            <a:avLst/>
          </a:prstGeom>
          <a:solidFill>
            <a:srgbClr val="9CE1C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9" name="テキスト ボックス 18">
            <a:extLst>
              <a:ext uri="{FF2B5EF4-FFF2-40B4-BE49-F238E27FC236}">
                <a16:creationId xmlns:a16="http://schemas.microsoft.com/office/drawing/2014/main" id="{85C42958-F632-8617-FED3-70D55FCB22BA}"/>
              </a:ext>
            </a:extLst>
          </p:cNvPr>
          <p:cNvSpPr txBox="1"/>
          <p:nvPr/>
        </p:nvSpPr>
        <p:spPr>
          <a:xfrm>
            <a:off x="952500" y="5181600"/>
            <a:ext cx="3009900" cy="5715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2100" b="1">
                <a:solidFill>
                  <a:srgbClr val="9CE1C8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項目</a:t>
            </a:r>
            <a:r>
              <a:rPr kumimoji="1" lang="en-US" altLang="ja-JP" sz="2100" b="1">
                <a:solidFill>
                  <a:srgbClr val="9CE1C8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4</a:t>
            </a:r>
            <a:endParaRPr kumimoji="1" lang="ja-JP" altLang="en-US" sz="2100" b="1">
              <a:solidFill>
                <a:srgbClr val="9CE1C8"/>
              </a:solidFill>
              <a:latin typeface="Yu Gothic Medium" panose="020B0500000000000000" pitchFamily="50" charset="-128"/>
              <a:ea typeface="Yu Gothic Medium" panose="020B0500000000000000" pitchFamily="50" charset="-128"/>
            </a:endParaRPr>
          </a:p>
        </p:txBody>
      </p:sp>
      <p:sp>
        <p:nvSpPr>
          <p:cNvPr id="20" name="テキスト ボックス 19">
            <a:extLst>
              <a:ext uri="{FF2B5EF4-FFF2-40B4-BE49-F238E27FC236}">
                <a16:creationId xmlns:a16="http://schemas.microsoft.com/office/drawing/2014/main" id="{077BC515-40A0-4DC4-569C-39F0F941ED84}"/>
              </a:ext>
            </a:extLst>
          </p:cNvPr>
          <p:cNvSpPr txBox="1"/>
          <p:nvPr/>
        </p:nvSpPr>
        <p:spPr>
          <a:xfrm>
            <a:off x="4305300" y="5181600"/>
            <a:ext cx="6908800" cy="5715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>
                <a:solidFill>
                  <a:srgbClr val="F8F9FC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条件と根拠を示す。</a:t>
            </a:r>
          </a:p>
        </p:txBody>
      </p:sp>
      <p:cxnSp>
        <p:nvCxnSpPr>
          <p:cNvPr id="21" name="直線コネクタ 20">
            <a:extLst>
              <a:ext uri="{FF2B5EF4-FFF2-40B4-BE49-F238E27FC236}">
                <a16:creationId xmlns:a16="http://schemas.microsoft.com/office/drawing/2014/main" id="{2A0AF220-EE7B-0119-C8AB-D080A8260848}"/>
              </a:ext>
            </a:extLst>
          </p:cNvPr>
          <p:cNvCxnSpPr/>
          <p:nvPr/>
        </p:nvCxnSpPr>
        <p:spPr>
          <a:xfrm>
            <a:off x="711200" y="6299200"/>
            <a:ext cx="10769600" cy="0"/>
          </a:xfrm>
          <a:prstGeom prst="line">
            <a:avLst/>
          </a:prstGeom>
          <a:ln w="12700">
            <a:solidFill>
              <a:srgbClr val="283A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テキスト ボックス 21">
            <a:extLst>
              <a:ext uri="{FF2B5EF4-FFF2-40B4-BE49-F238E27FC236}">
                <a16:creationId xmlns:a16="http://schemas.microsoft.com/office/drawing/2014/main" id="{5FB3FBAD-978D-1EAE-143C-1988CBDE4E31}"/>
              </a:ext>
            </a:extLst>
          </p:cNvPr>
          <p:cNvSpPr txBox="1"/>
          <p:nvPr/>
        </p:nvSpPr>
        <p:spPr>
          <a:xfrm>
            <a:off x="10629900" y="6413500"/>
            <a:ext cx="850900" cy="279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kumimoji="1" lang="en-US" altLang="ja-JP" sz="1000">
                <a:solidFill>
                  <a:srgbClr val="C0CCE4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3 / 4</a:t>
            </a:r>
            <a:endParaRPr kumimoji="1" lang="ja-JP" altLang="en-US" sz="1000">
              <a:solidFill>
                <a:srgbClr val="C0CCE4"/>
              </a:solidFill>
              <a:latin typeface="Yu Gothic Medium" panose="020B0500000000000000" pitchFamily="50" charset="-128"/>
              <a:ea typeface="Yu Gothic Medium" panose="020B0500000000000000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63091024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DE_4">
    <p:bg>
      <p:bgPr>
        <a:solidFill>
          <a:srgbClr val="1826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A6811430-E6BD-FE34-B4CA-CFC06EACDDF6}"/>
              </a:ext>
            </a:extLst>
          </p:cNvPr>
          <p:cNvSpPr/>
          <p:nvPr/>
        </p:nvSpPr>
        <p:spPr>
          <a:xfrm>
            <a:off x="304800" y="584200"/>
            <a:ext cx="76200" cy="927100"/>
          </a:xfrm>
          <a:prstGeom prst="rect">
            <a:avLst/>
          </a:prstGeom>
          <a:solidFill>
            <a:srgbClr val="9DCA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A80E728E-0488-C5EB-1C34-F93C53210290}"/>
              </a:ext>
            </a:extLst>
          </p:cNvPr>
          <p:cNvSpPr txBox="1"/>
          <p:nvPr/>
        </p:nvSpPr>
        <p:spPr>
          <a:xfrm>
            <a:off x="711200" y="571500"/>
            <a:ext cx="10769600" cy="10541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3000" b="1">
                <a:solidFill>
                  <a:srgbClr val="F8F9FC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中央の式と下の具体例</a:t>
            </a:r>
          </a:p>
        </p:txBody>
      </p:sp>
      <p:cxnSp>
        <p:nvCxnSpPr>
          <p:cNvPr id="4" name="直線コネクタ 3">
            <a:extLst>
              <a:ext uri="{FF2B5EF4-FFF2-40B4-BE49-F238E27FC236}">
                <a16:creationId xmlns:a16="http://schemas.microsoft.com/office/drawing/2014/main" id="{181DE76B-35E8-9D21-DE6C-CDFEC03391D4}"/>
              </a:ext>
            </a:extLst>
          </p:cNvPr>
          <p:cNvCxnSpPr/>
          <p:nvPr/>
        </p:nvCxnSpPr>
        <p:spPr>
          <a:xfrm>
            <a:off x="711200" y="1765300"/>
            <a:ext cx="10769600" cy="0"/>
          </a:xfrm>
          <a:prstGeom prst="line">
            <a:avLst/>
          </a:prstGeom>
          <a:ln w="12700">
            <a:solidFill>
              <a:srgbClr val="283A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152E86D1-CCDF-31C7-21C7-61A71F81860F}"/>
              </a:ext>
            </a:extLst>
          </p:cNvPr>
          <p:cNvSpPr txBox="1"/>
          <p:nvPr/>
        </p:nvSpPr>
        <p:spPr>
          <a:xfrm>
            <a:off x="965200" y="2032000"/>
            <a:ext cx="10261600" cy="1295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kumimoji="1" lang="en-US" altLang="ja-JP" sz="3200" b="1">
                <a:solidFill>
                  <a:srgbClr val="9DCAFF"/>
                </a:solidFill>
                <a:latin typeface="Cambria Math" panose="02040503050406030204" pitchFamily="18" charset="0"/>
                <a:ea typeface="Yu Gothic Medium" panose="020B0500000000000000" pitchFamily="50" charset="-128"/>
              </a:rPr>
              <a:t>1 + 3 + 5 = 9</a:t>
            </a:r>
            <a:endParaRPr kumimoji="1" lang="ja-JP" altLang="en-US" sz="3200" b="1">
              <a:solidFill>
                <a:srgbClr val="9DCAFF"/>
              </a:solidFill>
              <a:latin typeface="Cambria Math" panose="02040503050406030204" pitchFamily="18" charset="0"/>
              <a:ea typeface="Yu Gothic Medium" panose="020B0500000000000000" pitchFamily="50" charset="-128"/>
            </a:endParaRP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4753187B-572F-48CC-4B2F-07082B9022B2}"/>
              </a:ext>
            </a:extLst>
          </p:cNvPr>
          <p:cNvSpPr txBox="1"/>
          <p:nvPr/>
        </p:nvSpPr>
        <p:spPr>
          <a:xfrm>
            <a:off x="965200" y="3517900"/>
            <a:ext cx="10261600" cy="762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>
                <a:solidFill>
                  <a:srgbClr val="C0CCE4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最初の</a:t>
            </a:r>
            <a:r>
              <a:rPr kumimoji="1" lang="en-US" altLang="ja-JP">
                <a:solidFill>
                  <a:srgbClr val="C0CCE4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3</a:t>
            </a:r>
            <a:r>
              <a:rPr kumimoji="1" lang="ja-JP" altLang="en-US">
                <a:solidFill>
                  <a:srgbClr val="C0CCE4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個の奇数の和。</a:t>
            </a:r>
          </a:p>
        </p:txBody>
      </p:sp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6514C141-C600-1259-F5A8-99ABD6154976}"/>
              </a:ext>
            </a:extLst>
          </p:cNvPr>
          <p:cNvSpPr/>
          <p:nvPr/>
        </p:nvSpPr>
        <p:spPr>
          <a:xfrm>
            <a:off x="622300" y="4445000"/>
            <a:ext cx="3475567" cy="1600200"/>
          </a:xfrm>
          <a:prstGeom prst="rect">
            <a:avLst/>
          </a:prstGeom>
          <a:solidFill>
            <a:srgbClr val="2B3D5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295736B0-81B8-E1D9-CAC2-0C0E94E9C646}"/>
              </a:ext>
            </a:extLst>
          </p:cNvPr>
          <p:cNvSpPr/>
          <p:nvPr/>
        </p:nvSpPr>
        <p:spPr>
          <a:xfrm>
            <a:off x="622300" y="4445000"/>
            <a:ext cx="38100" cy="1600200"/>
          </a:xfrm>
          <a:prstGeom prst="rect">
            <a:avLst/>
          </a:prstGeom>
          <a:solidFill>
            <a:srgbClr val="9DCA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897446F6-4369-B230-02B3-3E87DD382B15}"/>
              </a:ext>
            </a:extLst>
          </p:cNvPr>
          <p:cNvSpPr txBox="1"/>
          <p:nvPr/>
        </p:nvSpPr>
        <p:spPr>
          <a:xfrm>
            <a:off x="711200" y="4521200"/>
            <a:ext cx="3386667" cy="54864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2100" b="1">
                <a:solidFill>
                  <a:srgbClr val="9DCAFF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項目</a:t>
            </a:r>
            <a:r>
              <a:rPr kumimoji="1" lang="en-US" altLang="ja-JP" sz="2100" b="1">
                <a:solidFill>
                  <a:srgbClr val="9DCAFF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1</a:t>
            </a:r>
            <a:endParaRPr kumimoji="1" lang="ja-JP" altLang="en-US" sz="2100" b="1">
              <a:solidFill>
                <a:srgbClr val="9DCAFF"/>
              </a:solidFill>
              <a:latin typeface="Yu Gothic Medium" panose="020B0500000000000000" pitchFamily="50" charset="-128"/>
              <a:ea typeface="Yu Gothic Medium" panose="020B0500000000000000" pitchFamily="50" charset="-128"/>
            </a:endParaRPr>
          </a:p>
        </p:txBody>
      </p: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554B63B3-83F4-B7D1-E2FC-97B260878808}"/>
              </a:ext>
            </a:extLst>
          </p:cNvPr>
          <p:cNvSpPr txBox="1"/>
          <p:nvPr/>
        </p:nvSpPr>
        <p:spPr>
          <a:xfrm>
            <a:off x="711200" y="5158740"/>
            <a:ext cx="3386667" cy="88646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>
                <a:solidFill>
                  <a:srgbClr val="C0CCE4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条件と根拠を示す。</a:t>
            </a:r>
          </a:p>
        </p:txBody>
      </p:sp>
      <p:sp>
        <p:nvSpPr>
          <p:cNvPr id="11" name="正方形/長方形 10">
            <a:extLst>
              <a:ext uri="{FF2B5EF4-FFF2-40B4-BE49-F238E27FC236}">
                <a16:creationId xmlns:a16="http://schemas.microsoft.com/office/drawing/2014/main" id="{DC242204-5830-FD02-EBDA-C154501D81B9}"/>
              </a:ext>
            </a:extLst>
          </p:cNvPr>
          <p:cNvSpPr/>
          <p:nvPr/>
        </p:nvSpPr>
        <p:spPr>
          <a:xfrm>
            <a:off x="4313767" y="4445000"/>
            <a:ext cx="3475566" cy="1600200"/>
          </a:xfrm>
          <a:prstGeom prst="rect">
            <a:avLst/>
          </a:prstGeom>
          <a:solidFill>
            <a:srgbClr val="37395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2" name="正方形/長方形 11">
            <a:extLst>
              <a:ext uri="{FF2B5EF4-FFF2-40B4-BE49-F238E27FC236}">
                <a16:creationId xmlns:a16="http://schemas.microsoft.com/office/drawing/2014/main" id="{0528C28E-777D-A30E-CFAA-C851732692F6}"/>
              </a:ext>
            </a:extLst>
          </p:cNvPr>
          <p:cNvSpPr/>
          <p:nvPr/>
        </p:nvSpPr>
        <p:spPr>
          <a:xfrm>
            <a:off x="4313767" y="4445000"/>
            <a:ext cx="38100" cy="1600200"/>
          </a:xfrm>
          <a:prstGeom prst="rect">
            <a:avLst/>
          </a:prstGeom>
          <a:solidFill>
            <a:srgbClr val="F5ADD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CE397CD7-5915-BC2E-30A8-FDE98A4E0C60}"/>
              </a:ext>
            </a:extLst>
          </p:cNvPr>
          <p:cNvSpPr txBox="1"/>
          <p:nvPr/>
        </p:nvSpPr>
        <p:spPr>
          <a:xfrm>
            <a:off x="4402667" y="4521200"/>
            <a:ext cx="3386667" cy="54864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2100" b="1">
                <a:solidFill>
                  <a:srgbClr val="F5ADD0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項目</a:t>
            </a:r>
            <a:r>
              <a:rPr kumimoji="1" lang="en-US" altLang="ja-JP" sz="2100" b="1">
                <a:solidFill>
                  <a:srgbClr val="F5ADD0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2</a:t>
            </a:r>
            <a:endParaRPr kumimoji="1" lang="ja-JP" altLang="en-US" sz="2100" b="1">
              <a:solidFill>
                <a:srgbClr val="F5ADD0"/>
              </a:solidFill>
              <a:latin typeface="Yu Gothic Medium" panose="020B0500000000000000" pitchFamily="50" charset="-128"/>
              <a:ea typeface="Yu Gothic Medium" panose="020B0500000000000000" pitchFamily="50" charset="-128"/>
            </a:endParaRPr>
          </a:p>
        </p:txBody>
      </p:sp>
      <p:sp>
        <p:nvSpPr>
          <p:cNvPr id="14" name="テキスト ボックス 13">
            <a:extLst>
              <a:ext uri="{FF2B5EF4-FFF2-40B4-BE49-F238E27FC236}">
                <a16:creationId xmlns:a16="http://schemas.microsoft.com/office/drawing/2014/main" id="{80F24F98-AB4C-930E-5016-4AE6AAFCD898}"/>
              </a:ext>
            </a:extLst>
          </p:cNvPr>
          <p:cNvSpPr txBox="1"/>
          <p:nvPr/>
        </p:nvSpPr>
        <p:spPr>
          <a:xfrm>
            <a:off x="4402667" y="5158740"/>
            <a:ext cx="3386667" cy="88646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>
                <a:solidFill>
                  <a:srgbClr val="C0CCE4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条件と根拠を示す。</a:t>
            </a:r>
          </a:p>
        </p:txBody>
      </p:sp>
      <p:sp>
        <p:nvSpPr>
          <p:cNvPr id="15" name="正方形/長方形 14">
            <a:extLst>
              <a:ext uri="{FF2B5EF4-FFF2-40B4-BE49-F238E27FC236}">
                <a16:creationId xmlns:a16="http://schemas.microsoft.com/office/drawing/2014/main" id="{D49A9EAB-F8B8-5CB0-0E6F-B3A1B88BB69B}"/>
              </a:ext>
            </a:extLst>
          </p:cNvPr>
          <p:cNvSpPr/>
          <p:nvPr/>
        </p:nvSpPr>
        <p:spPr>
          <a:xfrm>
            <a:off x="8005233" y="4445000"/>
            <a:ext cx="3475567" cy="1600200"/>
          </a:xfrm>
          <a:prstGeom prst="rect">
            <a:avLst/>
          </a:prstGeom>
          <a:solidFill>
            <a:srgbClr val="363E4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6" name="正方形/長方形 15">
            <a:extLst>
              <a:ext uri="{FF2B5EF4-FFF2-40B4-BE49-F238E27FC236}">
                <a16:creationId xmlns:a16="http://schemas.microsoft.com/office/drawing/2014/main" id="{F7701E65-91CD-41C0-5CEC-C0969F184EBF}"/>
              </a:ext>
            </a:extLst>
          </p:cNvPr>
          <p:cNvSpPr/>
          <p:nvPr/>
        </p:nvSpPr>
        <p:spPr>
          <a:xfrm>
            <a:off x="8005233" y="4445000"/>
            <a:ext cx="38100" cy="1600200"/>
          </a:xfrm>
          <a:prstGeom prst="rect">
            <a:avLst/>
          </a:prstGeom>
          <a:solidFill>
            <a:srgbClr val="F0D396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7" name="テキスト ボックス 16">
            <a:extLst>
              <a:ext uri="{FF2B5EF4-FFF2-40B4-BE49-F238E27FC236}">
                <a16:creationId xmlns:a16="http://schemas.microsoft.com/office/drawing/2014/main" id="{664DEA77-B1FE-D1CB-844E-DCBAF3A3288B}"/>
              </a:ext>
            </a:extLst>
          </p:cNvPr>
          <p:cNvSpPr txBox="1"/>
          <p:nvPr/>
        </p:nvSpPr>
        <p:spPr>
          <a:xfrm>
            <a:off x="8094133" y="4521200"/>
            <a:ext cx="3386667" cy="54864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2100" b="1">
                <a:solidFill>
                  <a:srgbClr val="F0D396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項目</a:t>
            </a:r>
            <a:r>
              <a:rPr kumimoji="1" lang="en-US" altLang="ja-JP" sz="2100" b="1">
                <a:solidFill>
                  <a:srgbClr val="F0D396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3</a:t>
            </a:r>
            <a:endParaRPr kumimoji="1" lang="ja-JP" altLang="en-US" sz="2100" b="1">
              <a:solidFill>
                <a:srgbClr val="F0D396"/>
              </a:solidFill>
              <a:latin typeface="Yu Gothic Medium" panose="020B0500000000000000" pitchFamily="50" charset="-128"/>
              <a:ea typeface="Yu Gothic Medium" panose="020B0500000000000000" pitchFamily="50" charset="-128"/>
            </a:endParaRPr>
          </a:p>
        </p:txBody>
      </p:sp>
      <p:sp>
        <p:nvSpPr>
          <p:cNvPr id="18" name="テキスト ボックス 17">
            <a:extLst>
              <a:ext uri="{FF2B5EF4-FFF2-40B4-BE49-F238E27FC236}">
                <a16:creationId xmlns:a16="http://schemas.microsoft.com/office/drawing/2014/main" id="{5F84F731-BB9E-291E-56ED-5093B1320908}"/>
              </a:ext>
            </a:extLst>
          </p:cNvPr>
          <p:cNvSpPr txBox="1"/>
          <p:nvPr/>
        </p:nvSpPr>
        <p:spPr>
          <a:xfrm>
            <a:off x="8094133" y="5158740"/>
            <a:ext cx="3386667" cy="88646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>
                <a:solidFill>
                  <a:srgbClr val="C0CCE4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条件と根拠を示す。</a:t>
            </a:r>
          </a:p>
        </p:txBody>
      </p:sp>
      <p:cxnSp>
        <p:nvCxnSpPr>
          <p:cNvPr id="19" name="直線コネクタ 18">
            <a:extLst>
              <a:ext uri="{FF2B5EF4-FFF2-40B4-BE49-F238E27FC236}">
                <a16:creationId xmlns:a16="http://schemas.microsoft.com/office/drawing/2014/main" id="{807A8536-9EBF-3F58-74E0-A2298610DCB3}"/>
              </a:ext>
            </a:extLst>
          </p:cNvPr>
          <p:cNvCxnSpPr/>
          <p:nvPr/>
        </p:nvCxnSpPr>
        <p:spPr>
          <a:xfrm>
            <a:off x="711200" y="6299200"/>
            <a:ext cx="10769600" cy="0"/>
          </a:xfrm>
          <a:prstGeom prst="line">
            <a:avLst/>
          </a:prstGeom>
          <a:ln w="12700">
            <a:solidFill>
              <a:srgbClr val="283A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テキスト ボックス 19">
            <a:extLst>
              <a:ext uri="{FF2B5EF4-FFF2-40B4-BE49-F238E27FC236}">
                <a16:creationId xmlns:a16="http://schemas.microsoft.com/office/drawing/2014/main" id="{C49D9AF5-2291-CEA3-DF50-54F13D1149E8}"/>
              </a:ext>
            </a:extLst>
          </p:cNvPr>
          <p:cNvSpPr txBox="1"/>
          <p:nvPr/>
        </p:nvSpPr>
        <p:spPr>
          <a:xfrm>
            <a:off x="10629900" y="6413500"/>
            <a:ext cx="850900" cy="279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kumimoji="1" lang="en-US" altLang="ja-JP" sz="1000">
                <a:solidFill>
                  <a:srgbClr val="C0CCE4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4 / 4</a:t>
            </a:r>
            <a:endParaRPr kumimoji="1" lang="ja-JP" altLang="en-US" sz="1000">
              <a:solidFill>
                <a:srgbClr val="C0CCE4"/>
              </a:solidFill>
              <a:latin typeface="Yu Gothic Medium" panose="020B0500000000000000" pitchFamily="50" charset="-128"/>
              <a:ea typeface="Yu Gothic Medium" panose="020B0500000000000000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34557102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rgbClr val="F8F9FC"/>
      </a:dk1>
      <a:lt1>
        <a:sysClr val="window" lastClr="FFFFFF"/>
      </a:lt1>
      <a:dk2>
        <a:srgbClr val="0E2841"/>
      </a:dk2>
      <a:lt2>
        <a:srgbClr val="E8E8E8"/>
      </a:lt2>
      <a:accent1>
        <a:srgbClr val="9DCAFF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615</Words>
  <Application>Microsoft Office PowerPoint</Application>
  <PresentationFormat>ユーザー設定</PresentationFormat>
  <Paragraphs>39</Paragraphs>
  <Slides>4</Slides>
  <Notes>4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6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4</vt:i4>
      </vt:variant>
    </vt:vector>
  </HeadingPairs>
  <TitlesOfParts>
    <vt:vector size="11" baseType="lpstr">
      <vt:lpstr>游ゴシック</vt:lpstr>
      <vt:lpstr>游ゴシック</vt:lpstr>
      <vt:lpstr>游ゴシック Light</vt:lpstr>
      <vt:lpstr>Yu Gothic Medium</vt:lpstr>
      <vt:lpstr>Arial</vt:lpstr>
      <vt:lpstr>Cambria Math</vt:lpstr>
      <vt:lpstr>Office テーマ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Designer Extention</dc:creator>
  <cp:lastModifiedBy>Designer Extention</cp:lastModifiedBy>
  <cp:revision>1</cp:revision>
  <dcterms:created xsi:type="dcterms:W3CDTF">2026-09-30T14:15:51Z</dcterms:created>
  <dcterms:modified xsi:type="dcterms:W3CDTF">2026-09-30T14:15:51Z</dcterms:modified>
</cp:coreProperties>
</file>