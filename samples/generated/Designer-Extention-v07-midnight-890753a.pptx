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3E-4B80-BCA2-5EED590B83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3408463"/>
        <c:axId val="775736496"/>
      </c:barChart>
      <c:catAx>
        <c:axId val="6134084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75736496"/>
        <c:crosses val="autoZero"/>
        <c:auto val="1"/>
        <c:lblAlgn val="ctr"/>
        <c:lblOffset val="100"/>
        <c:tickLblSkip val="1"/>
        <c:noMultiLvlLbl val="0"/>
      </c:catAx>
      <c:valAx>
        <c:axId val="77573649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613408463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2-445F-B606-6A0D25398D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1136111"/>
        <c:axId val="775796016"/>
      </c:barChart>
      <c:catAx>
        <c:axId val="611136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75796016"/>
        <c:crosses val="autoZero"/>
        <c:auto val="1"/>
        <c:lblAlgn val="ctr"/>
        <c:lblOffset val="100"/>
        <c:tickLblSkip val="1"/>
        <c:noMultiLvlLbl val="0"/>
      </c:catAx>
      <c:valAx>
        <c:axId val="77579601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611136111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69D3BC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69D3BC"/>
              </a:solidFill>
              <a:ln w="31750">
                <a:solidFill>
                  <a:srgbClr val="69D3BC"/>
                </a:solidFill>
                <a:prstDash val="solid"/>
              </a:ln>
              <a:effectLst/>
            </c:spPr>
          </c:marker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81-4FE7-8D41-DB6152BB4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6029664"/>
        <c:axId val="775721136"/>
      </c:lineChart>
      <c:catAx>
        <c:axId val="786029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75721136"/>
        <c:crosses val="autoZero"/>
        <c:auto val="1"/>
        <c:lblAlgn val="ctr"/>
        <c:lblOffset val="100"/>
        <c:tickLblSkip val="1"/>
        <c:noMultiLvlLbl val="0"/>
      </c:catAx>
      <c:valAx>
        <c:axId val="775721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29664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9C9-4C4E-9C98-4D48E16498B1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9C9-4C4E-9C98-4D48E16498B1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9C9-4C4E-9C98-4D48E16498B1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9C9-4C4E-9C98-4D48E16498B1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59C9-4C4E-9C98-4D48E16498B1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59C9-4C4E-9C98-4D48E16498B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C9-4C4E-9C98-4D48E1649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41-45BC-AA02-A96668B8DE86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241-45BC-AA02-A96668B8DE86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41-45BC-AA02-A96668B8DE86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241-45BC-AA02-A96668B8DE86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F241-45BC-AA02-A96668B8DE86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F241-45BC-AA02-A96668B8DE8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41-45BC-AA02-A96668B8DE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95-493E-826A-263F048315E1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95-493E-826A-263F048315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86055648"/>
        <c:axId val="775715376"/>
      </c:barChart>
      <c:catAx>
        <c:axId val="7860556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75715376"/>
        <c:crosses val="autoZero"/>
        <c:auto val="1"/>
        <c:lblAlgn val="ctr"/>
        <c:lblOffset val="100"/>
        <c:tickLblSkip val="1"/>
        <c:noMultiLvlLbl val="0"/>
      </c:catAx>
      <c:valAx>
        <c:axId val="77571537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5564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F3-44DF-910D-DAE35C59DDA8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F3-44DF-910D-DAE35C59DD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86067712"/>
        <c:axId val="775765776"/>
      </c:barChart>
      <c:catAx>
        <c:axId val="78606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75765776"/>
        <c:crosses val="autoZero"/>
        <c:auto val="1"/>
        <c:lblAlgn val="ctr"/>
        <c:lblOffset val="100"/>
        <c:tickLblSkip val="1"/>
        <c:noMultiLvlLbl val="0"/>
      </c:catAx>
      <c:valAx>
        <c:axId val="7757657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6771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45-4D0A-B665-FF528E4A71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6066784"/>
        <c:axId val="775833936"/>
      </c:barChart>
      <c:catAx>
        <c:axId val="7860667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75833936"/>
        <c:crosses val="autoZero"/>
        <c:auto val="1"/>
        <c:lblAlgn val="ctr"/>
        <c:lblOffset val="100"/>
        <c:tickLblSkip val="1"/>
        <c:noMultiLvlLbl val="0"/>
      </c:catAx>
      <c:valAx>
        <c:axId val="77583393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66784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15A1C-0FDC-4BBA-BDC2-A3D7D003B17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9F07D-652D-4589-BD6A-065595E22D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564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2145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717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4766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227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0387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052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009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5595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190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535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397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726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9F07D-652D-4589-BD6A-065595E22D52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204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30831B-CE3F-FC40-0922-AE9229B4E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CA1869-82AF-DBF1-1196-B7C5C255A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FD48E0-58BB-ED6B-81BC-2FFC0FCB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73962B-27FE-8781-B7DB-5D92267F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8BDE0-9970-B700-2830-6A500F68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080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55509-27D0-64EE-6196-849A9BE5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F152F0-85DF-A81D-C8CB-C6E2BDD4B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905352-352C-86CC-5B44-5E45239A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5AE263-75B4-3CC8-549B-3B83D5A7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59EE0E-0132-01FF-4AC7-38426E4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82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C28A47-C988-1ED9-4CA2-CA082F5C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F5C4F7-B2AF-DE7A-3975-69164181B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5E2E54-F41A-8897-6A08-14E91D7A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3B85DA-7C35-5C86-DB79-DEBA2E7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79781B-1634-5027-C2B5-A93C4C7A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576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D7E827-35DD-70D1-F877-4E1617701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E0139A-60C7-715F-C3DE-EBB719919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6C3BB2-194B-A5A4-B59F-253590F62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D48FC4-823F-87F8-8BAC-63D1A752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FB3478-98F6-01AD-8AF6-32B4F0B4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E0CBCB-E4B2-6699-B2E0-FC74BB81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789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4C4D4-2ED3-6614-BFBC-C6C72DB8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1E63B6-252C-BE7D-DAFD-DDE5051E3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C12480-6879-9AA2-C9D3-206696C70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9BA8DB6-DAE0-DB0F-608E-DBFDB21BD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5D8DDBF-93BB-7129-EE16-8514A5945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CA45EE8-8FDE-3C94-6CAD-F590ED38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1B56A7-09D0-6C95-D72F-F0DA2321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35011A-CE40-0BCB-A6EB-1AC2BA52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5250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43D72-0723-1484-15B5-0D12C0805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7A25203-6408-D845-F1E2-4A55629E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A7E455-30C6-AFE0-3B4B-287A7F84E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6AF21F6-5CD8-0874-4450-9F1E45218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08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FEC3A42-9C13-EF9A-4693-008234E3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F660A2-60DA-EE96-0102-1629DE59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C79459-91FA-8126-3AFE-88941A38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41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823589-C174-ED34-7F92-044D07FF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9C1C34-A492-7A8F-04F2-4CB855A98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4793D6-146B-774F-134C-252DDD09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FDB1B6-B124-A140-6210-C104ACDC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135BDB-E7BB-A7CA-E119-8F802566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8BDEF8-D9BB-8CA3-E171-B1ED46125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521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DD0DB2-98DF-17E7-D3B2-DFAEE410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5F7A91-275D-FD05-DC55-2E88DD73D8B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C278BB-E696-D077-29A5-8E260E1B6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A097A0-8145-D042-864B-32306AF3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1A51DA-0D96-2C10-4F89-EF3A980D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9A9D17-F62A-CD77-B06F-ACAAECB8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93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B713DE-1D32-9751-B973-86331A11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EF95B0-BBE2-08DD-9EDF-F106F1B0C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ECA3C0-35E9-03B3-CFCA-A28E19D43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6B8F0A-D5A4-99F4-8842-D38DF10B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DBD3DB-9EF8-BFFA-0D98-9E16233A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6288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572EA7-D40F-0581-72D7-D5C4A7F1A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C8FA4F-A0D9-F49B-CAD5-9A6D776F5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B94AA2-60CE-F3FC-5084-38D737A6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F7C962-2F2F-5D20-3E37-F5365BE2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187A65-AC3D-7C86-5999-C58DDB8F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01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EFDB05-35A9-6BF7-D9B4-31E681DB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F03FF4-F069-F026-397F-C97D59969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08E474-9405-C3EE-DA5A-950165133A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FFF1B-AC27-4441-B336-D6DD97D34207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56EB46-C195-4A88-6015-21F465152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B1005B-2D94-B16B-9688-F3E210BC6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FB42A-1E04-438C-899E-9C4895F0DC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93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DB05A7F-2F07-3CBC-D0E3-BC3EC7490D30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52EDB36-063C-8FE9-6FAF-E4A6FDC431D6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D8E5F8-E71B-A827-F517-366530C79073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D007AA-A2BA-DD96-DDF7-776AFFBE0B8E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48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種類のアイコンと</a:t>
            </a:r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575404F-BF58-4D95-98DC-7BAF6BFF327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621ADA8-05B1-C371-9D9E-F86047E0ED2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2779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81EA7E-0F3F-6192-1131-4969798CB22B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7C08CF-5A82-618A-2417-E6A49205921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E286C09-2DD9-3632-C5C8-36A10C976B0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E3EE30D7-2805-0423-BD39-76C4F1E7C8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74260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7E33E1B-F68F-D95C-9508-9BBF65A0493A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794611D-3C8D-6498-B954-8A2DF2D9825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48ABB3-F2A6-0A54-2618-65AE29804AC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0412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22D4E71-6271-2787-EB4F-074ABC74DE2A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96CF48-52E5-56FE-9E2D-7EF3EDDB08C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384C18F-DA5F-2621-1375-398425D4415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A9B9534-BD5D-1DCB-24D5-12F1E5341F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526172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064588-28F4-CD6F-47C7-677D7DEC590F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9B3F461-B9DB-A5BD-61C9-1A043F14EFC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B26768-8E95-9864-8247-4122329FFAD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265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CCCD80-DD1B-948C-5541-9E20C44202FD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E1C87D-8966-DE22-A4DB-AC8B2043D72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6392C96-E58B-7B01-541D-CFA24FA77DC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CCA3668F-904A-9918-BC6E-FFA51ECE6B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828788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45CE9F-7F5D-11C0-7781-83F8B566CC21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999B284-51F4-9DE6-35EA-18FEEC56E3F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58A5408-A4AB-FBE0-4956-D11FFCD1D32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176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5B006D-0086-0626-0D13-3DE57EC5AD04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17F248-2994-6BD0-2E77-BB4D00A0102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4BAFF89-33FE-40D6-8481-76E246DD4A2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3065D28-4EAA-47CC-9D48-1E5BD48C8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072154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21D5EE-EE96-598F-9182-7702B4EF7AC9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6CD58C2-3436-ADFA-81B8-8F30BD03E58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839F6B-747F-5F60-6988-754EAA9E2B5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118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80FA29-3D82-B1A6-8DFD-B6143428B72B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86F4F6-99B2-90DD-CAC0-7B8B7BC39E4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50F4D2F-F959-E7C2-DFC6-AFB69068717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3EA21A0-6E67-625E-EC5F-DFC150659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83313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364B2B-BF80-E9A0-EE18-79722791020C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84D867F-183A-BD19-5F02-A398D312819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650E2E6-ADCD-B3D0-F8AA-4C54DDF3B17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4274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7A5E7E8-B05A-7F05-D41A-E1B8DB6D413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4178B9-E754-64D8-9317-C405BB9C835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4C4241A-965C-92AA-A951-7992A4E9BA4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F08EF9D-40C9-2C31-2551-DE1B79EB32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963045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91AD78-71BB-7095-421A-5FDD5DB4949D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215F416-48F7-082F-C842-8C7E55726B3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3D3F70-C8E7-2A20-37ED-33F962C7B68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4697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6487D41-C3C3-F4A8-D2A8-CB6813EE175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F54162F-7295-B3B2-121E-6694A8D2C34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5FEFC70-25A8-E5AC-B940-55C4C43EDF3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5679A37-127C-26AF-8A34-941CAD8ABB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525198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595970-452B-DDE8-E0F3-21C212C1045F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008A9AA-08C0-3332-3A2B-23191D40AD1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7FA9BD-9DB4-D347-9D3D-CA96D3CD57E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341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96F8000-E983-FEE0-1E8F-5BFF2BC1A258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5CEB07-07F2-09F8-4642-C4868926F04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6A8F14D-B5D5-3CE6-D705-15C7EA8A274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EDD3A58D-2C63-4A05-A6C7-6A77DE555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986279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2B52A0-AC31-7894-E94D-64FC8C244022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66DAA3-2413-2D16-5AA9-96C4E7940DB1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EE4FD4F-61AA-F0C3-05DD-32FDFD185155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F6FEBCC-A2A4-17B0-2072-61A2703B4723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357D3AE-932B-2811-D562-32352858EFD7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B162085-8B1C-0B0F-20FA-5DC0CD163557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55BABE0-8087-C7C2-3902-B3F1B1C26E5A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3F36B7D-43DB-5461-9943-856B468F92C6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938CDF5-3BE0-3E95-2144-F9DF8BBCA54C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FED7F08-6C98-5CF8-A207-2CF69663D55E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A5DA5AFD-F6A6-2C0E-4015-1E9FE822A74E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FEB8E6B-61F6-D380-2E3D-1D6971BE3251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28F28B9-93D7-7E11-97CD-5243EAB025C6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D540BC5-5E99-C555-C49D-02121E6C74B0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0CF84B0-9FB5-007D-6668-265BF9E89071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6C2820DB-248E-C062-68B1-E8E18A3E06DB}"/>
              </a:ext>
            </a:extLst>
          </p:cNvPr>
          <p:cNvSpPr/>
          <p:nvPr/>
        </p:nvSpPr>
        <p:spPr>
          <a:xfrm>
            <a:off x="8337550" y="3582458"/>
            <a:ext cx="174625" cy="174625"/>
          </a:xfrm>
          <a:prstGeom prst="ellipse">
            <a:avLst/>
          </a:prstGeom>
          <a:noFill/>
          <a:ln w="2222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9B9CAFC6-15E7-7CA3-1602-F01493CCD1F6}"/>
              </a:ext>
            </a:extLst>
          </p:cNvPr>
          <p:cNvSpPr/>
          <p:nvPr/>
        </p:nvSpPr>
        <p:spPr>
          <a:xfrm>
            <a:off x="8480425" y="3582458"/>
            <a:ext cx="174625" cy="174625"/>
          </a:xfrm>
          <a:prstGeom prst="ellipse">
            <a:avLst/>
          </a:prstGeom>
          <a:noFill/>
          <a:ln w="2222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89399C4-7D1B-514C-A071-8F4E7164BEC4}"/>
              </a:ext>
            </a:extLst>
          </p:cNvPr>
          <p:cNvCxnSpPr/>
          <p:nvPr/>
        </p:nvCxnSpPr>
        <p:spPr>
          <a:xfrm>
            <a:off x="8353425" y="3709458"/>
            <a:ext cx="142875" cy="17462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C430A25-C2C1-F360-AAD0-DFD6E49EE448}"/>
              </a:ext>
            </a:extLst>
          </p:cNvPr>
          <p:cNvCxnSpPr/>
          <p:nvPr/>
        </p:nvCxnSpPr>
        <p:spPr>
          <a:xfrm flipV="1">
            <a:off x="8496300" y="3709458"/>
            <a:ext cx="142875" cy="17462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66A4289-102B-CA40-97CD-D5DFE12FD6DE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運動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2842139-B0EF-451C-3A1C-EB6345629580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違いを棒の長さで読む。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D0FF2DF-D442-E8E0-5969-0902AEA7EAD6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EB00868-4294-AA05-B990-411125B2A7A3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7347539D-7DA7-1CB9-99AB-829071E4E257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997B431-CD0F-2DB7-FFAD-D43DD7ADA833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4CB41660-8283-C4C7-A81A-ED1301431A38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966C969-C08E-B08E-5967-71692B229F4B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休息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08F35B4-1F30-7A6C-B1F8-D261CC8A4D72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全体との関係を確かめる。</a:t>
            </a: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247FEBB-67F3-0261-8CF0-E8EF7D49748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54FBA8A-627D-138D-E5D7-97C3E83A70A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403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3350F2-2D0F-B502-8B1F-C45D6122FE16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326389-A78D-5A90-7942-672E8B351240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1〜12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D0D4332-5BFC-27B5-A1F7-51CD3038FA2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FE01D810-AEF0-B884-BA7B-DB2842562430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5B95D5E-DF4E-6C83-28F4-FEABB1438798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06AA7BC-AD60-8C6A-96AE-E029C92D9455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9A0EEE4-F9E7-C137-9EA4-33E7293017F5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D462683-9B10-ACB2-D1BA-C18157D0C310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A8D9C41-2FFD-0CE2-4D61-4EDB431B134D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CCA7A88-F8CC-946B-886D-196A489C684E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3960881-DE21-DB67-1237-F7C83774670E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C5D8EAF-2883-0DD0-DB39-DA166D94B942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403EA8F-B725-6FC2-CBD6-918F5C28154A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E611FA9-B9F2-AEBA-3F95-54DFF4F5D6D8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094F5A1-7B94-22D6-3ACA-2B4E290D60A1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FD38C98-E402-9630-744E-F987122EAF2B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901C5E-7E2D-A543-8AB6-1821C0480E83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2885850-B71B-3112-1DDC-E86E75DAB935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2498AF4-5863-FB6E-2556-3A344E13BF79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2DE6558-A184-6DDD-0A78-DB34756670E8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BE8236B-7937-B563-3E32-CDAC669A5353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8C14C34-890E-B7E6-AFCB-23F198364333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BE10DF-B33E-9BC2-5D79-016AFE7A08B9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6BC73151-1782-9233-EB3F-DB42CA11CB0D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BF94DA3-4FEA-E17D-CF46-B57094755FEC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6C15C9AE-ED55-F3C3-31DA-B04FC26F5CF8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D4574E3B-9B4C-0B20-ADE4-9DF44AA14756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D2831D3-D06E-FF7D-C358-8420EB7460C0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178C070E-C0B5-A616-8078-984B3E2E62BF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04B0ECC-7F50-5DDD-F648-2C1B59028207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742B68F4-46F5-8255-363F-67769FD54E9E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904E7934-FD5A-462D-D80F-DD84F6FA10DD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F3984D55-1DA9-FD21-448E-29FFF72284B0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84E968-40E1-AF96-ACB8-4C43DF714D15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818EC12-BDAA-A7AA-0E1A-DF4E8BA65CBA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633C3D4-7864-30B5-84A5-AACCC32A0C02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CCA2797-4642-55CE-8547-81CA6157B843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4A58243-23CE-E29F-2666-EBB0C2CA8D2E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2B167C3-D7FD-B5C5-6C41-82EB288655C2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0A48CCBB-5299-27B2-6D0D-51F3E80C2EFF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505A8477-C741-F44A-CBB2-A3067B59EAC4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5E28302-17C3-4E64-772E-DDE6BCB21801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8EEA70C-CBA0-0E28-F990-0048BCAB3C1B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504A1F48-640F-9A07-AF1D-F1D7F8F9E888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03AA9CF-10F3-B693-49D8-94F364F2AE21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51E7B8C4-5547-829F-3FA9-8112C0AEC843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198EAE18-5572-65C0-77D9-5C5E4EBBB60E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C42F0823-87A2-1EB0-638E-3068F51CB9FB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F19AD93-C4BB-97AA-DB5B-8438D4F99FE7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5FACB319-284C-9FAE-B0D0-7C6170367A0B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57028E28-D725-49BD-6B47-0627C4CC8253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D1B0E831-AFBC-AE5F-CBA8-80F1BD397013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E62BF305-38D7-56C7-0473-91163C2D3DFF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00DE9216-0E0A-EBB3-B8BC-DE88A54E8A04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E65D42BF-FA79-5E76-7DD6-17CACEBEF295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6F8B6FA9-1C42-8281-95DD-EAFC9EFEAE91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BEFC0059-D9C8-76E7-0653-6366207CDB63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40316D1-B78E-1749-547E-1C0BC514292C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0ED204C-CC7A-9EA9-1B46-D1F6EC093989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E71961EB-50D6-55E5-86E6-03F0E7327A58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3E6C670-E2C5-59D7-EFB6-5FE650972F29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7ACF9068-3809-6EED-D108-EC0C6229BF76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DDC8EDB-8A79-1189-BFDB-4CAF10FB4127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F428FFBD-C0CC-E760-DD72-5D9101274C86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573C40DD-FF28-DDE3-B7C4-2573473D4BC0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A437506-0C52-09BE-277E-7B795570FFAF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E82A13CC-461D-6DF0-0DB6-29F286BA9392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6BD97E44-9874-7CD5-4DC1-63519668F909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93F0F211-FDFB-E8AC-367F-176E86A3DAB4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F10FE083-F4C0-78FF-A284-7A950B20CADF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00DE171E-698B-48D7-DE58-ABD66C3285A3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3B21F77E-E40F-0133-5671-2328AD73BE3E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F527172B-AAE4-AD57-7090-50EAE149F092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93997591-73F9-B3AA-FA4F-F906850BD732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1084AA32-9261-F61B-0406-394357164B3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06C58AB9-8390-5D48-1B00-31E88DA4289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7513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B534223-6D05-1354-6487-E355F1E2496E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4455FA-7ACC-0C3E-F14A-6576C143437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13〜24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5BDD417-2A24-E217-AA60-DA94EC2D183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345964-03DA-D07D-4874-382BF09EA194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08AB600-41AD-0E52-26E1-3D2296E43BB0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E2DD8BA-0514-D3E1-6C8B-07859096F0A3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9214D10-AD2C-9AB0-F075-752519633782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1D864C6-A54C-39E5-9F0B-09618CBD863F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CA81AF2-1416-0EA4-00E0-1141F9B85105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5D427B7-A212-11F7-F175-CAD692FEF412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05B5A85-C255-60EF-3A23-5A912EB5E6FF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90FBAE6-F6F5-2632-1923-79E6B7C804DD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D08E1E5-BEED-911B-FCCB-0D55D93DE143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D0C5FBB-887A-C57D-A8A1-BA9F38AA7A7F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C6A5E26-1B06-9214-C50F-6E93EFE30716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A19732E-D91C-1037-2943-4246ECB81DF2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A776B85-1799-2BB0-BC1A-B4E5F5EAAC98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B8F61F80-7854-5EF6-D346-126B8E200270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6FEA34D-D094-EC86-5080-19A3AAA1A43E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7ADC12D-3FFA-88CF-8C26-2B9E74E3963D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711C83A9-A068-65CE-EFCD-4C20E6908A35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7531E428-1374-1623-FEE6-C6C0CF3FE5E3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96F73C2-3146-AB59-3ABD-00505040ED78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4B049DAA-88DE-D57C-D25E-2C933230E68F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F7EA199-32F2-244D-93F3-46A6E5C2AC34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1EF71C6-C70D-E026-542E-5CD277258AC4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518C602D-361A-A7F9-21CE-C3C3C2B99B65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2EAE6D0C-6229-9500-284B-C90568D448AE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E6BD238-9B5D-43A5-EA90-306DA1EFD33B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データベ
ース・保管</a:t>
            </a: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F57894E4-61CC-4EAE-65DE-0CFB162DBA5A}"/>
              </a:ext>
            </a:extLst>
          </p:cNvPr>
          <p:cNvSpPr/>
          <p:nvPr/>
        </p:nvSpPr>
        <p:spPr>
          <a:xfrm>
            <a:off x="8707967" y="2341033"/>
            <a:ext cx="296333" cy="2963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D9820C95-BA9C-5BDF-B1E2-96F1C3927127}"/>
              </a:ext>
            </a:extLst>
          </p:cNvPr>
          <p:cNvSpPr/>
          <p:nvPr/>
        </p:nvSpPr>
        <p:spPr>
          <a:xfrm>
            <a:off x="8856133" y="2163233"/>
            <a:ext cx="355600" cy="3852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2B2C7489-CA76-0593-9B30-D3D932C6DBBA}"/>
              </a:ext>
            </a:extLst>
          </p:cNvPr>
          <p:cNvSpPr/>
          <p:nvPr/>
        </p:nvSpPr>
        <p:spPr>
          <a:xfrm>
            <a:off x="9093200" y="2341033"/>
            <a:ext cx="237067" cy="2963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DB3BA5F8-3083-E4C5-732D-0BF6BB3316DB}"/>
              </a:ext>
            </a:extLst>
          </p:cNvPr>
          <p:cNvCxnSpPr/>
          <p:nvPr/>
        </p:nvCxnSpPr>
        <p:spPr>
          <a:xfrm>
            <a:off x="8826500" y="2637367"/>
            <a:ext cx="3852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BA198D8-C43D-936C-A57D-ACCEAA6D10F0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クラウド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6C38C68F-5874-B915-FE05-076AC2D646ED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357648F4-DE8E-4D3E-58C3-054F2C106AAF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54635458-11DB-16EE-4512-0FF7149E6E60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04FD3380-8E0A-AF1B-2649-6DA7E1A0CB0C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E41F108A-1EE1-4FD5-2D02-146544C8DDF1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82A8F701-59C7-324D-6B74-B3BD77A6EE6C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DD3BE81-B866-B2F1-E9FC-A4D456368EAB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34CF827-B19D-6E6B-5137-53EBE9C98CB6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接続・ネ
ットワーク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85A5ABCA-5BC9-E8DB-55C0-3F82878CEF65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257A524F-3494-6D16-DE8E-CC816037B0F2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59996B75-D482-30BF-42A1-ADA509DE215D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167FC30E-9E4C-BEE6-F4BB-B5B856469C46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E3C28835-D513-DE01-C7BF-F77730F96097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8A17AE8-1A1B-3E4D-FA80-D4AF787EC52F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プログラ
ム・開発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5C288C7F-5AE7-8E4E-08C7-DAC76DFD327C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2DEA4367-62D4-91E8-57C2-AF630180E3EE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9B28C2E1-2A95-2C65-340B-706913E6CD3A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40D9B860-0181-D8F7-B005-309F9B8EE54B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46A12393-CE44-59EB-431F-21F08AD61CE3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90C191AC-8240-E8AD-A6BA-BFB728AF27F1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96E62F70-9A16-53AA-3EBE-468A0EA6819D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190B63F7-81F2-E368-AC57-B61C36D3C280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86F3BB71-CEE5-FFE5-CE24-465AE4E54161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8C9111AC-FF0F-9CFC-B7D5-B04C07B79B85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A0BCBE49-BD76-7D2C-ECE2-7A24C260F9A4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523826A8-F43C-CA7D-750A-B2E94AF7DF4C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BA25EEB9-D775-ED78-0853-02BD235F252B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E18C5AC9-B7CB-99A0-63AE-2EC47FE28CE7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DD9557FD-510B-2BA1-9B8C-F2CC73C4F83C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・半導体</a:t>
            </a: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7C1856A5-8915-2BA4-77AB-25360B1C6439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D3477BF2-6AF1-DC59-36B0-76DF1F43C81F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0185461-7423-DF49-BBBB-910A53637620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070EA05A-3C2F-EDA5-FFD9-C696FCFD3BBB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7496FB47-E7D4-097F-F83B-E222281E4C3D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9F939022-0CF3-98BD-5A96-3795FE7253EF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B998A72D-CE6A-1C89-0F9E-E97DF0C41DE4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775E6D0F-2486-F3F2-1D61-381B3D2ACAB9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528CF74-2437-B629-8381-8B9AB6D51092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本・学習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99D2ED1E-E11F-6496-04D1-E810713E8545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DBE012B6-2D38-A8E0-C821-B478696AFF6A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770026D6-C7DA-AB76-A2E7-2831051490A2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F5952B69-B538-4DE4-E879-75ED3F9E018C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47E4CDD8-48EA-99AF-5D1F-F3C1A985B55B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2F9A27B6-0A37-E60F-A271-B959B8352892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BD49995B-0BCF-9B74-D6D2-AB2B0866C13F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8BA9C4DD-2578-E557-BAE2-21996E0887B2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D7B04035-CD0F-6EBB-FA58-6998DC4E994B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94B3C54-B504-B9B8-5438-2551A80E4077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学校・進学</a:t>
            </a: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1EC96E81-820E-4E04-D3AB-5E609482D251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AB8A067F-FFA0-8621-CA80-7EB784CCB13C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EA927928-8AE5-24A8-C9C7-A2E05C4B3198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A272149E-38E8-4DF3-89BE-0249C4EC847B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60BCD8BB-2978-16AC-8D29-4ACBACCA5651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F474E725-41EA-9A29-CDE3-945BA86E5E76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1D7E9B02-4C2D-B367-744E-095321F81A46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楕円 90">
            <a:extLst>
              <a:ext uri="{FF2B5EF4-FFF2-40B4-BE49-F238E27FC236}">
                <a16:creationId xmlns:a16="http://schemas.microsoft.com/office/drawing/2014/main" id="{86C376DD-F58F-82E1-9BB0-4C99B8FD9F8F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4374D343-4A39-8BD4-481F-5998FAFBA18C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化学・実験</a:t>
            </a:r>
          </a:p>
        </p:txBody>
      </p:sp>
      <p:sp>
        <p:nvSpPr>
          <p:cNvPr id="93" name="楕円 92">
            <a:extLst>
              <a:ext uri="{FF2B5EF4-FFF2-40B4-BE49-F238E27FC236}">
                <a16:creationId xmlns:a16="http://schemas.microsoft.com/office/drawing/2014/main" id="{53D3E2D4-683B-B4D6-AF27-85D16C809F1A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楕円 93">
            <a:extLst>
              <a:ext uri="{FF2B5EF4-FFF2-40B4-BE49-F238E27FC236}">
                <a16:creationId xmlns:a16="http://schemas.microsoft.com/office/drawing/2014/main" id="{7E8A5835-0E4E-4BCE-7036-B9FCAAA4D357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楕円 94">
            <a:extLst>
              <a:ext uri="{FF2B5EF4-FFF2-40B4-BE49-F238E27FC236}">
                <a16:creationId xmlns:a16="http://schemas.microsoft.com/office/drawing/2014/main" id="{19731516-7E58-368B-DC8E-C500845F851C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BD736214-8728-FB0A-A20C-B62EACFD9CCE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A6AD8BEE-75DF-BB41-AC44-0FA3790D92E8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7B03CCB3-6AF5-06F1-334D-AE8089F1E96C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物理・原子</a:t>
            </a:r>
          </a:p>
        </p:txBody>
      </p: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B454C684-CF9D-F620-6224-1D8C449DD34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6C4CC332-BCFF-DF3D-33C2-60F24CA0FC6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3465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A05531-E734-761D-B39E-14288C6C678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8B4D96-658D-5BCB-F43A-9723C75DCBD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25〜36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DB0BEFD-AFDC-3BAB-AAB3-A338841FDC7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9E24912-EB4B-8880-6994-30E84D8A012A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1F4371A-C2B2-678D-5D6A-6288498219DB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E902A8B-575A-E634-B352-B6F2FF81CA13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F23F362-FA77-FB65-E25B-C07133D52EBA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BDD0667-7A7A-AD35-97EE-894D3C024E07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CE6C59F-7131-80E9-B6CE-C74AD4A1CF9E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6F57AA7-26F5-916B-0BAC-52106273EE8D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E447981-06D8-D38D-57A7-214215638E82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0250C1E7-8528-A792-2A62-C3BCEB703E03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9F0ACF9-C8D9-849A-53C6-224594D74B15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B4DBC1D-2EF6-D6CD-6EC9-389085E1DFB7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615016E-D20B-DAE7-2687-7B2E565E091F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6C7EEF3-F524-13BD-30E4-BB2A99D9F3E5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5141063-DE20-47C6-B64D-AC93C77C33CE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C361BB2-11B5-D48D-605C-A08ACD944DDA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570AC82-5738-1691-8331-10B8FFE59140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ED255DD-14E3-2C51-B358-E1D18C6D8CDD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E00936E-A576-7AD2-CF68-2678B9CCCF98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F4EE51F-3169-08B6-1F7D-E160F2EFECE3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814BEA8-9F36-CED4-45F5-8750650A06FA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E71A5C8-514E-B5A1-A66C-103D2253B090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F0AA6B1-1A87-B471-9436-0B0BD4898B1C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57F3B50E-5236-F330-F7D5-10B2A019CB3E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6287B855-39BA-5C51-313D-EEC59E1D5204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4F3FAE41-E031-B1C4-9637-5D0DE3F41426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4072D45E-951B-0C11-6686-2ECCBDACD5F4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BB74E94A-2F35-8691-44CF-E49A80459030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F1A7073-9483-CD9D-2EF4-791C46C45EED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611B58B1-FD74-98D1-6144-83EEE5DC4F29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320F3232-6750-85AB-F2D3-CEF2C52A1B0B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447B108-9B39-4880-1714-B125E7B4648F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9FA9F558-44DA-FEF9-A9F0-057FB63E3641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20F08DE8-2CBB-A135-4260-4963BC618036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38C5016-D6F0-9CDC-BC85-BE58816F497A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08E491AA-5E19-6572-516B-82671503C60E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46165E4-3E6F-7D9C-AA1A-7B719296C7BB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3915DE2-7CD5-A833-A79C-48C12236387E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9609875-5F68-7090-54BD-D605013BB63A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D5778B3-EA8C-7831-242A-E94B4022F388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C63666A4-B03D-CB3C-C31A-04ACCBAF6CCF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E8732C73-4E38-CBE2-5FAA-0204C1F70025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93417BEA-C65A-C790-082C-53D5DC043B96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AB1E495-23D2-1761-1DA9-9B06CD9B420A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45B60117-B158-023F-4E85-87BAF5FCE2EC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5F63C3F5-6C3E-91BD-F8AC-CC374A37C407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B9DDB7B-A0D0-4C72-F378-890E56C51E53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51B1559A-87DD-132E-827B-F99BC3505369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2F5F5736-E429-49B6-4AC3-3ECC6AB7C48C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C3D0F954-F3A1-ACB9-F60C-13222C82545E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6EFFFC19-95D6-9F4D-0A2E-E31BD71BDF7C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AF3F540A-BD9B-6F8E-ABBA-B8038BE5FB68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6E091CAF-BB6A-0AEE-5F9E-B03978787963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6A51F20-788F-307F-83C5-80E0691BC2E1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太陽・太陽光</a:t>
            </a: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69338784-F60F-F61A-5EA2-FD4AB6A7ADB9}"/>
              </a:ext>
            </a:extLst>
          </p:cNvPr>
          <p:cNvSpPr/>
          <p:nvPr/>
        </p:nvSpPr>
        <p:spPr>
          <a:xfrm>
            <a:off x="3183467" y="4152900"/>
            <a:ext cx="325966" cy="3259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D8038223-3E58-F457-F950-D3D4CDFC3711}"/>
              </a:ext>
            </a:extLst>
          </p:cNvPr>
          <p:cNvSpPr/>
          <p:nvPr/>
        </p:nvSpPr>
        <p:spPr>
          <a:xfrm>
            <a:off x="3450167" y="4152900"/>
            <a:ext cx="325966" cy="3259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2A0CDFC7-97F0-17C7-DF3C-E17E50E43880}"/>
              </a:ext>
            </a:extLst>
          </p:cNvPr>
          <p:cNvCxnSpPr/>
          <p:nvPr/>
        </p:nvCxnSpPr>
        <p:spPr>
          <a:xfrm>
            <a:off x="3213100" y="4389967"/>
            <a:ext cx="266700" cy="3259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3E3D1675-3912-02FC-4D4E-3694685E204C}"/>
              </a:ext>
            </a:extLst>
          </p:cNvPr>
          <p:cNvCxnSpPr/>
          <p:nvPr/>
        </p:nvCxnSpPr>
        <p:spPr>
          <a:xfrm flipV="1">
            <a:off x="3479800" y="4389967"/>
            <a:ext cx="266700" cy="3259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800157E0-4CF3-6158-996C-B90DB11DF551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健康・ケア</a:t>
            </a: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EF285FFD-E7BE-40EB-7A8D-40855B34E302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E3ED1A84-FF14-B39F-69CF-CF615532C7F0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6E29BD2-1D8F-1356-FD72-954184FA0E10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1B1082B-3E21-D3B9-7AE6-7FEC89360EFB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医療・病院</a:t>
            </a:r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BC5BFBE4-FD26-C440-6169-292702B99E7D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65EE37AF-9802-55EA-BB8F-6C5C7010A4AE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BC60F23C-91AF-64B2-0302-FD58CF41DF82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4814B941-2C6F-13E7-6548-A7B837830345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1BCE2FFF-BB30-2D5E-7DCF-F6ABDB5D6B0D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楕円 71">
            <a:extLst>
              <a:ext uri="{FF2B5EF4-FFF2-40B4-BE49-F238E27FC236}">
                <a16:creationId xmlns:a16="http://schemas.microsoft.com/office/drawing/2014/main" id="{94D71F9D-CECE-2358-7D8B-1A3E653CDC99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3CD6198F-EF55-592F-D4BD-8E0306AB7C3B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利用しやすさ・
バリアフリー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3B8A21DE-3C17-6E37-9FBC-35CFC125D111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FEB15E9C-C6B8-E4F8-304E-9C2063423D8C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512F89B4-1A7C-90DB-138F-372DF7B368F8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F433C4D3-5122-C0E3-0DAF-0F8BBD7063DE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CA882CA5-A06B-C498-DEAF-C908E169EE33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E3C9E743-9C25-2163-13E9-639BB5896057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5CC28BB9-E4EF-98CC-DEFC-2225D1AF8E2C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0FEC36E-C596-F3AC-11A0-65B9A75C72AA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2C646AEB-8739-CC66-56C9-07C7EC87E8D3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9C298C4-E217-C695-A3FE-B7DC84987260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製造・工場</a:t>
            </a: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D32D4B36-4518-ACCD-1FBC-D8D0D4CA0BAA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C457C0AE-0C34-56A0-2210-CD71F9DCEDCE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7C457FC3-9C93-5EDA-2FA1-96EE0428A265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2DF48B08-9791-9015-E41D-15F726597B2B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E3A363DB-50BE-7040-1822-364304B62F34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5D5638B7-7003-A1AF-5759-E1A25A169A2B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62493B6D-17F4-6CE8-9360-97D6BED7F14A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4348A47C-E5A6-9B48-D3EE-E95C5759B6E8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A62510FE-AEDF-4C6A-4974-40601525EE92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BF46CABF-FEEB-B51A-B6EB-E3BDA5CE51AA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楕円 93">
            <a:extLst>
              <a:ext uri="{FF2B5EF4-FFF2-40B4-BE49-F238E27FC236}">
                <a16:creationId xmlns:a16="http://schemas.microsoft.com/office/drawing/2014/main" id="{002BB046-85D3-BBA0-9500-6C73D3E33CF9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8F544866-6374-022A-3608-EA830FA3B660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修理・保守</a:t>
            </a:r>
          </a:p>
        </p:txBody>
      </p: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9DB8BC46-63CD-BC1C-3FEB-30F8620450D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6ACB69F-8284-A08C-69F0-DA82DD713C5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8012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D5910A-BB60-A519-6195-4D0A2A693972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5873E2-2044-2C3E-CE99-54800511889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37〜48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ABC69FC-4113-F113-9581-4621FB6D9C3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F449747-36F3-63FB-0B57-3F0B9B283895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93E5A24-D6F7-2467-AAC1-5FB73199F9B7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9B284E0-A6DF-39FA-69B8-4FE56290E14D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0D44940-CBFC-9C22-DF25-E0CDF29DBCAD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2825D3B-005A-E48B-5FB4-DCCE5F4038ED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DE396A5-3516-4E3E-DCD2-93B8A6F0643D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52FFD9-5DCF-F962-158B-3AACEB35DB44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C817A4F-839C-2BBC-6B8F-C868978B54D1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949FFF3-0A0C-AF8A-352B-76F00858FCA5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C391EE64-77A6-D8DF-3B12-C1373D0FC538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D7D0531-0C62-661A-20A0-7490F9F034EF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38D5F2E-2234-2495-7B2F-82559D824305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F179374-53D7-D531-76B9-3FD646BAE401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E386DD0-7025-46C6-418E-BA46DA0B08B9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2433C0-DDBF-CD57-6040-CC7F4E29C243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DF2CB2B-14A0-F72A-AC8D-E17446436E25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4792C1E-852C-C9AF-1A60-5B71BCFFA557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A0698F1-AB5E-8976-8263-2C1ABC713B3B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4AD8696-0443-1844-96D4-8F1292CE10D6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5863110-AA97-C673-D733-6E4013171DD6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334CAAA-0C99-305A-BF5D-121EAFB00022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4888DFF-6E70-8A57-9143-6F73C587B3B4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5BFE6B6-741E-5693-47D2-1DB6B0889D9A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254FE56-E74F-08B2-8A22-32377DB8FC76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523526B-93B3-5764-EF25-824AD533C9F5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414905F-E7B7-BD31-A927-9FF8EF5E799F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B9DC659-7CBE-C399-1DBA-0EE58AD7563E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2A03C96-C9F3-8219-4C58-4E6AF53EB0B4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AE1E52E1-2E99-0A90-5BC0-813D8FE5E253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95F061D-4120-6284-44FD-4AF214C21165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02C25459-5891-2A76-DD56-8A3D4DBDB535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80AD8B2-F542-49DE-5085-DAB48D5281A0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218F815-4E04-72F8-74DE-394971570665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6A2B3C5A-1AF8-1ED5-303F-947135BA3977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2C4D567-82F4-62CE-295C-6277A08CBAFA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3CB58C07-7C24-6194-7B27-F1BD416169DA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367E9EEF-5B25-E2F3-4041-EA58DE194F15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339876F2-AFDB-534F-DC14-75D76567539D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572537C-00D2-A9A4-4488-7AD573C2E932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C8B8349D-1689-BDD0-E9A8-8F6596BF2089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42133E5-F8FA-4331-435C-D8B36AD6A622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DFBF3522-0AE9-C22C-BF7F-47E383CB09E9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8C652E2B-A5A7-F60F-D1C0-320394AB43DC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BA5F475B-A4AB-CF56-A031-6C605990FB66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C139161-C52F-65AE-EA86-46A2C7E1FA1C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44BC802-239E-596B-256C-6A5A5043C9AC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27D505FB-6D04-8D5E-0D66-5FF9D49AC9C1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E6699CCD-F49A-29C5-B119-1ABD91A31E12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3287FFCA-B7AB-7666-BEA6-CEB8EEAA06AC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BACCBEF3-BFDA-CD24-6AB5-3BD608C3727B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EE69F6ED-2B81-D25E-B7E3-8E0BD405AFB6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FEA4AA7A-DFF7-86BF-F2D5-7C517597B150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96FD345B-7073-3769-D624-DEA5A63B0476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6BBB31AF-75A9-DD6C-452A-F1B50AD3C56F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2A58F90B-2192-312F-8F38-AB895A29E162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EEDC4774-91B5-A32F-4C0B-F1D99E40EAD5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B7DA22D8-F6E5-195A-64DD-A2A1A673C6F7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D9D76D5A-5E3F-7D58-2481-BC5C221EA06E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9885E638-C7AF-D710-4C2F-F898D44F19E6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7AFC0219-8C73-D55E-6715-68D1E9371367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2383ABA3-A7AB-F406-7EF6-69C0BA78CEB2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FC6C0AF-015C-CF7F-2F18-D1DCB3EC0E5E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AE06B4CD-7C2F-7CE2-6D99-3E974A1781AA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F95C165B-177E-17CE-922D-E9F67D38DB04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31C3C05E-E1D3-FEA2-9129-EFC9E16B2104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A6C37503-C5A0-1CE7-E046-D2D9B37D041E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A303D3E4-7891-78E0-4577-8CB3F8A9E480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CC828426-ED74-FA8F-2BFD-6E4CB03EEBC1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C564AAFB-FBC2-3013-9DC0-93692008333C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BCBC95CE-A7F3-0ACE-6DDD-AC55B3FDCEF7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08BAFAF8-5403-DDB1-2D01-21A1FA05E448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996CFDA9-66F7-3068-2B2C-31DAC1FE9D12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3AC949F8-0506-3740-09F2-FC656B48338F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CD82004D-60B4-535E-B929-1210E8FAC601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75CA0D60-83C0-7273-23A5-E2D5907157B8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F1826043-0CCF-907C-0ED2-1AB7BAC00AB3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23B770E0-2F41-0870-598F-50CF850E4ABB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8644CD96-CF9A-4966-C565-781C2EBBD134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72AD8A7C-6966-43A0-6AE2-366B2B454E29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1D785CEE-A924-D248-DABC-2840DCF6695B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9E2C31E7-F7C9-C1C9-FD64-A430D0A57D92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F19809BC-C839-8217-24F9-C5F484322A8F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3F1D8A82-F41F-043F-9DF6-F3D2C0BC7B7D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59768CCF-5BFE-5B6E-78C8-B6FDACCC7389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A2B65971-3C00-7125-645A-EEF58F6D50BB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1B895D42-426D-6A25-7F11-0B72EEDCC52E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AC79CF5E-93E8-031A-84FC-668CDE31AF5A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BDE6DD8-EDDA-7DB6-C514-0D1448657D13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4EC88393-7DB7-AEAC-8FEE-ABC11F905201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FF3C347C-0CEE-9C29-7329-3FB5E8F75503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9690542A-B5E9-CD71-65F9-E65565CD3981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C9CCA59B-D011-7555-6B3F-2338282A45EB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EB0ADF9C-160E-965D-C5F6-F03C5A3EE85E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AED9CA3C-2C63-2F64-F95C-CF81CB00D38D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DC09F54F-7304-F60A-4E48-810641E1507C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DC2BC990-AB20-61CB-99D3-D8F7E5F8B71A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7A13E5E0-6FF2-8F21-0244-6637BB97A27A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C96035A3-8F97-E6F8-1071-7F950C4E6CD2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D0E1BF95-6989-9166-DB12-BF6B72D8092C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C7194DC1-78A0-9272-2CDD-10374A30D058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544392FB-E58E-6D38-A66C-8FEB6B268CF6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6F2AC4DC-875B-ACB3-7EA6-60601622EF30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E3AD21A7-D756-BFD9-7B1C-38986C2469E4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42B95BD5-20B9-82DA-D27E-AB50E8D2D4C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192E3BB8-CFDD-D9C5-62D2-CC0F4613D8E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782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ユーザー設定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2026-10-02T15:10:22Z</dcterms:created>
  <dcterms:modified xsi:type="dcterms:W3CDTF">2026-10-02T15:10:22Z</dcterms:modified>
</cp:coreProperties>
</file>