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446BBD7-9F7C-4676-B433-60F4A48C3C66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DF151A01-4351-470A-8D1E-BCE43B83A63E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B3497860-85D4-447F-8B1F-E6321212E294}" type="parTrans" cxnId="{0E1A777E-A35B-42F0-85D1-399FE0F67371}">
      <dgm:prSet/>
      <dgm:spPr/>
      <dgm:t>
        <a:bodyPr/>
        <a:lstStyle/>
        <a:p>
          <a:endParaRPr kumimoji="1" lang="ja-JP" altLang="en-US"/>
        </a:p>
      </dgm:t>
    </dgm:pt>
    <dgm:pt modelId="{C5C38797-7CB4-40B1-A50B-BA99E59E44B7}" type="sibTrans" cxnId="{0E1A777E-A35B-42F0-85D1-399FE0F67371}">
      <dgm:prSet/>
      <dgm:spPr/>
      <dgm:t>
        <a:bodyPr/>
        <a:lstStyle/>
        <a:p>
          <a:endParaRPr kumimoji="1" lang="ja-JP" altLang="en-US"/>
        </a:p>
      </dgm:t>
    </dgm:pt>
    <dgm:pt modelId="{BB113207-40CA-4024-9BC0-86A67EB3D091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7E3E1B57-9AAA-4691-9429-91C4404C824B}" type="parTrans" cxnId="{E9CA74FD-0D67-4615-84D2-3131FD039F6E}">
      <dgm:prSet/>
      <dgm:spPr/>
    </dgm:pt>
    <dgm:pt modelId="{1F3EF9CC-CE3E-4A37-B4A2-9177F55B5B46}" type="sibTrans" cxnId="{E9CA74FD-0D67-4615-84D2-3131FD039F6E}">
      <dgm:prSet/>
      <dgm:spPr/>
    </dgm:pt>
    <dgm:pt modelId="{1771A42F-CF01-49C2-9C6F-7F16C2B820EB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BFA3BF52-04FC-4B73-A162-2FB035F7B685}" type="parTrans" cxnId="{5EDE3F64-86E0-46A3-B156-7BE5A1CA58B6}">
      <dgm:prSet/>
      <dgm:spPr/>
    </dgm:pt>
    <dgm:pt modelId="{B0D564ED-4BC4-4B02-AAA0-91DBD3704886}" type="sibTrans" cxnId="{5EDE3F64-86E0-46A3-B156-7BE5A1CA58B6}">
      <dgm:prSet/>
      <dgm:spPr/>
    </dgm:pt>
    <dgm:pt modelId="{D697C410-8BB3-4FAE-AF2E-5AF2C0534198}">
      <dgm:prSet phldrT="[テキスト]" custT="1"/>
      <dgm:spPr>
        <a:solidFill>
          <a:srgbClr val="245DA8"/>
        </a:solidFill>
      </dgm:spPr>
      <dgm:t>
        <a:bodyPr/>
        <a:lstStyle/>
        <a:p>
          <a:r>
            <a:rPr kumimoji="1" lang="ja-JP" altLang="en-US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3B40C3F9-D1C7-4D35-8995-9AC012C23014}" type="parTrans" cxnId="{32ACADEE-1D8C-437F-971F-2DDD9E7CCC81}">
      <dgm:prSet/>
      <dgm:spPr/>
    </dgm:pt>
    <dgm:pt modelId="{C388DB08-8979-4104-9F0D-9A93A70AF311}" type="sibTrans" cxnId="{32ACADEE-1D8C-437F-971F-2DDD9E7CCC81}">
      <dgm:prSet/>
      <dgm:spPr/>
    </dgm:pt>
    <dgm:pt modelId="{221C11D3-C032-4AC5-9245-43CDD02F9BCE}" type="pres">
      <dgm:prSet presAssocID="{C446BBD7-9F7C-4676-B433-60F4A48C3C66}" presName="cycle" presStyleCnt="0">
        <dgm:presLayoutVars>
          <dgm:dir/>
          <dgm:resizeHandles val="exact"/>
        </dgm:presLayoutVars>
      </dgm:prSet>
      <dgm:spPr/>
    </dgm:pt>
    <dgm:pt modelId="{C267D243-49C9-47B3-A72D-9A6D19C99382}" type="pres">
      <dgm:prSet presAssocID="{DF151A01-4351-470A-8D1E-BCE43B83A63E}" presName="dummy" presStyleCnt="0"/>
      <dgm:spPr/>
    </dgm:pt>
    <dgm:pt modelId="{8FF223E1-EB6E-4D76-9F7A-07CA0637DFB1}" type="pres">
      <dgm:prSet presAssocID="{DF151A01-4351-470A-8D1E-BCE43B83A63E}" presName="node" presStyleLbl="revTx" presStyleIdx="0" presStyleCnt="4">
        <dgm:presLayoutVars>
          <dgm:bulletEnabled val="1"/>
        </dgm:presLayoutVars>
      </dgm:prSet>
      <dgm:spPr/>
    </dgm:pt>
    <dgm:pt modelId="{02163F92-FD45-4875-97F1-575AA58EDC77}" type="pres">
      <dgm:prSet presAssocID="{C5C38797-7CB4-40B1-A50B-BA99E59E44B7}" presName="sibTrans" presStyleLbl="node1" presStyleIdx="0" presStyleCnt="4"/>
      <dgm:spPr/>
    </dgm:pt>
    <dgm:pt modelId="{83FF178C-55C3-4A35-8A7D-1B8A08450964}" type="pres">
      <dgm:prSet presAssocID="{BB113207-40CA-4024-9BC0-86A67EB3D091}" presName="dummy" presStyleCnt="0"/>
      <dgm:spPr/>
    </dgm:pt>
    <dgm:pt modelId="{F5A73F0E-65F1-4303-93BD-7CB1EFD481F6}" type="pres">
      <dgm:prSet presAssocID="{BB113207-40CA-4024-9BC0-86A67EB3D091}" presName="node" presStyleLbl="revTx" presStyleIdx="1" presStyleCnt="4">
        <dgm:presLayoutVars>
          <dgm:bulletEnabled val="1"/>
        </dgm:presLayoutVars>
      </dgm:prSet>
      <dgm:spPr/>
    </dgm:pt>
    <dgm:pt modelId="{D058B74B-C2E3-40C3-9346-A289831AAAED}" type="pres">
      <dgm:prSet presAssocID="{1F3EF9CC-CE3E-4A37-B4A2-9177F55B5B46}" presName="sibTrans" presStyleLbl="node1" presStyleIdx="1" presStyleCnt="4"/>
      <dgm:spPr/>
    </dgm:pt>
    <dgm:pt modelId="{DAC8D076-FE01-4031-8209-FCC02A83B883}" type="pres">
      <dgm:prSet presAssocID="{1771A42F-CF01-49C2-9C6F-7F16C2B820EB}" presName="dummy" presStyleCnt="0"/>
      <dgm:spPr/>
    </dgm:pt>
    <dgm:pt modelId="{12C0B9D4-8FCD-490B-B2D4-660877A4DD80}" type="pres">
      <dgm:prSet presAssocID="{1771A42F-CF01-49C2-9C6F-7F16C2B820EB}" presName="node" presStyleLbl="revTx" presStyleIdx="2" presStyleCnt="4">
        <dgm:presLayoutVars>
          <dgm:bulletEnabled val="1"/>
        </dgm:presLayoutVars>
      </dgm:prSet>
      <dgm:spPr/>
    </dgm:pt>
    <dgm:pt modelId="{77E79846-70C4-4E63-A406-54FAA2A1F5AD}" type="pres">
      <dgm:prSet presAssocID="{B0D564ED-4BC4-4B02-AAA0-91DBD3704886}" presName="sibTrans" presStyleLbl="node1" presStyleIdx="2" presStyleCnt="4"/>
      <dgm:spPr/>
    </dgm:pt>
    <dgm:pt modelId="{D68E2027-9623-439E-9A4C-41E8251042B1}" type="pres">
      <dgm:prSet presAssocID="{D697C410-8BB3-4FAE-AF2E-5AF2C0534198}" presName="dummy" presStyleCnt="0"/>
      <dgm:spPr/>
    </dgm:pt>
    <dgm:pt modelId="{D9E4F2F4-EECE-4ABD-BF18-C8B89301D884}" type="pres">
      <dgm:prSet presAssocID="{D697C410-8BB3-4FAE-AF2E-5AF2C0534198}" presName="node" presStyleLbl="revTx" presStyleIdx="3" presStyleCnt="4">
        <dgm:presLayoutVars>
          <dgm:bulletEnabled val="1"/>
        </dgm:presLayoutVars>
      </dgm:prSet>
      <dgm:spPr/>
    </dgm:pt>
    <dgm:pt modelId="{07272BD3-314C-423C-8C83-765372865F35}" type="pres">
      <dgm:prSet presAssocID="{C388DB08-8979-4104-9F0D-9A93A70AF311}" presName="sibTrans" presStyleLbl="node1" presStyleIdx="3" presStyleCnt="4"/>
      <dgm:spPr/>
    </dgm:pt>
  </dgm:ptLst>
  <dgm:cxnLst>
    <dgm:cxn modelId="{459B8E1D-A35D-45E3-8973-3EF6DE8DA383}" type="presOf" srcId="{C446BBD7-9F7C-4676-B433-60F4A48C3C66}" destId="{221C11D3-C032-4AC5-9245-43CDD02F9BCE}" srcOrd="0" destOrd="0" presId="urn:microsoft.com/office/officeart/2005/8/layout/cycle1"/>
    <dgm:cxn modelId="{16AF1D29-6600-48D6-8E26-5C6852C12A15}" type="presOf" srcId="{C388DB08-8979-4104-9F0D-9A93A70AF311}" destId="{07272BD3-314C-423C-8C83-765372865F35}" srcOrd="0" destOrd="0" presId="urn:microsoft.com/office/officeart/2005/8/layout/cycle1"/>
    <dgm:cxn modelId="{3206F73F-F05A-4783-B2DC-AD228B4E024B}" type="presOf" srcId="{1771A42F-CF01-49C2-9C6F-7F16C2B820EB}" destId="{12C0B9D4-8FCD-490B-B2D4-660877A4DD80}" srcOrd="0" destOrd="0" presId="urn:microsoft.com/office/officeart/2005/8/layout/cycle1"/>
    <dgm:cxn modelId="{5EDE3F64-86E0-46A3-B156-7BE5A1CA58B6}" srcId="{C446BBD7-9F7C-4676-B433-60F4A48C3C66}" destId="{1771A42F-CF01-49C2-9C6F-7F16C2B820EB}" srcOrd="2" destOrd="0" parTransId="{BFA3BF52-04FC-4B73-A162-2FB035F7B685}" sibTransId="{B0D564ED-4BC4-4B02-AAA0-91DBD3704886}"/>
    <dgm:cxn modelId="{0E1A777E-A35B-42F0-85D1-399FE0F67371}" srcId="{C446BBD7-9F7C-4676-B433-60F4A48C3C66}" destId="{DF151A01-4351-470A-8D1E-BCE43B83A63E}" srcOrd="0" destOrd="0" parTransId="{B3497860-85D4-447F-8B1F-E6321212E294}" sibTransId="{C5C38797-7CB4-40B1-A50B-BA99E59E44B7}"/>
    <dgm:cxn modelId="{C6661189-CA84-432F-848B-C90C6A08C55A}" type="presOf" srcId="{C5C38797-7CB4-40B1-A50B-BA99E59E44B7}" destId="{02163F92-FD45-4875-97F1-575AA58EDC77}" srcOrd="0" destOrd="0" presId="urn:microsoft.com/office/officeart/2005/8/layout/cycle1"/>
    <dgm:cxn modelId="{EA4A5A99-4F67-4130-B226-4F24CBF3BDC0}" type="presOf" srcId="{BB113207-40CA-4024-9BC0-86A67EB3D091}" destId="{F5A73F0E-65F1-4303-93BD-7CB1EFD481F6}" srcOrd="0" destOrd="0" presId="urn:microsoft.com/office/officeart/2005/8/layout/cycle1"/>
    <dgm:cxn modelId="{F0B05CAA-25B8-420B-B240-FD1DE2CD6257}" type="presOf" srcId="{1F3EF9CC-CE3E-4A37-B4A2-9177F55B5B46}" destId="{D058B74B-C2E3-40C3-9346-A289831AAAED}" srcOrd="0" destOrd="0" presId="urn:microsoft.com/office/officeart/2005/8/layout/cycle1"/>
    <dgm:cxn modelId="{410255B4-83B5-4B7F-9798-50B1D1E3413B}" type="presOf" srcId="{DF151A01-4351-470A-8D1E-BCE43B83A63E}" destId="{8FF223E1-EB6E-4D76-9F7A-07CA0637DFB1}" srcOrd="0" destOrd="0" presId="urn:microsoft.com/office/officeart/2005/8/layout/cycle1"/>
    <dgm:cxn modelId="{306990B4-17F4-4A9D-A28D-0E6EFA81474E}" type="presOf" srcId="{D697C410-8BB3-4FAE-AF2E-5AF2C0534198}" destId="{D9E4F2F4-EECE-4ABD-BF18-C8B89301D884}" srcOrd="0" destOrd="0" presId="urn:microsoft.com/office/officeart/2005/8/layout/cycle1"/>
    <dgm:cxn modelId="{CA4105B9-E16F-4273-9A54-E32389C1D730}" type="presOf" srcId="{B0D564ED-4BC4-4B02-AAA0-91DBD3704886}" destId="{77E79846-70C4-4E63-A406-54FAA2A1F5AD}" srcOrd="0" destOrd="0" presId="urn:microsoft.com/office/officeart/2005/8/layout/cycle1"/>
    <dgm:cxn modelId="{32ACADEE-1D8C-437F-971F-2DDD9E7CCC81}" srcId="{C446BBD7-9F7C-4676-B433-60F4A48C3C66}" destId="{D697C410-8BB3-4FAE-AF2E-5AF2C0534198}" srcOrd="3" destOrd="0" parTransId="{3B40C3F9-D1C7-4D35-8995-9AC012C23014}" sibTransId="{C388DB08-8979-4104-9F0D-9A93A70AF311}"/>
    <dgm:cxn modelId="{E9CA74FD-0D67-4615-84D2-3131FD039F6E}" srcId="{C446BBD7-9F7C-4676-B433-60F4A48C3C66}" destId="{BB113207-40CA-4024-9BC0-86A67EB3D091}" srcOrd="1" destOrd="0" parTransId="{7E3E1B57-9AAA-4691-9429-91C4404C824B}" sibTransId="{1F3EF9CC-CE3E-4A37-B4A2-9177F55B5B46}"/>
    <dgm:cxn modelId="{548A3974-931A-4F82-B19B-739589BD5DC8}" type="presParOf" srcId="{221C11D3-C032-4AC5-9245-43CDD02F9BCE}" destId="{C267D243-49C9-47B3-A72D-9A6D19C99382}" srcOrd="0" destOrd="0" presId="urn:microsoft.com/office/officeart/2005/8/layout/cycle1"/>
    <dgm:cxn modelId="{1BEFD3AD-5E4D-472B-8ACC-942D1291D1E7}" type="presParOf" srcId="{221C11D3-C032-4AC5-9245-43CDD02F9BCE}" destId="{8FF223E1-EB6E-4D76-9F7A-07CA0637DFB1}" srcOrd="1" destOrd="0" presId="urn:microsoft.com/office/officeart/2005/8/layout/cycle1"/>
    <dgm:cxn modelId="{947F9D25-105B-40E7-884F-804007CCBA33}" type="presParOf" srcId="{221C11D3-C032-4AC5-9245-43CDD02F9BCE}" destId="{02163F92-FD45-4875-97F1-575AA58EDC77}" srcOrd="2" destOrd="0" presId="urn:microsoft.com/office/officeart/2005/8/layout/cycle1"/>
    <dgm:cxn modelId="{84BEA1DE-67E6-4C39-B376-CE0EE564CF3C}" type="presParOf" srcId="{221C11D3-C032-4AC5-9245-43CDD02F9BCE}" destId="{83FF178C-55C3-4A35-8A7D-1B8A08450964}" srcOrd="3" destOrd="0" presId="urn:microsoft.com/office/officeart/2005/8/layout/cycle1"/>
    <dgm:cxn modelId="{26EAD266-9F44-4B20-ADF0-8F2A350097FD}" type="presParOf" srcId="{221C11D3-C032-4AC5-9245-43CDD02F9BCE}" destId="{F5A73F0E-65F1-4303-93BD-7CB1EFD481F6}" srcOrd="4" destOrd="0" presId="urn:microsoft.com/office/officeart/2005/8/layout/cycle1"/>
    <dgm:cxn modelId="{0D9B32F9-3BFB-42CF-A85C-28668BEF8078}" type="presParOf" srcId="{221C11D3-C032-4AC5-9245-43CDD02F9BCE}" destId="{D058B74B-C2E3-40C3-9346-A289831AAAED}" srcOrd="5" destOrd="0" presId="urn:microsoft.com/office/officeart/2005/8/layout/cycle1"/>
    <dgm:cxn modelId="{8ED45698-663D-4C7A-8E45-9E0DFD655412}" type="presParOf" srcId="{221C11D3-C032-4AC5-9245-43CDD02F9BCE}" destId="{DAC8D076-FE01-4031-8209-FCC02A83B883}" srcOrd="6" destOrd="0" presId="urn:microsoft.com/office/officeart/2005/8/layout/cycle1"/>
    <dgm:cxn modelId="{B85887F8-E8F4-4B96-B707-8EB5698C0E01}" type="presParOf" srcId="{221C11D3-C032-4AC5-9245-43CDD02F9BCE}" destId="{12C0B9D4-8FCD-490B-B2D4-660877A4DD80}" srcOrd="7" destOrd="0" presId="urn:microsoft.com/office/officeart/2005/8/layout/cycle1"/>
    <dgm:cxn modelId="{B0A8C58E-770F-411D-B764-1E1AC91B1189}" type="presParOf" srcId="{221C11D3-C032-4AC5-9245-43CDD02F9BCE}" destId="{77E79846-70C4-4E63-A406-54FAA2A1F5AD}" srcOrd="8" destOrd="0" presId="urn:microsoft.com/office/officeart/2005/8/layout/cycle1"/>
    <dgm:cxn modelId="{BF6C5FA4-9235-4C82-8D29-60165A4CB155}" type="presParOf" srcId="{221C11D3-C032-4AC5-9245-43CDD02F9BCE}" destId="{D68E2027-9623-439E-9A4C-41E8251042B1}" srcOrd="9" destOrd="0" presId="urn:microsoft.com/office/officeart/2005/8/layout/cycle1"/>
    <dgm:cxn modelId="{6983F191-9A2D-4C67-A42F-E23E32F423B2}" type="presParOf" srcId="{221C11D3-C032-4AC5-9245-43CDD02F9BCE}" destId="{D9E4F2F4-EECE-4ABD-BF18-C8B89301D884}" srcOrd="10" destOrd="0" presId="urn:microsoft.com/office/officeart/2005/8/layout/cycle1"/>
    <dgm:cxn modelId="{C36FF299-117B-4B77-9593-30C8930F31F3}" type="presParOf" srcId="{221C11D3-C032-4AC5-9245-43CDD02F9BCE}" destId="{07272BD3-314C-423C-8C83-765372865F35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158C85-9175-4C6D-B253-868DE4D9194E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9C5296E7-1612-4FE2-A7C7-A5A86A63AF3D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4CDCC889-906A-475F-A135-38B4DA64CC2C}" type="parTrans" cxnId="{C4AA30AF-B223-4BDF-A026-538B97588882}">
      <dgm:prSet/>
      <dgm:spPr/>
      <dgm:t>
        <a:bodyPr/>
        <a:lstStyle/>
        <a:p>
          <a:endParaRPr kumimoji="1" lang="ja-JP" altLang="en-US"/>
        </a:p>
      </dgm:t>
    </dgm:pt>
    <dgm:pt modelId="{03B6A29D-65ED-4D5E-8C81-B4D7E65CABEB}" type="sibTrans" cxnId="{C4AA30AF-B223-4BDF-A026-538B97588882}">
      <dgm:prSet/>
      <dgm:spPr/>
      <dgm:t>
        <a:bodyPr/>
        <a:lstStyle/>
        <a:p>
          <a:endParaRPr kumimoji="1" lang="ja-JP" altLang="en-US"/>
        </a:p>
      </dgm:t>
    </dgm:pt>
    <dgm:pt modelId="{4B2C4FB5-7DA2-4516-83CD-E79A9C0BE975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9174A3D0-1034-4CB3-A61F-DD6888394060}" type="parTrans" cxnId="{7A297FEB-3B2C-4844-8351-AE2CD77D9BAE}">
      <dgm:prSet/>
      <dgm:spPr/>
    </dgm:pt>
    <dgm:pt modelId="{BB53479F-6FBD-4976-9D47-92BE91763572}" type="sibTrans" cxnId="{7A297FEB-3B2C-4844-8351-AE2CD77D9BAE}">
      <dgm:prSet/>
      <dgm:spPr/>
    </dgm:pt>
    <dgm:pt modelId="{3CCC727E-9AB7-4D9A-B619-446F3823BBA1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18C6A97D-1354-4B18-AB43-1048DF796D02}" type="parTrans" cxnId="{C7C2899A-90E1-4077-A4B0-D624F729C80F}">
      <dgm:prSet/>
      <dgm:spPr/>
    </dgm:pt>
    <dgm:pt modelId="{FE2374CF-7FC6-42B3-BF8E-69814E747A71}" type="sibTrans" cxnId="{C7C2899A-90E1-4077-A4B0-D624F729C80F}">
      <dgm:prSet/>
      <dgm:spPr/>
    </dgm:pt>
    <dgm:pt modelId="{21A3D412-D541-4DCB-9E56-7494A3F5C11F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FDFAA693-12E8-4D04-A697-B01AAEE6683A}" type="parTrans" cxnId="{142A3AF2-8A88-4CD5-A07C-22B7557567E9}">
      <dgm:prSet/>
      <dgm:spPr/>
    </dgm:pt>
    <dgm:pt modelId="{57055D18-7315-49A4-9ACF-1AA729C8DCAD}" type="sibTrans" cxnId="{142A3AF2-8A88-4CD5-A07C-22B7557567E9}">
      <dgm:prSet/>
      <dgm:spPr/>
    </dgm:pt>
    <dgm:pt modelId="{C62B0603-F82B-4353-8177-5488B1F6C31A}">
      <dgm:prSet phldrT="[テキスト]" custT="1"/>
      <dgm:spPr>
        <a:solidFill>
          <a:srgbClr val="245DA8"/>
        </a:solidFill>
        <a:ln/>
      </dgm:spPr>
      <dgm:t>
        <a:bodyPr/>
        <a:lstStyle/>
        <a:p>
          <a:r>
            <a:rPr kumimoji="1" lang="ja-JP" altLang="en-US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5</a:t>
          </a:r>
          <a:endParaRPr kumimoji="1" lang="ja-JP" altLang="en-US" sz="17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gm:t>
    </dgm:pt>
    <dgm:pt modelId="{E4A10813-2969-4CC0-8C4C-862585E87AA8}" type="parTrans" cxnId="{8192B437-C01F-466C-87F6-9A5F448295BF}">
      <dgm:prSet/>
      <dgm:spPr/>
    </dgm:pt>
    <dgm:pt modelId="{ABECE0EB-AA6D-45A8-8180-A6D527125233}" type="sibTrans" cxnId="{8192B437-C01F-466C-87F6-9A5F448295BF}">
      <dgm:prSet/>
      <dgm:spPr/>
    </dgm:pt>
    <dgm:pt modelId="{FB90F3B0-F9AD-4E42-8D53-32BC79CA8E75}" type="pres">
      <dgm:prSet presAssocID="{5E158C85-9175-4C6D-B253-868DE4D9194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8324995-59C6-444D-B03D-E37B27A32E8B}" type="pres">
      <dgm:prSet presAssocID="{9C5296E7-1612-4FE2-A7C7-A5A86A63AF3D}" presName="hierRoot1" presStyleCnt="0">
        <dgm:presLayoutVars>
          <dgm:hierBranch val="init"/>
        </dgm:presLayoutVars>
      </dgm:prSet>
      <dgm:spPr/>
    </dgm:pt>
    <dgm:pt modelId="{B1AC11A4-B3F3-44F0-8DE1-305463B4C379}" type="pres">
      <dgm:prSet presAssocID="{9C5296E7-1612-4FE2-A7C7-A5A86A63AF3D}" presName="rootComposite1" presStyleCnt="0"/>
      <dgm:spPr/>
    </dgm:pt>
    <dgm:pt modelId="{AC577183-F749-4CF5-BCBD-EA1625F8D636}" type="pres">
      <dgm:prSet presAssocID="{9C5296E7-1612-4FE2-A7C7-A5A86A63AF3D}" presName="rootText1" presStyleLbl="node0" presStyleIdx="0" presStyleCnt="1">
        <dgm:presLayoutVars>
          <dgm:chPref val="3"/>
        </dgm:presLayoutVars>
      </dgm:prSet>
      <dgm:spPr/>
    </dgm:pt>
    <dgm:pt modelId="{E46859D6-9E3C-4EE6-B6EB-9F0056CCFD39}" type="pres">
      <dgm:prSet presAssocID="{9C5296E7-1612-4FE2-A7C7-A5A86A63AF3D}" presName="rootConnector1" presStyleLbl="node1" presStyleIdx="0" presStyleCnt="0"/>
      <dgm:spPr/>
    </dgm:pt>
    <dgm:pt modelId="{7A093DAA-8E25-4EC2-914B-903BD6213724}" type="pres">
      <dgm:prSet presAssocID="{9C5296E7-1612-4FE2-A7C7-A5A86A63AF3D}" presName="hierChild2" presStyleCnt="0"/>
      <dgm:spPr/>
    </dgm:pt>
    <dgm:pt modelId="{837A25A2-0915-4222-9393-FF2523C0F709}" type="pres">
      <dgm:prSet presAssocID="{9174A3D0-1034-4CB3-A61F-DD6888394060}" presName="Name37" presStyleLbl="parChTrans1D2" presStyleIdx="0" presStyleCnt="2"/>
      <dgm:spPr/>
    </dgm:pt>
    <dgm:pt modelId="{84199B2F-4952-4E84-8EE2-47D9ECE32F0D}" type="pres">
      <dgm:prSet presAssocID="{4B2C4FB5-7DA2-4516-83CD-E79A9C0BE975}" presName="hierRoot2" presStyleCnt="0">
        <dgm:presLayoutVars>
          <dgm:hierBranch val="init"/>
        </dgm:presLayoutVars>
      </dgm:prSet>
      <dgm:spPr/>
    </dgm:pt>
    <dgm:pt modelId="{F2280C66-3B8C-47F0-8CAE-E2CF919B70F9}" type="pres">
      <dgm:prSet presAssocID="{4B2C4FB5-7DA2-4516-83CD-E79A9C0BE975}" presName="rootComposite" presStyleCnt="0"/>
      <dgm:spPr/>
    </dgm:pt>
    <dgm:pt modelId="{E9C5F7EA-F1DA-4CD7-99F5-3767C1D88227}" type="pres">
      <dgm:prSet presAssocID="{4B2C4FB5-7DA2-4516-83CD-E79A9C0BE975}" presName="rootText" presStyleLbl="node2" presStyleIdx="0" presStyleCnt="2">
        <dgm:presLayoutVars>
          <dgm:chPref val="3"/>
        </dgm:presLayoutVars>
      </dgm:prSet>
      <dgm:spPr/>
    </dgm:pt>
    <dgm:pt modelId="{52CC9F13-8F01-45DE-8991-79E982A7973B}" type="pres">
      <dgm:prSet presAssocID="{4B2C4FB5-7DA2-4516-83CD-E79A9C0BE975}" presName="rootConnector" presStyleLbl="node2" presStyleIdx="0" presStyleCnt="2"/>
      <dgm:spPr/>
    </dgm:pt>
    <dgm:pt modelId="{D74010EB-3E2F-4C44-BED5-778A6E5DFB5E}" type="pres">
      <dgm:prSet presAssocID="{4B2C4FB5-7DA2-4516-83CD-E79A9C0BE975}" presName="hierChild4" presStyleCnt="0"/>
      <dgm:spPr/>
    </dgm:pt>
    <dgm:pt modelId="{A860A60C-929E-408A-B944-9B40BB56C899}" type="pres">
      <dgm:prSet presAssocID="{FDFAA693-12E8-4D04-A697-B01AAEE6683A}" presName="Name37" presStyleLbl="parChTrans1D3" presStyleIdx="0" presStyleCnt="2"/>
      <dgm:spPr/>
    </dgm:pt>
    <dgm:pt modelId="{8CA8E973-0445-4E79-9F3F-249F70F86C7E}" type="pres">
      <dgm:prSet presAssocID="{21A3D412-D541-4DCB-9E56-7494A3F5C11F}" presName="hierRoot2" presStyleCnt="0">
        <dgm:presLayoutVars>
          <dgm:hierBranch val="init"/>
        </dgm:presLayoutVars>
      </dgm:prSet>
      <dgm:spPr/>
    </dgm:pt>
    <dgm:pt modelId="{FF792D68-D653-4BAC-B7A3-65AD92570759}" type="pres">
      <dgm:prSet presAssocID="{21A3D412-D541-4DCB-9E56-7494A3F5C11F}" presName="rootComposite" presStyleCnt="0"/>
      <dgm:spPr/>
    </dgm:pt>
    <dgm:pt modelId="{632F08DC-F749-4298-8127-4D97D68FDEF0}" type="pres">
      <dgm:prSet presAssocID="{21A3D412-D541-4DCB-9E56-7494A3F5C11F}" presName="rootText" presStyleLbl="node3" presStyleIdx="0" presStyleCnt="2">
        <dgm:presLayoutVars>
          <dgm:chPref val="3"/>
        </dgm:presLayoutVars>
      </dgm:prSet>
      <dgm:spPr/>
    </dgm:pt>
    <dgm:pt modelId="{3BA506C0-44E9-4E8F-BE38-AE011913C154}" type="pres">
      <dgm:prSet presAssocID="{21A3D412-D541-4DCB-9E56-7494A3F5C11F}" presName="rootConnector" presStyleLbl="node3" presStyleIdx="0" presStyleCnt="2"/>
      <dgm:spPr/>
    </dgm:pt>
    <dgm:pt modelId="{D5E76B71-48CC-45D7-8C93-0BD3480F72EB}" type="pres">
      <dgm:prSet presAssocID="{21A3D412-D541-4DCB-9E56-7494A3F5C11F}" presName="hierChild4" presStyleCnt="0"/>
      <dgm:spPr/>
    </dgm:pt>
    <dgm:pt modelId="{EFC09829-812F-4596-98E5-E26746FE29FE}" type="pres">
      <dgm:prSet presAssocID="{21A3D412-D541-4DCB-9E56-7494A3F5C11F}" presName="hierChild5" presStyleCnt="0"/>
      <dgm:spPr/>
    </dgm:pt>
    <dgm:pt modelId="{C51DB29A-2DA9-420F-8136-F50F41955A11}" type="pres">
      <dgm:prSet presAssocID="{E4A10813-2969-4CC0-8C4C-862585E87AA8}" presName="Name37" presStyleLbl="parChTrans1D3" presStyleIdx="1" presStyleCnt="2"/>
      <dgm:spPr/>
    </dgm:pt>
    <dgm:pt modelId="{2AB1E6E4-B3C5-46BF-8928-EA9DD721C5FD}" type="pres">
      <dgm:prSet presAssocID="{C62B0603-F82B-4353-8177-5488B1F6C31A}" presName="hierRoot2" presStyleCnt="0">
        <dgm:presLayoutVars>
          <dgm:hierBranch val="init"/>
        </dgm:presLayoutVars>
      </dgm:prSet>
      <dgm:spPr/>
    </dgm:pt>
    <dgm:pt modelId="{E263D15F-0966-45E1-BADB-36C575CE45FB}" type="pres">
      <dgm:prSet presAssocID="{C62B0603-F82B-4353-8177-5488B1F6C31A}" presName="rootComposite" presStyleCnt="0"/>
      <dgm:spPr/>
    </dgm:pt>
    <dgm:pt modelId="{2D914F0B-2346-4816-A70E-E09CD206B13A}" type="pres">
      <dgm:prSet presAssocID="{C62B0603-F82B-4353-8177-5488B1F6C31A}" presName="rootText" presStyleLbl="node3" presStyleIdx="1" presStyleCnt="2">
        <dgm:presLayoutVars>
          <dgm:chPref val="3"/>
        </dgm:presLayoutVars>
      </dgm:prSet>
      <dgm:spPr/>
    </dgm:pt>
    <dgm:pt modelId="{82B85E3C-772E-468E-B3E0-80CA0C281FBA}" type="pres">
      <dgm:prSet presAssocID="{C62B0603-F82B-4353-8177-5488B1F6C31A}" presName="rootConnector" presStyleLbl="node3" presStyleIdx="1" presStyleCnt="2"/>
      <dgm:spPr/>
    </dgm:pt>
    <dgm:pt modelId="{A8FC7DB6-9609-467F-BC4B-7ED70977D451}" type="pres">
      <dgm:prSet presAssocID="{C62B0603-F82B-4353-8177-5488B1F6C31A}" presName="hierChild4" presStyleCnt="0"/>
      <dgm:spPr/>
    </dgm:pt>
    <dgm:pt modelId="{C52D7AE7-F6EC-4BF7-965F-F150D7786CD3}" type="pres">
      <dgm:prSet presAssocID="{C62B0603-F82B-4353-8177-5488B1F6C31A}" presName="hierChild5" presStyleCnt="0"/>
      <dgm:spPr/>
    </dgm:pt>
    <dgm:pt modelId="{246214DA-FED1-4290-84F3-BF8474E3D44A}" type="pres">
      <dgm:prSet presAssocID="{4B2C4FB5-7DA2-4516-83CD-E79A9C0BE975}" presName="hierChild5" presStyleCnt="0"/>
      <dgm:spPr/>
    </dgm:pt>
    <dgm:pt modelId="{106C76D1-F3B7-4E36-97B7-98BFCA3CBED9}" type="pres">
      <dgm:prSet presAssocID="{18C6A97D-1354-4B18-AB43-1048DF796D02}" presName="Name37" presStyleLbl="parChTrans1D2" presStyleIdx="1" presStyleCnt="2"/>
      <dgm:spPr/>
    </dgm:pt>
    <dgm:pt modelId="{07784AA8-B385-4FAE-B126-E48EFE523299}" type="pres">
      <dgm:prSet presAssocID="{3CCC727E-9AB7-4D9A-B619-446F3823BBA1}" presName="hierRoot2" presStyleCnt="0">
        <dgm:presLayoutVars>
          <dgm:hierBranch val="init"/>
        </dgm:presLayoutVars>
      </dgm:prSet>
      <dgm:spPr/>
    </dgm:pt>
    <dgm:pt modelId="{C0F2755E-7242-45DC-884C-C630722A9A5A}" type="pres">
      <dgm:prSet presAssocID="{3CCC727E-9AB7-4D9A-B619-446F3823BBA1}" presName="rootComposite" presStyleCnt="0"/>
      <dgm:spPr/>
    </dgm:pt>
    <dgm:pt modelId="{FE3D520E-DECE-4B84-B5E2-84D676081E84}" type="pres">
      <dgm:prSet presAssocID="{3CCC727E-9AB7-4D9A-B619-446F3823BBA1}" presName="rootText" presStyleLbl="node2" presStyleIdx="1" presStyleCnt="2">
        <dgm:presLayoutVars>
          <dgm:chPref val="3"/>
        </dgm:presLayoutVars>
      </dgm:prSet>
      <dgm:spPr/>
    </dgm:pt>
    <dgm:pt modelId="{CC7AF66B-7CC2-4AA4-BF48-2A79873803BF}" type="pres">
      <dgm:prSet presAssocID="{3CCC727E-9AB7-4D9A-B619-446F3823BBA1}" presName="rootConnector" presStyleLbl="node2" presStyleIdx="1" presStyleCnt="2"/>
      <dgm:spPr/>
    </dgm:pt>
    <dgm:pt modelId="{43A0F348-A898-4B2A-A73E-810FE8E68C36}" type="pres">
      <dgm:prSet presAssocID="{3CCC727E-9AB7-4D9A-B619-446F3823BBA1}" presName="hierChild4" presStyleCnt="0"/>
      <dgm:spPr/>
    </dgm:pt>
    <dgm:pt modelId="{347CD9B5-1574-4AAB-8813-FD25BD6E385E}" type="pres">
      <dgm:prSet presAssocID="{3CCC727E-9AB7-4D9A-B619-446F3823BBA1}" presName="hierChild5" presStyleCnt="0"/>
      <dgm:spPr/>
    </dgm:pt>
    <dgm:pt modelId="{9399738D-6D07-4B6C-A033-83928741C164}" type="pres">
      <dgm:prSet presAssocID="{9C5296E7-1612-4FE2-A7C7-A5A86A63AF3D}" presName="hierChild3" presStyleCnt="0"/>
      <dgm:spPr/>
    </dgm:pt>
  </dgm:ptLst>
  <dgm:cxnLst>
    <dgm:cxn modelId="{AE212B11-E14D-41F3-9993-CA15F2700AA2}" type="presOf" srcId="{9C5296E7-1612-4FE2-A7C7-A5A86A63AF3D}" destId="{E46859D6-9E3C-4EE6-B6EB-9F0056CCFD39}" srcOrd="1" destOrd="0" presId="urn:microsoft.com/office/officeart/2005/8/layout/orgChart1"/>
    <dgm:cxn modelId="{7B5EAC26-9C35-430B-9F19-E3235B04B03D}" type="presOf" srcId="{3CCC727E-9AB7-4D9A-B619-446F3823BBA1}" destId="{FE3D520E-DECE-4B84-B5E2-84D676081E84}" srcOrd="0" destOrd="0" presId="urn:microsoft.com/office/officeart/2005/8/layout/orgChart1"/>
    <dgm:cxn modelId="{E2F41528-9531-4698-9EB7-1BA0197CF232}" type="presOf" srcId="{18C6A97D-1354-4B18-AB43-1048DF796D02}" destId="{106C76D1-F3B7-4E36-97B7-98BFCA3CBED9}" srcOrd="0" destOrd="0" presId="urn:microsoft.com/office/officeart/2005/8/layout/orgChart1"/>
    <dgm:cxn modelId="{33A9DF2A-5AFF-46E0-8A88-879EFA862508}" type="presOf" srcId="{4B2C4FB5-7DA2-4516-83CD-E79A9C0BE975}" destId="{52CC9F13-8F01-45DE-8991-79E982A7973B}" srcOrd="1" destOrd="0" presId="urn:microsoft.com/office/officeart/2005/8/layout/orgChart1"/>
    <dgm:cxn modelId="{006F712B-F3E6-4006-9C56-8A887454A03A}" type="presOf" srcId="{9174A3D0-1034-4CB3-A61F-DD6888394060}" destId="{837A25A2-0915-4222-9393-FF2523C0F709}" srcOrd="0" destOrd="0" presId="urn:microsoft.com/office/officeart/2005/8/layout/orgChart1"/>
    <dgm:cxn modelId="{3DEEE530-D054-4015-9B24-C5681F3E8883}" type="presOf" srcId="{4B2C4FB5-7DA2-4516-83CD-E79A9C0BE975}" destId="{E9C5F7EA-F1DA-4CD7-99F5-3767C1D88227}" srcOrd="0" destOrd="0" presId="urn:microsoft.com/office/officeart/2005/8/layout/orgChart1"/>
    <dgm:cxn modelId="{8192B437-C01F-466C-87F6-9A5F448295BF}" srcId="{4B2C4FB5-7DA2-4516-83CD-E79A9C0BE975}" destId="{C62B0603-F82B-4353-8177-5488B1F6C31A}" srcOrd="1" destOrd="0" parTransId="{E4A10813-2969-4CC0-8C4C-862585E87AA8}" sibTransId="{ABECE0EB-AA6D-45A8-8180-A6D527125233}"/>
    <dgm:cxn modelId="{7AD84961-501D-4209-A5DA-3B3D51800D8C}" type="presOf" srcId="{E4A10813-2969-4CC0-8C4C-862585E87AA8}" destId="{C51DB29A-2DA9-420F-8136-F50F41955A11}" srcOrd="0" destOrd="0" presId="urn:microsoft.com/office/officeart/2005/8/layout/orgChart1"/>
    <dgm:cxn modelId="{C43A734A-2FA1-4436-A144-7E053F2A7480}" type="presOf" srcId="{5E158C85-9175-4C6D-B253-868DE4D9194E}" destId="{FB90F3B0-F9AD-4E42-8D53-32BC79CA8E75}" srcOrd="0" destOrd="0" presId="urn:microsoft.com/office/officeart/2005/8/layout/orgChart1"/>
    <dgm:cxn modelId="{127A8F86-145B-4526-ADCC-0F4F68C5D1D4}" type="presOf" srcId="{9C5296E7-1612-4FE2-A7C7-A5A86A63AF3D}" destId="{AC577183-F749-4CF5-BCBD-EA1625F8D636}" srcOrd="0" destOrd="0" presId="urn:microsoft.com/office/officeart/2005/8/layout/orgChart1"/>
    <dgm:cxn modelId="{C7C2899A-90E1-4077-A4B0-D624F729C80F}" srcId="{9C5296E7-1612-4FE2-A7C7-A5A86A63AF3D}" destId="{3CCC727E-9AB7-4D9A-B619-446F3823BBA1}" srcOrd="1" destOrd="0" parTransId="{18C6A97D-1354-4B18-AB43-1048DF796D02}" sibTransId="{FE2374CF-7FC6-42B3-BF8E-69814E747A71}"/>
    <dgm:cxn modelId="{FA1B90A9-B2D0-46F7-A8E5-DAEB07FE56A5}" type="presOf" srcId="{3CCC727E-9AB7-4D9A-B619-446F3823BBA1}" destId="{CC7AF66B-7CC2-4AA4-BF48-2A79873803BF}" srcOrd="1" destOrd="0" presId="urn:microsoft.com/office/officeart/2005/8/layout/orgChart1"/>
    <dgm:cxn modelId="{C4AA30AF-B223-4BDF-A026-538B97588882}" srcId="{5E158C85-9175-4C6D-B253-868DE4D9194E}" destId="{9C5296E7-1612-4FE2-A7C7-A5A86A63AF3D}" srcOrd="0" destOrd="0" parTransId="{4CDCC889-906A-475F-A135-38B4DA64CC2C}" sibTransId="{03B6A29D-65ED-4D5E-8C81-B4D7E65CABEB}"/>
    <dgm:cxn modelId="{7BAB30C8-3D31-4635-947F-4DA4ABA740B5}" type="presOf" srcId="{C62B0603-F82B-4353-8177-5488B1F6C31A}" destId="{2D914F0B-2346-4816-A70E-E09CD206B13A}" srcOrd="0" destOrd="0" presId="urn:microsoft.com/office/officeart/2005/8/layout/orgChart1"/>
    <dgm:cxn modelId="{4DDB2FCC-3286-4F1E-97DB-712B879183F0}" type="presOf" srcId="{FDFAA693-12E8-4D04-A697-B01AAEE6683A}" destId="{A860A60C-929E-408A-B944-9B40BB56C899}" srcOrd="0" destOrd="0" presId="urn:microsoft.com/office/officeart/2005/8/layout/orgChart1"/>
    <dgm:cxn modelId="{62D495E8-EF7F-42EB-AA04-1D5FD0978EB5}" type="presOf" srcId="{C62B0603-F82B-4353-8177-5488B1F6C31A}" destId="{82B85E3C-772E-468E-B3E0-80CA0C281FBA}" srcOrd="1" destOrd="0" presId="urn:microsoft.com/office/officeart/2005/8/layout/orgChart1"/>
    <dgm:cxn modelId="{7A297FEB-3B2C-4844-8351-AE2CD77D9BAE}" srcId="{9C5296E7-1612-4FE2-A7C7-A5A86A63AF3D}" destId="{4B2C4FB5-7DA2-4516-83CD-E79A9C0BE975}" srcOrd="0" destOrd="0" parTransId="{9174A3D0-1034-4CB3-A61F-DD6888394060}" sibTransId="{BB53479F-6FBD-4976-9D47-92BE91763572}"/>
    <dgm:cxn modelId="{544380EF-08A7-421D-896B-8A0D3054A3C0}" type="presOf" srcId="{21A3D412-D541-4DCB-9E56-7494A3F5C11F}" destId="{3BA506C0-44E9-4E8F-BE38-AE011913C154}" srcOrd="1" destOrd="0" presId="urn:microsoft.com/office/officeart/2005/8/layout/orgChart1"/>
    <dgm:cxn modelId="{142A3AF2-8A88-4CD5-A07C-22B7557567E9}" srcId="{4B2C4FB5-7DA2-4516-83CD-E79A9C0BE975}" destId="{21A3D412-D541-4DCB-9E56-7494A3F5C11F}" srcOrd="0" destOrd="0" parTransId="{FDFAA693-12E8-4D04-A697-B01AAEE6683A}" sibTransId="{57055D18-7315-49A4-9ACF-1AA729C8DCAD}"/>
    <dgm:cxn modelId="{FD8BF2FE-E324-4FAA-8019-48E0CE3811DE}" type="presOf" srcId="{21A3D412-D541-4DCB-9E56-7494A3F5C11F}" destId="{632F08DC-F749-4298-8127-4D97D68FDEF0}" srcOrd="0" destOrd="0" presId="urn:microsoft.com/office/officeart/2005/8/layout/orgChart1"/>
    <dgm:cxn modelId="{AC272BB3-5E21-4C93-81E1-94CAA0E90A42}" type="presParOf" srcId="{FB90F3B0-F9AD-4E42-8D53-32BC79CA8E75}" destId="{E8324995-59C6-444D-B03D-E37B27A32E8B}" srcOrd="0" destOrd="0" presId="urn:microsoft.com/office/officeart/2005/8/layout/orgChart1"/>
    <dgm:cxn modelId="{394713D8-914E-48CE-8D45-4743C51F5A48}" type="presParOf" srcId="{E8324995-59C6-444D-B03D-E37B27A32E8B}" destId="{B1AC11A4-B3F3-44F0-8DE1-305463B4C379}" srcOrd="0" destOrd="0" presId="urn:microsoft.com/office/officeart/2005/8/layout/orgChart1"/>
    <dgm:cxn modelId="{3698D7A2-EE86-48DB-916B-D6A5F58B3F88}" type="presParOf" srcId="{B1AC11A4-B3F3-44F0-8DE1-305463B4C379}" destId="{AC577183-F749-4CF5-BCBD-EA1625F8D636}" srcOrd="0" destOrd="0" presId="urn:microsoft.com/office/officeart/2005/8/layout/orgChart1"/>
    <dgm:cxn modelId="{4E2AC71C-37FC-4456-BCAC-6DDB84EDB548}" type="presParOf" srcId="{B1AC11A4-B3F3-44F0-8DE1-305463B4C379}" destId="{E46859D6-9E3C-4EE6-B6EB-9F0056CCFD39}" srcOrd="1" destOrd="0" presId="urn:microsoft.com/office/officeart/2005/8/layout/orgChart1"/>
    <dgm:cxn modelId="{8476E433-B297-43D4-9722-2C72BF70D550}" type="presParOf" srcId="{E8324995-59C6-444D-B03D-E37B27A32E8B}" destId="{7A093DAA-8E25-4EC2-914B-903BD6213724}" srcOrd="1" destOrd="0" presId="urn:microsoft.com/office/officeart/2005/8/layout/orgChart1"/>
    <dgm:cxn modelId="{3AA857A0-AB24-4699-9126-CD84FA98D252}" type="presParOf" srcId="{7A093DAA-8E25-4EC2-914B-903BD6213724}" destId="{837A25A2-0915-4222-9393-FF2523C0F709}" srcOrd="0" destOrd="0" presId="urn:microsoft.com/office/officeart/2005/8/layout/orgChart1"/>
    <dgm:cxn modelId="{FF34E77E-C1DB-4293-9F88-C00C3C229295}" type="presParOf" srcId="{7A093DAA-8E25-4EC2-914B-903BD6213724}" destId="{84199B2F-4952-4E84-8EE2-47D9ECE32F0D}" srcOrd="1" destOrd="0" presId="urn:microsoft.com/office/officeart/2005/8/layout/orgChart1"/>
    <dgm:cxn modelId="{2609364D-F4F8-44BC-8AD4-504BD92EF081}" type="presParOf" srcId="{84199B2F-4952-4E84-8EE2-47D9ECE32F0D}" destId="{F2280C66-3B8C-47F0-8CAE-E2CF919B70F9}" srcOrd="0" destOrd="0" presId="urn:microsoft.com/office/officeart/2005/8/layout/orgChart1"/>
    <dgm:cxn modelId="{3CE5E4CA-3030-4ABC-AF17-26197AFD43B1}" type="presParOf" srcId="{F2280C66-3B8C-47F0-8CAE-E2CF919B70F9}" destId="{E9C5F7EA-F1DA-4CD7-99F5-3767C1D88227}" srcOrd="0" destOrd="0" presId="urn:microsoft.com/office/officeart/2005/8/layout/orgChart1"/>
    <dgm:cxn modelId="{3E71496E-FE93-4E8A-8F81-8C583D7AA3C4}" type="presParOf" srcId="{F2280C66-3B8C-47F0-8CAE-E2CF919B70F9}" destId="{52CC9F13-8F01-45DE-8991-79E982A7973B}" srcOrd="1" destOrd="0" presId="urn:microsoft.com/office/officeart/2005/8/layout/orgChart1"/>
    <dgm:cxn modelId="{733E688F-5D98-4D9C-9352-E27D89145CBA}" type="presParOf" srcId="{84199B2F-4952-4E84-8EE2-47D9ECE32F0D}" destId="{D74010EB-3E2F-4C44-BED5-778A6E5DFB5E}" srcOrd="1" destOrd="0" presId="urn:microsoft.com/office/officeart/2005/8/layout/orgChart1"/>
    <dgm:cxn modelId="{641A0DC3-454F-4A9B-953C-EFE3FF4B6477}" type="presParOf" srcId="{D74010EB-3E2F-4C44-BED5-778A6E5DFB5E}" destId="{A860A60C-929E-408A-B944-9B40BB56C899}" srcOrd="0" destOrd="0" presId="urn:microsoft.com/office/officeart/2005/8/layout/orgChart1"/>
    <dgm:cxn modelId="{408BCB92-42AB-488A-8DE8-11F92A0BD1C7}" type="presParOf" srcId="{D74010EB-3E2F-4C44-BED5-778A6E5DFB5E}" destId="{8CA8E973-0445-4E79-9F3F-249F70F86C7E}" srcOrd="1" destOrd="0" presId="urn:microsoft.com/office/officeart/2005/8/layout/orgChart1"/>
    <dgm:cxn modelId="{34AFEB5B-C6EB-4B8F-A6B8-74C8D69B2A8F}" type="presParOf" srcId="{8CA8E973-0445-4E79-9F3F-249F70F86C7E}" destId="{FF792D68-D653-4BAC-B7A3-65AD92570759}" srcOrd="0" destOrd="0" presId="urn:microsoft.com/office/officeart/2005/8/layout/orgChart1"/>
    <dgm:cxn modelId="{96A21ED9-1A63-4483-ACEA-550BE40A8FAC}" type="presParOf" srcId="{FF792D68-D653-4BAC-B7A3-65AD92570759}" destId="{632F08DC-F749-4298-8127-4D97D68FDEF0}" srcOrd="0" destOrd="0" presId="urn:microsoft.com/office/officeart/2005/8/layout/orgChart1"/>
    <dgm:cxn modelId="{1B4C9840-37B9-4A98-9162-5531A33049CD}" type="presParOf" srcId="{FF792D68-D653-4BAC-B7A3-65AD92570759}" destId="{3BA506C0-44E9-4E8F-BE38-AE011913C154}" srcOrd="1" destOrd="0" presId="urn:microsoft.com/office/officeart/2005/8/layout/orgChart1"/>
    <dgm:cxn modelId="{2BECA7FC-AFFF-4998-8A25-2FA013160A53}" type="presParOf" srcId="{8CA8E973-0445-4E79-9F3F-249F70F86C7E}" destId="{D5E76B71-48CC-45D7-8C93-0BD3480F72EB}" srcOrd="1" destOrd="0" presId="urn:microsoft.com/office/officeart/2005/8/layout/orgChart1"/>
    <dgm:cxn modelId="{9B29835B-99D9-4AA8-BCBF-2D42DE31AEC3}" type="presParOf" srcId="{8CA8E973-0445-4E79-9F3F-249F70F86C7E}" destId="{EFC09829-812F-4596-98E5-E26746FE29FE}" srcOrd="2" destOrd="0" presId="urn:microsoft.com/office/officeart/2005/8/layout/orgChart1"/>
    <dgm:cxn modelId="{B760CEF1-5710-433B-B9E0-0A0AE110A733}" type="presParOf" srcId="{D74010EB-3E2F-4C44-BED5-778A6E5DFB5E}" destId="{C51DB29A-2DA9-420F-8136-F50F41955A11}" srcOrd="2" destOrd="0" presId="urn:microsoft.com/office/officeart/2005/8/layout/orgChart1"/>
    <dgm:cxn modelId="{EA84CF9D-FCBE-4316-809B-B2C63B840184}" type="presParOf" srcId="{D74010EB-3E2F-4C44-BED5-778A6E5DFB5E}" destId="{2AB1E6E4-B3C5-46BF-8928-EA9DD721C5FD}" srcOrd="3" destOrd="0" presId="urn:microsoft.com/office/officeart/2005/8/layout/orgChart1"/>
    <dgm:cxn modelId="{EBFF88A5-7B8B-4A35-917F-68DCDFDAF5A5}" type="presParOf" srcId="{2AB1E6E4-B3C5-46BF-8928-EA9DD721C5FD}" destId="{E263D15F-0966-45E1-BADB-36C575CE45FB}" srcOrd="0" destOrd="0" presId="urn:microsoft.com/office/officeart/2005/8/layout/orgChart1"/>
    <dgm:cxn modelId="{FFD95135-B34E-4903-8241-89CC12090598}" type="presParOf" srcId="{E263D15F-0966-45E1-BADB-36C575CE45FB}" destId="{2D914F0B-2346-4816-A70E-E09CD206B13A}" srcOrd="0" destOrd="0" presId="urn:microsoft.com/office/officeart/2005/8/layout/orgChart1"/>
    <dgm:cxn modelId="{B48E835C-57D0-4861-A967-6D1C22F8238D}" type="presParOf" srcId="{E263D15F-0966-45E1-BADB-36C575CE45FB}" destId="{82B85E3C-772E-468E-B3E0-80CA0C281FBA}" srcOrd="1" destOrd="0" presId="urn:microsoft.com/office/officeart/2005/8/layout/orgChart1"/>
    <dgm:cxn modelId="{4374CD9D-ADA3-4B4B-8131-FC8BBE063947}" type="presParOf" srcId="{2AB1E6E4-B3C5-46BF-8928-EA9DD721C5FD}" destId="{A8FC7DB6-9609-467F-BC4B-7ED70977D451}" srcOrd="1" destOrd="0" presId="urn:microsoft.com/office/officeart/2005/8/layout/orgChart1"/>
    <dgm:cxn modelId="{B61F5A1F-54A5-40F0-8C0A-A53B7060601F}" type="presParOf" srcId="{2AB1E6E4-B3C5-46BF-8928-EA9DD721C5FD}" destId="{C52D7AE7-F6EC-4BF7-965F-F150D7786CD3}" srcOrd="2" destOrd="0" presId="urn:microsoft.com/office/officeart/2005/8/layout/orgChart1"/>
    <dgm:cxn modelId="{12240359-B27B-442E-BA0B-DE7CAA756A2F}" type="presParOf" srcId="{84199B2F-4952-4E84-8EE2-47D9ECE32F0D}" destId="{246214DA-FED1-4290-84F3-BF8474E3D44A}" srcOrd="2" destOrd="0" presId="urn:microsoft.com/office/officeart/2005/8/layout/orgChart1"/>
    <dgm:cxn modelId="{A5728CC5-0EA5-49E4-BFD1-8572FC17A69D}" type="presParOf" srcId="{7A093DAA-8E25-4EC2-914B-903BD6213724}" destId="{106C76D1-F3B7-4E36-97B7-98BFCA3CBED9}" srcOrd="2" destOrd="0" presId="urn:microsoft.com/office/officeart/2005/8/layout/orgChart1"/>
    <dgm:cxn modelId="{1EFD2AE6-C35A-477B-973F-D0563818F1A2}" type="presParOf" srcId="{7A093DAA-8E25-4EC2-914B-903BD6213724}" destId="{07784AA8-B385-4FAE-B126-E48EFE523299}" srcOrd="3" destOrd="0" presId="urn:microsoft.com/office/officeart/2005/8/layout/orgChart1"/>
    <dgm:cxn modelId="{5C572E31-03E0-45BE-A6AF-CCA2F7ECE3FA}" type="presParOf" srcId="{07784AA8-B385-4FAE-B126-E48EFE523299}" destId="{C0F2755E-7242-45DC-884C-C630722A9A5A}" srcOrd="0" destOrd="0" presId="urn:microsoft.com/office/officeart/2005/8/layout/orgChart1"/>
    <dgm:cxn modelId="{4BCB15BA-2A58-465F-BEEB-5369C94E7C7F}" type="presParOf" srcId="{C0F2755E-7242-45DC-884C-C630722A9A5A}" destId="{FE3D520E-DECE-4B84-B5E2-84D676081E84}" srcOrd="0" destOrd="0" presId="urn:microsoft.com/office/officeart/2005/8/layout/orgChart1"/>
    <dgm:cxn modelId="{6494D4FE-848C-4BA7-B820-2FE254E520DE}" type="presParOf" srcId="{C0F2755E-7242-45DC-884C-C630722A9A5A}" destId="{CC7AF66B-7CC2-4AA4-BF48-2A79873803BF}" srcOrd="1" destOrd="0" presId="urn:microsoft.com/office/officeart/2005/8/layout/orgChart1"/>
    <dgm:cxn modelId="{98C66902-70AB-470E-A4EE-03B0A105F122}" type="presParOf" srcId="{07784AA8-B385-4FAE-B126-E48EFE523299}" destId="{43A0F348-A898-4B2A-A73E-810FE8E68C36}" srcOrd="1" destOrd="0" presId="urn:microsoft.com/office/officeart/2005/8/layout/orgChart1"/>
    <dgm:cxn modelId="{CE6F7557-086D-4597-97AF-A6061A42A893}" type="presParOf" srcId="{07784AA8-B385-4FAE-B126-E48EFE523299}" destId="{347CD9B5-1574-4AAB-8813-FD25BD6E385E}" srcOrd="2" destOrd="0" presId="urn:microsoft.com/office/officeart/2005/8/layout/orgChart1"/>
    <dgm:cxn modelId="{9D02FA28-5E9C-48B4-A460-AA3B560619F4}" type="presParOf" srcId="{E8324995-59C6-444D-B03D-E37B27A32E8B}" destId="{9399738D-6D07-4B6C-A033-83928741C16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223E1-EB6E-4D76-9F7A-07CA0637DFB1}">
      <dsp:nvSpPr>
        <dsp:cNvPr id="0" name=""/>
        <dsp:cNvSpPr/>
      </dsp:nvSpPr>
      <dsp:spPr>
        <a:xfrm>
          <a:off x="5018171" y="72394"/>
          <a:ext cx="1170533" cy="1170533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5018171" y="72394"/>
        <a:ext cx="1170533" cy="1170533"/>
      </dsp:txXfrm>
    </dsp:sp>
    <dsp:sp modelId="{02163F92-FD45-4875-97F1-575AA58EDC77}">
      <dsp:nvSpPr>
        <dsp:cNvPr id="0" name=""/>
        <dsp:cNvSpPr/>
      </dsp:nvSpPr>
      <dsp:spPr>
        <a:xfrm>
          <a:off x="2958031" y="-1068"/>
          <a:ext cx="3304136" cy="3304136"/>
        </a:xfrm>
        <a:prstGeom prst="circularArrow">
          <a:avLst>
            <a:gd name="adj1" fmla="val 6908"/>
            <a:gd name="adj2" fmla="val 465834"/>
            <a:gd name="adj3" fmla="val 547388"/>
            <a:gd name="adj4" fmla="val 20586779"/>
            <a:gd name="adj5" fmla="val 8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A73F0E-65F1-4303-93BD-7CB1EFD481F6}">
      <dsp:nvSpPr>
        <dsp:cNvPr id="0" name=""/>
        <dsp:cNvSpPr/>
      </dsp:nvSpPr>
      <dsp:spPr>
        <a:xfrm>
          <a:off x="5018171" y="2059071"/>
          <a:ext cx="1170533" cy="1170533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5018171" y="2059071"/>
        <a:ext cx="1170533" cy="1170533"/>
      </dsp:txXfrm>
    </dsp:sp>
    <dsp:sp modelId="{D058B74B-C2E3-40C3-9346-A289831AAAED}">
      <dsp:nvSpPr>
        <dsp:cNvPr id="0" name=""/>
        <dsp:cNvSpPr/>
      </dsp:nvSpPr>
      <dsp:spPr>
        <a:xfrm>
          <a:off x="2958031" y="-1068"/>
          <a:ext cx="3304136" cy="3304136"/>
        </a:xfrm>
        <a:prstGeom prst="circularArrow">
          <a:avLst>
            <a:gd name="adj1" fmla="val 6908"/>
            <a:gd name="adj2" fmla="val 465834"/>
            <a:gd name="adj3" fmla="val 5947388"/>
            <a:gd name="adj4" fmla="val 4386779"/>
            <a:gd name="adj5" fmla="val 8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0B9D4-8FCD-490B-B2D4-660877A4DD80}">
      <dsp:nvSpPr>
        <dsp:cNvPr id="0" name=""/>
        <dsp:cNvSpPr/>
      </dsp:nvSpPr>
      <dsp:spPr>
        <a:xfrm>
          <a:off x="3031494" y="2059071"/>
          <a:ext cx="1170533" cy="1170533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031494" y="2059071"/>
        <a:ext cx="1170533" cy="1170533"/>
      </dsp:txXfrm>
    </dsp:sp>
    <dsp:sp modelId="{77E79846-70C4-4E63-A406-54FAA2A1F5AD}">
      <dsp:nvSpPr>
        <dsp:cNvPr id="0" name=""/>
        <dsp:cNvSpPr/>
      </dsp:nvSpPr>
      <dsp:spPr>
        <a:xfrm>
          <a:off x="2958031" y="-1068"/>
          <a:ext cx="3304136" cy="3304136"/>
        </a:xfrm>
        <a:prstGeom prst="circularArrow">
          <a:avLst>
            <a:gd name="adj1" fmla="val 6908"/>
            <a:gd name="adj2" fmla="val 465834"/>
            <a:gd name="adj3" fmla="val 11347388"/>
            <a:gd name="adj4" fmla="val 9786779"/>
            <a:gd name="adj5" fmla="val 8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4F2F4-EECE-4ABD-BF18-C8B89301D884}">
      <dsp:nvSpPr>
        <dsp:cNvPr id="0" name=""/>
        <dsp:cNvSpPr/>
      </dsp:nvSpPr>
      <dsp:spPr>
        <a:xfrm>
          <a:off x="3031494" y="72394"/>
          <a:ext cx="1170533" cy="1170533"/>
        </a:xfrm>
        <a:prstGeom prst="rect">
          <a:avLst/>
        </a:prstGeom>
        <a:solidFill>
          <a:srgbClr val="245DA8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9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9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3031494" y="72394"/>
        <a:ext cx="1170533" cy="1170533"/>
      </dsp:txXfrm>
    </dsp:sp>
    <dsp:sp modelId="{07272BD3-314C-423C-8C83-765372865F35}">
      <dsp:nvSpPr>
        <dsp:cNvPr id="0" name=""/>
        <dsp:cNvSpPr/>
      </dsp:nvSpPr>
      <dsp:spPr>
        <a:xfrm>
          <a:off x="2958031" y="-1068"/>
          <a:ext cx="3304136" cy="3304136"/>
        </a:xfrm>
        <a:prstGeom prst="circularArrow">
          <a:avLst>
            <a:gd name="adj1" fmla="val 6908"/>
            <a:gd name="adj2" fmla="val 465834"/>
            <a:gd name="adj3" fmla="val 16747388"/>
            <a:gd name="adj4" fmla="val 15186779"/>
            <a:gd name="adj5" fmla="val 8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C76D1-F3B7-4E36-97B7-98BFCA3CBED9}">
      <dsp:nvSpPr>
        <dsp:cNvPr id="0" name=""/>
        <dsp:cNvSpPr/>
      </dsp:nvSpPr>
      <dsp:spPr>
        <a:xfrm>
          <a:off x="5384800" y="592794"/>
          <a:ext cx="714831" cy="248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4061"/>
              </a:lnTo>
              <a:lnTo>
                <a:pt x="714831" y="124061"/>
              </a:lnTo>
              <a:lnTo>
                <a:pt x="714831" y="2481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51DB29A-2DA9-420F-8136-F50F41955A11}">
      <dsp:nvSpPr>
        <dsp:cNvPr id="0" name=""/>
        <dsp:cNvSpPr/>
      </dsp:nvSpPr>
      <dsp:spPr>
        <a:xfrm>
          <a:off x="4197352" y="1431688"/>
          <a:ext cx="177231" cy="13824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82402"/>
              </a:lnTo>
              <a:lnTo>
                <a:pt x="177231" y="138240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60A60C-929E-408A-B944-9B40BB56C899}">
      <dsp:nvSpPr>
        <dsp:cNvPr id="0" name=""/>
        <dsp:cNvSpPr/>
      </dsp:nvSpPr>
      <dsp:spPr>
        <a:xfrm>
          <a:off x="4197352" y="1431688"/>
          <a:ext cx="177231" cy="5435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3508"/>
              </a:lnTo>
              <a:lnTo>
                <a:pt x="177231" y="54350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7A25A2-0915-4222-9393-FF2523C0F709}">
      <dsp:nvSpPr>
        <dsp:cNvPr id="0" name=""/>
        <dsp:cNvSpPr/>
      </dsp:nvSpPr>
      <dsp:spPr>
        <a:xfrm>
          <a:off x="4669968" y="592794"/>
          <a:ext cx="714831" cy="248123"/>
        </a:xfrm>
        <a:custGeom>
          <a:avLst/>
          <a:gdLst/>
          <a:ahLst/>
          <a:cxnLst/>
          <a:rect l="0" t="0" r="0" b="0"/>
          <a:pathLst>
            <a:path>
              <a:moveTo>
                <a:pt x="714831" y="0"/>
              </a:moveTo>
              <a:lnTo>
                <a:pt x="714831" y="124061"/>
              </a:lnTo>
              <a:lnTo>
                <a:pt x="0" y="124061"/>
              </a:lnTo>
              <a:lnTo>
                <a:pt x="0" y="24812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577183-F749-4CF5-BCBD-EA1625F8D636}">
      <dsp:nvSpPr>
        <dsp:cNvPr id="0" name=""/>
        <dsp:cNvSpPr/>
      </dsp:nvSpPr>
      <dsp:spPr>
        <a:xfrm>
          <a:off x="4794029" y="2024"/>
          <a:ext cx="1181540" cy="590770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1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794029" y="2024"/>
        <a:ext cx="1181540" cy="590770"/>
      </dsp:txXfrm>
    </dsp:sp>
    <dsp:sp modelId="{E9C5F7EA-F1DA-4CD7-99F5-3767C1D88227}">
      <dsp:nvSpPr>
        <dsp:cNvPr id="0" name=""/>
        <dsp:cNvSpPr/>
      </dsp:nvSpPr>
      <dsp:spPr>
        <a:xfrm>
          <a:off x="4079197" y="840918"/>
          <a:ext cx="1181540" cy="590770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2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079197" y="840918"/>
        <a:ext cx="1181540" cy="590770"/>
      </dsp:txXfrm>
    </dsp:sp>
    <dsp:sp modelId="{632F08DC-F749-4298-8127-4D97D68FDEF0}">
      <dsp:nvSpPr>
        <dsp:cNvPr id="0" name=""/>
        <dsp:cNvSpPr/>
      </dsp:nvSpPr>
      <dsp:spPr>
        <a:xfrm>
          <a:off x="4374583" y="1679811"/>
          <a:ext cx="1181540" cy="590770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4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374583" y="1679811"/>
        <a:ext cx="1181540" cy="590770"/>
      </dsp:txXfrm>
    </dsp:sp>
    <dsp:sp modelId="{2D914F0B-2346-4816-A70E-E09CD206B13A}">
      <dsp:nvSpPr>
        <dsp:cNvPr id="0" name=""/>
        <dsp:cNvSpPr/>
      </dsp:nvSpPr>
      <dsp:spPr>
        <a:xfrm>
          <a:off x="4374583" y="2518705"/>
          <a:ext cx="1181540" cy="590770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5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4374583" y="2518705"/>
        <a:ext cx="1181540" cy="590770"/>
      </dsp:txXfrm>
    </dsp:sp>
    <dsp:sp modelId="{FE3D520E-DECE-4B84-B5E2-84D676081E84}">
      <dsp:nvSpPr>
        <dsp:cNvPr id="0" name=""/>
        <dsp:cNvSpPr/>
      </dsp:nvSpPr>
      <dsp:spPr>
        <a:xfrm>
          <a:off x="5508861" y="840918"/>
          <a:ext cx="1181540" cy="590770"/>
        </a:xfrm>
        <a:prstGeom prst="rect">
          <a:avLst/>
        </a:prstGeom>
        <a:solidFill>
          <a:srgbClr val="245DA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項目</a:t>
          </a:r>
          <a:r>
            <a:rPr kumimoji="1" lang="en-US" altLang="ja-JP" sz="1700" kern="1200">
              <a:solidFill>
                <a:srgbClr val="FFFFFF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3</a:t>
          </a:r>
          <a:endParaRPr kumimoji="1" lang="ja-JP" altLang="en-US" sz="1700" kern="1200">
            <a:solidFill>
              <a:srgbClr val="FFFFFF"/>
            </a:solidFill>
            <a:latin typeface="Yu Gothic Medium" panose="020B0500000000000000" pitchFamily="50" charset="-128"/>
            <a:ea typeface="Yu Gothic Medium" panose="020B0500000000000000" pitchFamily="50" charset="-128"/>
          </a:endParaRPr>
        </a:p>
      </dsp:txBody>
      <dsp:txXfrm>
        <a:off x="5508861" y="840918"/>
        <a:ext cx="1181540" cy="5907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181B3-FE1C-4301-AC05-3E7541C4F798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97A8F-E7BF-461D-9577-65DD1B06863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43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構図の見本 </a:t>
            </a:r>
            <a:r>
              <a:rPr kumimoji="1" lang="en-US" altLang="ja-JP"/>
              <a:t>/ AI</a:t>
            </a:r>
            <a:r>
              <a:rPr kumimoji="1" lang="ja-JP" altLang="en-US"/>
              <a:t>未使用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0463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上部中央に広い数式・概念、下部に具体例を横並び
用途</a:t>
            </a:r>
            <a:r>
              <a:rPr kumimoji="1" lang="en-US" altLang="ja-JP"/>
              <a:t>: </a:t>
            </a:r>
            <a:r>
              <a:rPr kumimoji="1" lang="ja-JP" altLang="en-US"/>
              <a:t>横に長い式や短い概念を見せたいとき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944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上に背景付きの式、下に項目名と説明の対照表
用途</a:t>
            </a:r>
            <a:r>
              <a:rPr kumimoji="1" lang="en-US" altLang="ja-JP"/>
              <a:t>: </a:t>
            </a:r>
            <a:r>
              <a:rPr kumimoji="1" lang="ja-JP" altLang="en-US"/>
              <a:t>数式の各要素や条件を説明するとき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28</a:t>
            </a:r>
            <a:r>
              <a:rPr kumimoji="1" lang="ja-JP" altLang="en-US"/>
              <a:t>文字。式は省略しない。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228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左の説明一覧と、右の大きな式・概念を対置
用途</a:t>
            </a:r>
            <a:r>
              <a:rPr kumimoji="1" lang="en-US" altLang="ja-JP"/>
              <a:t>: </a:t>
            </a:r>
            <a:r>
              <a:rPr kumimoji="1" lang="ja-JP" altLang="en-US"/>
              <a:t>具体例を読んでから一般的な式を確認するとき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文字。要旨は</a:t>
            </a:r>
            <a:r>
              <a:rPr kumimoji="1" lang="en-US" altLang="ja-JP"/>
              <a:t>36</a:t>
            </a:r>
            <a:r>
              <a:rPr kumimoji="1" lang="ja-JP" altLang="en-US"/>
              <a:t>文字以内を目安。長文は要約する。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826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中央の大きな循環</a:t>
            </a:r>
            <a:r>
              <a:rPr kumimoji="1" lang="en-US" altLang="ja-JP"/>
              <a:t>SmartArt</a:t>
            </a:r>
            <a:r>
              <a:rPr kumimoji="1" lang="ja-JP" altLang="en-US"/>
              <a:t>と、下部の補足
用途</a:t>
            </a:r>
            <a:r>
              <a:rPr kumimoji="1" lang="en-US" altLang="ja-JP"/>
              <a:t>: </a:t>
            </a:r>
            <a:r>
              <a:rPr kumimoji="1" lang="ja-JP" altLang="en-US"/>
              <a:t>循環の各段階を大きく見せたいとき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最終段階から最初へ戻る関係が必要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8</a:t>
            </a:r>
            <a:r>
              <a:rPr kumimoji="1" lang="ja-JP" altLang="en-US"/>
              <a:t>文字。補足</a:t>
            </a:r>
            <a:r>
              <a:rPr kumimoji="1" lang="en-US" altLang="ja-JP"/>
              <a:t>36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2469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全幅の階層</a:t>
            </a:r>
            <a:r>
              <a:rPr kumimoji="1" lang="en-US" altLang="ja-JP"/>
              <a:t>SmartArt</a:t>
            </a:r>
            <a:r>
              <a:rPr kumimoji="1" lang="ja-JP" altLang="en-US"/>
              <a:t>に下部の説明帯を加える
用途</a:t>
            </a:r>
            <a:r>
              <a:rPr kumimoji="1" lang="en-US" altLang="ja-JP"/>
              <a:t>: </a:t>
            </a:r>
            <a:r>
              <a:rPr kumimoji="1" lang="ja-JP" altLang="en-US"/>
              <a:t>親子関係と図全体の読み方を示すとき
注意</a:t>
            </a:r>
            <a:r>
              <a:rPr kumimoji="1" lang="en-US" altLang="ja-JP"/>
              <a:t>: </a:t>
            </a:r>
            <a:r>
              <a:rPr kumimoji="1" lang="ja-JP" altLang="en-US"/>
              <a:t>親子関係を変えない。全項目を同じ階層に平坦化しない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8</a:t>
            </a:r>
            <a:r>
              <a:rPr kumimoji="1" lang="ja-JP" altLang="en-US"/>
              <a:t>文字。本文</a:t>
            </a:r>
            <a:r>
              <a:rPr kumimoji="1" lang="en-US" altLang="ja-JP"/>
              <a:t>40</a:t>
            </a:r>
            <a:r>
              <a:rPr kumimoji="1" lang="ja-JP" altLang="en-US"/>
              <a:t>文字。各ノードの長い説明はノートへ。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5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104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左の細い索引と、右の</a:t>
            </a:r>
            <a:r>
              <a:rPr kumimoji="1" lang="en-US" altLang="ja-JP"/>
              <a:t>2</a:t>
            </a:r>
            <a:r>
              <a:rPr kumimoji="1" lang="ja-JP" altLang="en-US"/>
              <a:t>列の本文。下に要旨の帯
用途</a:t>
            </a:r>
            <a:r>
              <a:rPr kumimoji="1" lang="en-US" altLang="ja-JP"/>
              <a:t>: </a:t>
            </a:r>
            <a:r>
              <a:rPr kumimoji="1" lang="ja-JP" altLang="en-US"/>
              <a:t>読む資料の要点を</a:t>
            </a:r>
            <a:r>
              <a:rPr kumimoji="1" lang="en-US" altLang="ja-JP"/>
              <a:t>2〜4</a:t>
            </a:r>
            <a:r>
              <a:rPr kumimoji="1" lang="ja-JP" altLang="en-US"/>
              <a:t>項目に整理するとき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6128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上部の同じ大きさの円に参照番号、下に項目名と説明
用途</a:t>
            </a:r>
            <a:r>
              <a:rPr kumimoji="1" lang="en-US" altLang="ja-JP"/>
              <a:t>: </a:t>
            </a:r>
            <a:r>
              <a:rPr kumimoji="1" lang="ja-JP" altLang="en-US"/>
              <a:t>独立した</a:t>
            </a:r>
            <a:r>
              <a:rPr kumimoji="1" lang="en-US" altLang="ja-JP"/>
              <a:t>3〜4</a:t>
            </a:r>
            <a:r>
              <a:rPr kumimoji="1" lang="ja-JP" altLang="en-US"/>
              <a:t>観点を短い発表で紹介するとき
注意</a:t>
            </a:r>
            <a:r>
              <a:rPr kumimoji="1" lang="en-US" altLang="ja-JP"/>
              <a:t>: </a:t>
            </a:r>
            <a:r>
              <a:rPr kumimoji="1" lang="ja-JP" altLang="en-US"/>
              <a:t>円の大きさは数量ではない。番号を順位として説明しない。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0622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左右の幅広い説明を、上下の開いた括弧でまとめる
用途</a:t>
            </a:r>
            <a:r>
              <a:rPr kumimoji="1" lang="en-US" altLang="ja-JP"/>
              <a:t>: 2</a:t>
            </a:r>
            <a:r>
              <a:rPr kumimoji="1" lang="ja-JP" altLang="en-US"/>
              <a:t>つの観点を余白を取って説明するとき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18</a:t>
            </a:r>
            <a:r>
              <a:rPr kumimoji="1" lang="ja-JP" altLang="en-US"/>
              <a:t>文字、説明</a:t>
            </a:r>
            <a:r>
              <a:rPr kumimoji="1" lang="en-US" altLang="ja-JP"/>
              <a:t>100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165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短いラベルを左のタブに、右の長い欄に説明を入れる
用途</a:t>
            </a:r>
            <a:r>
              <a:rPr kumimoji="1" lang="en-US" altLang="ja-JP"/>
              <a:t>: </a:t>
            </a:r>
            <a:r>
              <a:rPr kumimoji="1" lang="ja-JP" altLang="en-US"/>
              <a:t>説明量が多い</a:t>
            </a:r>
            <a:r>
              <a:rPr kumimoji="1" lang="en-US" altLang="ja-JP"/>
              <a:t>3〜4</a:t>
            </a:r>
            <a:r>
              <a:rPr kumimoji="1" lang="ja-JP" altLang="en-US"/>
              <a:t>項目を拾い読みしてほしいとき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50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9309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中央を十字に区切り、各領域の外端に小さな丸番号
用途</a:t>
            </a:r>
            <a:r>
              <a:rPr kumimoji="1" lang="en-US" altLang="ja-JP"/>
              <a:t>: </a:t>
            </a:r>
            <a:r>
              <a:rPr kumimoji="1" lang="ja-JP" altLang="en-US"/>
              <a:t>同格の</a:t>
            </a:r>
            <a:r>
              <a:rPr kumimoji="1" lang="en-US" altLang="ja-JP"/>
              <a:t>4</a:t>
            </a:r>
            <a:r>
              <a:rPr kumimoji="1" lang="ja-JP" altLang="en-US"/>
              <a:t>観点を一画面で確認するとき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7303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上半分に根拠を</a:t>
            </a:r>
            <a:r>
              <a:rPr kumimoji="1" lang="en-US" altLang="ja-JP"/>
              <a:t>2</a:t>
            </a:r>
            <a:r>
              <a:rPr kumimoji="1" lang="ja-JP" altLang="en-US"/>
              <a:t>列、下半分の広い帯に主張を置く
用途</a:t>
            </a:r>
            <a:r>
              <a:rPr kumimoji="1" lang="en-US" altLang="ja-JP"/>
              <a:t>: </a:t>
            </a:r>
            <a:r>
              <a:rPr kumimoji="1" lang="ja-JP" altLang="en-US"/>
              <a:t>根拠を示した後に一言の結論を強く残すとき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18</a:t>
            </a:r>
            <a:r>
              <a:rPr kumimoji="1" lang="ja-JP" altLang="en-US"/>
              <a:t>文字。結論</a:t>
            </a:r>
            <a:r>
              <a:rPr kumimoji="1" lang="en-US" altLang="ja-JP"/>
              <a:t>36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68359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左右の円に対象名を置き、その下に同じ高さで説明する
用途</a:t>
            </a:r>
            <a:r>
              <a:rPr kumimoji="1" lang="en-US" altLang="ja-JP"/>
              <a:t>: 2</a:t>
            </a:r>
            <a:r>
              <a:rPr kumimoji="1" lang="ja-JP" altLang="en-US"/>
              <a:t>対象を同じ扱いで対比するとき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90</a:t>
            </a:r>
            <a:r>
              <a:rPr kumimoji="1" lang="ja-JP" altLang="en-US"/>
              <a:t>文字。円の面積は値を表さない。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29400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2×2</a:t>
            </a:r>
            <a:r>
              <a:rPr kumimoji="1" lang="ja-JP" altLang="en-US"/>
              <a:t>の同じ大きさの面に対象ごとの説明を置く
用途</a:t>
            </a:r>
            <a:r>
              <a:rPr kumimoji="1" lang="en-US" altLang="ja-JP"/>
              <a:t>: </a:t>
            </a:r>
            <a:r>
              <a:rPr kumimoji="1" lang="ja-JP" altLang="en-US"/>
              <a:t>対象が</a:t>
            </a:r>
            <a:r>
              <a:rPr kumimoji="1" lang="en-US" altLang="ja-JP"/>
              <a:t>3〜4</a:t>
            </a:r>
            <a:r>
              <a:rPr kumimoji="1" lang="ja-JP" altLang="en-US"/>
              <a:t>個あり、文章で特徴を比較するとき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932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各行の左に対象、中央に値、右に説明をそろえる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比較対象の名前・値・条件を読み違えずに確認するとき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30669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中央の縦軸に番号、左に工程名、右に説明
用途</a:t>
            </a:r>
            <a:r>
              <a:rPr kumimoji="1" lang="en-US" altLang="ja-JP"/>
              <a:t>: 3〜5</a:t>
            </a:r>
            <a:r>
              <a:rPr kumimoji="1" lang="ja-JP" altLang="en-US"/>
              <a:t>段階を順序と説明に分けて示すとき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25947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全幅の工程ボックスを縦に並べ、左の矢印で次へ進む
用途</a:t>
            </a:r>
            <a:r>
              <a:rPr kumimoji="1" lang="en-US" altLang="ja-JP"/>
              <a:t>: </a:t>
            </a:r>
            <a:r>
              <a:rPr kumimoji="1" lang="ja-JP" altLang="en-US"/>
              <a:t>長い説明を持つ</a:t>
            </a:r>
            <a:r>
              <a:rPr kumimoji="1" lang="en-US" altLang="ja-JP"/>
              <a:t>3〜4</a:t>
            </a:r>
            <a:r>
              <a:rPr kumimoji="1" lang="ja-JP" altLang="en-US"/>
              <a:t>段階の手順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79237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番号順に上下へずらした縦列を、下の共通軸でつなぐ
用途</a:t>
            </a:r>
            <a:r>
              <a:rPr kumimoji="1" lang="en-US" altLang="ja-JP"/>
              <a:t>: </a:t>
            </a:r>
            <a:r>
              <a:rPr kumimoji="1" lang="ja-JP" altLang="en-US"/>
              <a:t>短い工程を直線的な箱の列とは別の配置で見せたいとき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890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下の横軸から各時点の縦線を立て、上に説明を掲げる
用途</a:t>
            </a:r>
            <a:r>
              <a:rPr kumimoji="1" lang="en-US" altLang="ja-JP"/>
              <a:t>: </a:t>
            </a:r>
            <a:r>
              <a:rPr kumimoji="1" lang="ja-JP" altLang="en-US"/>
              <a:t>各出来事を同じ重さで順に紹介するとき
注意</a:t>
            </a:r>
            <a:r>
              <a:rPr kumimoji="1" lang="en-US" altLang="ja-JP"/>
              <a:t>: </a:t>
            </a:r>
            <a:r>
              <a:rPr kumimoji="1" lang="ja-JP" altLang="en-US"/>
              <a:t>実際の時点をラベルに記載。距離は期間の長さを表さない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</a:t>
            </a:r>
            <a:r>
              <a:rPr kumimoji="1" lang="en-US" altLang="ja-JP"/>
              <a:t>2023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2024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2025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2026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70640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上段を左から右、下段も左から右へ番号付きで続ける
用途</a:t>
            </a:r>
            <a:r>
              <a:rPr kumimoji="1" lang="en-US" altLang="ja-JP"/>
              <a:t>: 4〜6</a:t>
            </a:r>
            <a:r>
              <a:rPr kumimoji="1" lang="ja-JP" altLang="en-US"/>
              <a:t>の時点を広い説明枠に分けるとき
注意</a:t>
            </a:r>
            <a:r>
              <a:rPr kumimoji="1" lang="en-US" altLang="ja-JP"/>
              <a:t>: </a:t>
            </a:r>
            <a:r>
              <a:rPr kumimoji="1" lang="ja-JP" altLang="en-US"/>
              <a:t>実際の時点をラベルに記載。距離は期間の長さを表さない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時点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文字。番号は読む順番。間隔は経過時間ではない。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</a:t>
            </a:r>
            <a:r>
              <a:rPr kumimoji="1" lang="en-US" altLang="ja-JP"/>
              <a:t>2023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2024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2025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2026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14189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</a:t>
            </a:r>
            <a:r>
              <a:rPr kumimoji="1" lang="en-US" altLang="ja-JP"/>
              <a:t>1/3</a:t>
            </a:r>
            <a:r>
              <a:rPr kumimoji="1" lang="ja-JP" altLang="en-US"/>
              <a:t>の縦帯に時点、右の広い欄に出来事を置く
用途</a:t>
            </a:r>
            <a:r>
              <a:rPr kumimoji="1" lang="en-US" altLang="ja-JP"/>
              <a:t>: 4〜5</a:t>
            </a:r>
            <a:r>
              <a:rPr kumimoji="1" lang="ja-JP" altLang="en-US"/>
              <a:t>時点の経緯を読む資料で整理するとき
注意</a:t>
            </a:r>
            <a:r>
              <a:rPr kumimoji="1" lang="en-US" altLang="ja-JP"/>
              <a:t>: </a:t>
            </a:r>
            <a:r>
              <a:rPr kumimoji="1" lang="ja-JP" altLang="en-US"/>
              <a:t>実際の時点をラベルに記載。距離は期間の長さを表さない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</a:t>
            </a:r>
            <a:r>
              <a:rPr kumimoji="1" lang="en-US" altLang="ja-JP"/>
              <a:t>2023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2024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2025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2026</a:t>
            </a:r>
            <a:r>
              <a:rPr kumimoji="1" lang="ja-JP" altLang="en-US"/>
              <a:t>年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84589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左端の項目欄に全幅の</a:t>
            </a:r>
            <a:r>
              <a:rPr kumimoji="1" lang="en-US" altLang="ja-JP"/>
              <a:t>34%</a:t>
            </a:r>
            <a:r>
              <a:rPr kumimoji="1" lang="ja-JP" altLang="en-US"/>
              <a:t>、残りを等幅にする
用途</a:t>
            </a:r>
            <a:r>
              <a:rPr kumimoji="1" lang="en-US" altLang="ja-JP"/>
              <a:t>: </a:t>
            </a:r>
            <a:r>
              <a:rPr kumimoji="1" lang="ja-JP" altLang="en-US"/>
              <a:t>項目名が長い表や、条件付きの数値比較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22</a:t>
            </a:r>
            <a:r>
              <a:rPr kumimoji="1" lang="ja-JP" altLang="en-US"/>
              <a:t>文字、他のセル</a:t>
            </a:r>
            <a:r>
              <a:rPr kumimoji="1" lang="en-US" altLang="ja-JP"/>
              <a:t>14</a:t>
            </a:r>
            <a:r>
              <a:rPr kumimoji="1" lang="ja-JP" altLang="en-US"/>
              <a:t>文字。表の幅と行数に合わせる。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61970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前半の行を左、後半を右に置き、それぞれ見出しを繰り返す
用途</a:t>
            </a:r>
            <a:r>
              <a:rPr kumimoji="1" lang="en-US" altLang="ja-JP"/>
              <a:t>: </a:t>
            </a:r>
            <a:r>
              <a:rPr kumimoji="1" lang="ja-JP" altLang="en-US"/>
              <a:t>列数が少なく行が多い表を、行順を保って載せるとき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列数</a:t>
            </a:r>
            <a:r>
              <a:rPr kumimoji="1" lang="en-US" altLang="ja-JP"/>
              <a:t>3</a:t>
            </a:r>
            <a:r>
              <a:rPr kumimoji="1" lang="ja-JP" altLang="en-US"/>
              <a:t>までを推奨。列名</a:t>
            </a:r>
            <a:r>
              <a:rPr kumimoji="1" lang="en-US" altLang="ja-JP"/>
              <a:t>10</a:t>
            </a:r>
            <a:r>
              <a:rPr kumimoji="1" lang="ja-JP" altLang="en-US"/>
              <a:t>文字、セル</a:t>
            </a:r>
            <a:r>
              <a:rPr kumimoji="1" lang="en-US" altLang="ja-JP"/>
              <a:t>12</a:t>
            </a:r>
            <a:r>
              <a:rPr kumimoji="1" lang="ja-JP" altLang="en-US"/>
              <a:t>文字。左上から下、次に右上から下へ読む。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997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各行を横長のカードとし、セルごとに列名を再掲する
用途</a:t>
            </a:r>
            <a:r>
              <a:rPr kumimoji="1" lang="en-US" altLang="ja-JP"/>
              <a:t>: </a:t>
            </a:r>
            <a:r>
              <a:rPr kumimoji="1" lang="ja-JP" altLang="en-US"/>
              <a:t>少数対象を比較し、各値の意味を読み違えないようにするとき
注意</a:t>
            </a:r>
            <a:r>
              <a:rPr kumimoji="1" lang="en-US" altLang="ja-JP"/>
              <a:t>: </a:t>
            </a:r>
            <a:r>
              <a:rPr kumimoji="1" lang="ja-JP" altLang="en-US"/>
              <a:t>値・単位・列と行の対応を変えない
文字量</a:t>
            </a:r>
            <a:r>
              <a:rPr kumimoji="1" lang="en-US" altLang="ja-JP"/>
              <a:t>: 3</a:t>
            </a:r>
            <a:r>
              <a:rPr kumimoji="1" lang="ja-JP" altLang="en-US"/>
              <a:t>行まで。列名</a:t>
            </a:r>
            <a:r>
              <a:rPr kumimoji="1" lang="en-US" altLang="ja-JP"/>
              <a:t>10</a:t>
            </a:r>
            <a:r>
              <a:rPr kumimoji="1" lang="ja-JP" altLang="en-US"/>
              <a:t>文字、セル</a:t>
            </a:r>
            <a:r>
              <a:rPr kumimoji="1" lang="en-US" altLang="ja-JP"/>
              <a:t>18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3436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同じ大きさの円に数値、下に指標名と条件を並べる
用途</a:t>
            </a:r>
            <a:r>
              <a:rPr kumimoji="1" lang="en-US" altLang="ja-JP"/>
              <a:t>: </a:t>
            </a:r>
            <a:r>
              <a:rPr kumimoji="1" lang="ja-JP" altLang="en-US"/>
              <a:t>最大</a:t>
            </a:r>
            <a:r>
              <a:rPr kumimoji="1" lang="en-US" altLang="ja-JP"/>
              <a:t>3</a:t>
            </a:r>
            <a:r>
              <a:rPr kumimoji="1" lang="ja-JP" altLang="en-US"/>
              <a:t>つの値を大きく提示するとき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値</a:t>
            </a:r>
            <a:r>
              <a:rPr kumimoji="1" lang="en-US" altLang="ja-JP"/>
              <a:t>8</a:t>
            </a:r>
            <a:r>
              <a:rPr kumimoji="1" lang="ja-JP" altLang="en-US"/>
              <a:t>文字、指標名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文字。円の面積は数量を表さない。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94663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上段の共通帯に大きな値、下に各指標の説明をそろえる
用途</a:t>
            </a:r>
            <a:r>
              <a:rPr kumimoji="1" lang="en-US" altLang="ja-JP"/>
              <a:t>: </a:t>
            </a:r>
            <a:r>
              <a:rPr kumimoji="1" lang="ja-JP" altLang="en-US"/>
              <a:t>同格の指標を一覧し、条件も読ませるとき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79536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</a:t>
            </a:r>
            <a:r>
              <a:rPr kumimoji="1" lang="ja-JP" altLang="en-US"/>
              <a:t>列の各段に大きな値の欄と説明の欄を対置する
用途</a:t>
            </a:r>
            <a:r>
              <a:rPr kumimoji="1" lang="en-US" altLang="ja-JP"/>
              <a:t>: </a:t>
            </a:r>
            <a:r>
              <a:rPr kumimoji="1" lang="ja-JP" altLang="en-US"/>
              <a:t>最大</a:t>
            </a:r>
            <a:r>
              <a:rPr kumimoji="1" lang="en-US" altLang="ja-JP"/>
              <a:t>4</a:t>
            </a:r>
            <a:r>
              <a:rPr kumimoji="1" lang="ja-JP" altLang="en-US"/>
              <a:t>指標を、値と条件を近づけて見せるとき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5788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中央の縦長の問いの左右に、上下</a:t>
            </a:r>
            <a:r>
              <a:rPr kumimoji="1" lang="en-US" altLang="ja-JP"/>
              <a:t>2</a:t>
            </a:r>
            <a:r>
              <a:rPr kumimoji="1" lang="ja-JP" altLang="en-US"/>
              <a:t>つずつ関連要素を置く
用途</a:t>
            </a:r>
            <a:r>
              <a:rPr kumimoji="1" lang="en-US" altLang="ja-JP"/>
              <a:t>: </a:t>
            </a:r>
            <a:r>
              <a:rPr kumimoji="1" lang="ja-JP" altLang="en-US"/>
              <a:t>中心概念を複数の観点で囲んで説明するとき
注意</a:t>
            </a:r>
            <a:r>
              <a:rPr kumimoji="1" lang="en-US" altLang="ja-JP"/>
              <a:t>: </a:t>
            </a:r>
            <a:r>
              <a:rPr kumimoji="1" lang="ja-JP" altLang="en-US"/>
              <a:t>周辺要素の因果や順位を示すものではない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中心の問い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84286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左の概念欄から、右の縦積みの関連要素へ線を伸ばす
用途</a:t>
            </a:r>
            <a:r>
              <a:rPr kumimoji="1" lang="en-US" altLang="ja-JP"/>
              <a:t>: </a:t>
            </a:r>
            <a:r>
              <a:rPr kumimoji="1" lang="ja-JP" altLang="en-US"/>
              <a:t>中心と関連の関係を文章付きで説明するとき
注意</a:t>
            </a:r>
            <a:r>
              <a:rPr kumimoji="1" lang="en-US" altLang="ja-JP"/>
              <a:t>: </a:t>
            </a:r>
            <a:r>
              <a:rPr kumimoji="1" lang="ja-JP" altLang="en-US"/>
              <a:t>周辺要素の因果や順位を示すものではない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文字、要旨</a:t>
            </a:r>
            <a:r>
              <a:rPr kumimoji="1" lang="en-US" altLang="ja-JP"/>
              <a:t>28</a:t>
            </a:r>
            <a:r>
              <a:rPr kumimoji="1" lang="ja-JP" altLang="en-US"/>
              <a:t>文字が目安。実際の枠に合わせて要約する。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中心の問い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90269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中央の横軸の上下に要因、右端に結果・問題を置く
用途</a:t>
            </a:r>
            <a:r>
              <a:rPr kumimoji="1" lang="en-US" altLang="ja-JP"/>
              <a:t>: </a:t>
            </a:r>
            <a:r>
              <a:rPr kumimoji="1" lang="ja-JP" altLang="en-US"/>
              <a:t>原因や原因仮説と結果の関係が資料に明示されているとき
注意</a:t>
            </a:r>
            <a:r>
              <a:rPr kumimoji="1" lang="en-US" altLang="ja-JP"/>
              <a:t>: </a:t>
            </a:r>
            <a:r>
              <a:rPr kumimoji="1" lang="ja-JP" altLang="en-US"/>
              <a:t>原因・要因と結果の関係が明示されている場合のみ。仮説は仮説と記載し、相関を因果に変えない
文字量</a:t>
            </a:r>
            <a:r>
              <a:rPr kumimoji="1" lang="en-US" altLang="ja-JP"/>
              <a:t>: </a:t>
            </a:r>
            <a:r>
              <a:rPr kumimoji="1" lang="ja-JP" altLang="en-US"/>
              <a:t>結果</a:t>
            </a:r>
            <a:r>
              <a:rPr kumimoji="1" lang="en-US" altLang="ja-JP"/>
              <a:t>18</a:t>
            </a:r>
            <a:r>
              <a:rPr kumimoji="1" lang="ja-JP" altLang="en-US"/>
              <a:t>文字、要因名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文字。仮説ならラベルに仮説と記載する。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897A8F-E7BF-461D-9577-65DD1B068638}" type="slidenum">
              <a:rPr kumimoji="1" lang="ja-JP" altLang="en-US" smtClean="0"/>
              <a:t>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577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14711B-192A-C86B-9066-718555AFA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3F56AF4-7206-9D3D-B9AD-88B559B51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4330FF-3395-6415-0DD5-2B3B9EC1D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9EF09D-7B72-CAFD-6388-CCF522FE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C1FC98-51F4-EC74-C8AF-D200638F0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8412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9F79A3-01BF-DB5F-21B6-C4AD4572F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D151E1-C4F9-4524-C606-3D6B00E50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F4F2F5-5EB9-2685-42E8-A52D4FFA6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C38D4C2-A264-8FFF-0B09-0720A01BF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D5A2D2-3469-A662-3958-8FC7406A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603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64CA70-8270-B8A2-EDC6-09C231F7F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747367-95A2-0A42-107D-78E7759AC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B101EC-F4F2-F0C3-F101-474108E13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947142-B579-4A39-687C-501971F3F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E39887-F8B3-D7BF-71D4-29BEECE9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4811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3812BE-97E5-DB04-28B7-2BBF7B86B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BCC21B-E83D-1C85-DD4E-5BF34F872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4293EC-4B3C-55EA-2DA4-97B3732F5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E1C8AD-3D24-E9FB-F0A3-2C16FEB44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451F574-CF5F-43B8-3A40-F48277472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F5E241B-AF44-6F67-CF30-7332E694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447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6C253E-D9A5-1440-3947-217A8EFCA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BAAD7FF-7161-5AE0-35C8-41B8EEDE6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5AA60D-2616-A8E0-2348-0D6B9D51F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CF41A3D-92B2-9992-6D08-A172FC9B3C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FB9E116-7044-049F-9349-1CAF3B108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A9F7E35-3A91-FD2B-C3F0-F97EE907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17E9585-CB7B-292A-3F95-AC14076AA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E9E586E-7308-0E84-F79D-90FCBF6CB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7250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7301A0-4E74-4116-577B-978DB7EC8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CAB1EDF-E6FA-0205-31A8-F4DA70C78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63C6D5C-1763-F321-2ADB-1092C45CA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493D78E-8E1B-71D6-5071-B2BD9751E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423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FA1C674-301E-E54F-FD5A-A7D3CBFA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5F935F7-763A-CF0B-AF15-F923224B4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C9BF10-0240-746A-86A3-7FA721F9E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1723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96F84D-93A7-FB49-0C77-D900FBD9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D96DF9-EF19-D041-5849-5CA35C319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780274-94E4-D7EC-F169-FD18B1695C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81550C-A4B3-6619-F956-3019AD5C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4F55D5-24DD-0DBB-C1A9-0ADBA2A9A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A87556-90F4-BC0A-AF8A-85856D44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0642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0F4E96-8BAD-B60E-28CE-6A6715C2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3B29C6B-232B-8555-B804-E7957A77DE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F27DAF-10D5-2E73-CBC0-395403910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BF9DA5D-7564-BAE0-E93F-446DE3B21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1160AA-9973-0426-77BC-8A845057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7954E6B-1B1B-712F-E5C6-35C59A07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1687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C0D5EC-E554-970A-743F-7A6D07BB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0554E1-4F8E-2BD8-29D0-C6CCEDDF19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B27AE7-7923-6FB4-386F-A0B760C97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B27F55-E49E-D2F9-FA1B-5AA2EDDE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238962-94CA-AD51-D5BC-91FFFD9B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057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A8939C2-E7EB-44DE-598C-57A230DAA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54E7A6-15C2-E5F3-C0CD-260FA3108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10C4C7-E2D2-4E8B-6217-7071DD86A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2A2ED-13F3-1BB0-DFA9-BEAAACAE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266B63-B87C-803C-09A0-E856C813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210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92BBF69-6D2C-B536-40F4-AB97932F6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909253-F207-02CD-3145-7274A44EE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B98CB1-AB99-DE46-C54F-80BADCB16D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C7BE2-9057-4DA4-87B4-663051679221}" type="datetimeFigureOut">
              <a:rPr kumimoji="1" lang="ja-JP" altLang="en-US" smtClean="0"/>
              <a:t>2026/9/29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8C9A187-4CE8-626A-8412-3E9B311DBA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A6B5B1-FA16-08BE-42C7-683521FC6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240CF-B721-4849-B264-87F56656BC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4348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5966B4A-2E8F-83EF-9469-8925BF1DC35D}"/>
              </a:ext>
            </a:extLst>
          </p:cNvPr>
          <p:cNvSpPr/>
          <p:nvPr/>
        </p:nvSpPr>
        <p:spPr>
          <a:xfrm>
            <a:off x="0" y="889000"/>
            <a:ext cx="12192000" cy="3429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D94C8CB-5138-0F25-3D71-2A7AC0EE819F}"/>
              </a:ext>
            </a:extLst>
          </p:cNvPr>
          <p:cNvSpPr/>
          <p:nvPr/>
        </p:nvSpPr>
        <p:spPr>
          <a:xfrm>
            <a:off x="711200" y="889000"/>
            <a:ext cx="1193800" cy="762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DE8DA12-6FF7-B53C-99A4-21D0E8B232EF}"/>
              </a:ext>
            </a:extLst>
          </p:cNvPr>
          <p:cNvSpPr txBox="1"/>
          <p:nvPr/>
        </p:nvSpPr>
        <p:spPr>
          <a:xfrm>
            <a:off x="787400" y="1435100"/>
            <a:ext cx="10617200" cy="248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構図カタログ </a:t>
            </a:r>
            <a:r>
              <a:rPr kumimoji="1" lang="en-US" altLang="ja-JP" sz="42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42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762B823-11E1-B09C-8985-38094DF57A75}"/>
              </a:ext>
            </a:extLst>
          </p:cNvPr>
          <p:cNvSpPr txBox="1"/>
          <p:nvPr/>
        </p:nvSpPr>
        <p:spPr>
          <a:xfrm>
            <a:off x="825500" y="4889500"/>
            <a:ext cx="105156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構図の見本 </a:t>
            </a:r>
            <a:r>
              <a:rPr kumimoji="1" lang="en-US" altLang="ja-JP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/ AI</a:t>
            </a:r>
            <a:r>
              <a:rPr kumimoji="1" lang="ja-JP" altLang="en-US" sz="23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未使用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6A7D009F-BC10-9ACD-A1C6-C2C3B0A30C7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159398A-C87B-B67C-3D8C-E733AF7707A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840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D20A505-6F3B-0949-25A7-50BDB377DCF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8FEFBA-3D22-6889-CE42-7D867C4C871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中央の式と下の具体例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150B738-9B2E-344B-7E40-A02E11BC61D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FC0F84-F0CB-E0F2-1BC3-4FB5CE7407F2}"/>
              </a:ext>
            </a:extLst>
          </p:cNvPr>
          <p:cNvSpPr txBox="1"/>
          <p:nvPr/>
        </p:nvSpPr>
        <p:spPr>
          <a:xfrm>
            <a:off x="965200" y="2032000"/>
            <a:ext cx="102616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CA90303-7629-C5F8-10E8-49B3E257C140}"/>
              </a:ext>
            </a:extLst>
          </p:cNvPr>
          <p:cNvSpPr txBox="1"/>
          <p:nvPr/>
        </p:nvSpPr>
        <p:spPr>
          <a:xfrm>
            <a:off x="965200" y="3517900"/>
            <a:ext cx="102616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91FB8C5-7400-8CCD-ABAA-D6A46FB7B975}"/>
              </a:ext>
            </a:extLst>
          </p:cNvPr>
          <p:cNvSpPr txBox="1"/>
          <p:nvPr/>
        </p:nvSpPr>
        <p:spPr>
          <a:xfrm>
            <a:off x="711200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5C27EA5-05BF-3881-EFFD-9E3F595EEF18}"/>
              </a:ext>
            </a:extLst>
          </p:cNvPr>
          <p:cNvSpPr txBox="1"/>
          <p:nvPr/>
        </p:nvSpPr>
        <p:spPr>
          <a:xfrm>
            <a:off x="711200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1FC0FC0-D346-9D7F-12D3-51FBDFC3D49A}"/>
              </a:ext>
            </a:extLst>
          </p:cNvPr>
          <p:cNvSpPr txBox="1"/>
          <p:nvPr/>
        </p:nvSpPr>
        <p:spPr>
          <a:xfrm>
            <a:off x="4402667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C14A2AA-DF18-E8D5-EF94-865C57033CC5}"/>
              </a:ext>
            </a:extLst>
          </p:cNvPr>
          <p:cNvSpPr txBox="1"/>
          <p:nvPr/>
        </p:nvSpPr>
        <p:spPr>
          <a:xfrm>
            <a:off x="4402667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E738203-9735-22EA-EBA1-667ED91DC914}"/>
              </a:ext>
            </a:extLst>
          </p:cNvPr>
          <p:cNvSpPr txBox="1"/>
          <p:nvPr/>
        </p:nvSpPr>
        <p:spPr>
          <a:xfrm>
            <a:off x="8094133" y="4521200"/>
            <a:ext cx="3386667" cy="54864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D454DB9-6782-DBCB-25E5-8F8B366434CE}"/>
              </a:ext>
            </a:extLst>
          </p:cNvPr>
          <p:cNvSpPr txBox="1"/>
          <p:nvPr/>
        </p:nvSpPr>
        <p:spPr>
          <a:xfrm>
            <a:off x="8094133" y="5158740"/>
            <a:ext cx="3386667" cy="8864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4DFFC7F-01A1-9E42-676D-4B428988B35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CC94196-A6C0-031F-480E-02F4A12D3CB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362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6D1513D-2EE8-00A9-552C-10D9273293A7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65C6F8-765A-E368-B7C2-7FC3D1E0FC6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式の帯と説明一覧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4DB5C20-D5C5-308A-4DEA-B02B0C7A73F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06F93CD-A715-7634-E6AA-46AD271646A1}"/>
              </a:ext>
            </a:extLst>
          </p:cNvPr>
          <p:cNvSpPr/>
          <p:nvPr/>
        </p:nvSpPr>
        <p:spPr>
          <a:xfrm>
            <a:off x="711200" y="2006600"/>
            <a:ext cx="10769600" cy="1270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0A37500-D40D-7D08-A2AF-0A1F3A5CD520}"/>
              </a:ext>
            </a:extLst>
          </p:cNvPr>
          <p:cNvSpPr txBox="1"/>
          <p:nvPr/>
        </p:nvSpPr>
        <p:spPr>
          <a:xfrm>
            <a:off x="952500" y="2184400"/>
            <a:ext cx="102870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B6753F-E831-069B-400F-AB69E4E030F7}"/>
              </a:ext>
            </a:extLst>
          </p:cNvPr>
          <p:cNvSpPr txBox="1"/>
          <p:nvPr/>
        </p:nvSpPr>
        <p:spPr>
          <a:xfrm>
            <a:off x="711200" y="3429000"/>
            <a:ext cx="10769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5D82F8-6353-DEE0-14CF-1D2B7474C838}"/>
              </a:ext>
            </a:extLst>
          </p:cNvPr>
          <p:cNvSpPr txBox="1"/>
          <p:nvPr/>
        </p:nvSpPr>
        <p:spPr>
          <a:xfrm>
            <a:off x="711200" y="4292600"/>
            <a:ext cx="323088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2ABA8FD-2F15-F50E-ACAA-95DF5B0898CD}"/>
              </a:ext>
            </a:extLst>
          </p:cNvPr>
          <p:cNvSpPr txBox="1"/>
          <p:nvPr/>
        </p:nvSpPr>
        <p:spPr>
          <a:xfrm>
            <a:off x="4372864" y="4292600"/>
            <a:ext cx="7107936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0AEDB80-BBE1-BDAA-F79F-293E50CC465B}"/>
              </a:ext>
            </a:extLst>
          </p:cNvPr>
          <p:cNvCxnSpPr/>
          <p:nvPr/>
        </p:nvCxnSpPr>
        <p:spPr>
          <a:xfrm>
            <a:off x="711200" y="47879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42B735C-1C89-D6AB-E2E6-239B2CE78E03}"/>
              </a:ext>
            </a:extLst>
          </p:cNvPr>
          <p:cNvSpPr txBox="1"/>
          <p:nvPr/>
        </p:nvSpPr>
        <p:spPr>
          <a:xfrm>
            <a:off x="711200" y="4876800"/>
            <a:ext cx="323088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7F71541-EC9F-BA04-7D96-7BED3AAB2AA6}"/>
              </a:ext>
            </a:extLst>
          </p:cNvPr>
          <p:cNvSpPr txBox="1"/>
          <p:nvPr/>
        </p:nvSpPr>
        <p:spPr>
          <a:xfrm>
            <a:off x="4372864" y="4876800"/>
            <a:ext cx="7107936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3AA5DC5-4A6C-04B8-3FDB-39AB91ADD7B3}"/>
              </a:ext>
            </a:extLst>
          </p:cNvPr>
          <p:cNvCxnSpPr/>
          <p:nvPr/>
        </p:nvCxnSpPr>
        <p:spPr>
          <a:xfrm>
            <a:off x="711200" y="53721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59A74BA-6CB0-5B83-2C87-3632DD3DAC6E}"/>
              </a:ext>
            </a:extLst>
          </p:cNvPr>
          <p:cNvSpPr txBox="1"/>
          <p:nvPr/>
        </p:nvSpPr>
        <p:spPr>
          <a:xfrm>
            <a:off x="711200" y="5461000"/>
            <a:ext cx="323088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9E976DF-1CA1-6F1E-1046-5B23B367E483}"/>
              </a:ext>
            </a:extLst>
          </p:cNvPr>
          <p:cNvSpPr txBox="1"/>
          <p:nvPr/>
        </p:nvSpPr>
        <p:spPr>
          <a:xfrm>
            <a:off x="4372864" y="5461000"/>
            <a:ext cx="7107936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6D6F648-89F6-285D-D771-F64414360DA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FBAE98B-C78B-54DA-EABE-5AA21AFB4AE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3713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295A36C-AC2B-2369-EDF1-B30DF81851F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434422-A0E0-AC36-37DA-8467DE59B0D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説明の右に概念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E3FE15D-0F0B-29A5-E30F-D9B9431B6BA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B60B59-D9BE-C117-6D4A-2E21B99011AA}"/>
              </a:ext>
            </a:extLst>
          </p:cNvPr>
          <p:cNvSpPr txBox="1"/>
          <p:nvPr/>
        </p:nvSpPr>
        <p:spPr>
          <a:xfrm>
            <a:off x="711200" y="2095500"/>
            <a:ext cx="1623568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6FB414A-2CCF-C14F-D90C-7CF39666C9E0}"/>
              </a:ext>
            </a:extLst>
          </p:cNvPr>
          <p:cNvSpPr txBox="1"/>
          <p:nvPr/>
        </p:nvSpPr>
        <p:spPr>
          <a:xfrm>
            <a:off x="2525776" y="2095500"/>
            <a:ext cx="2960624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63C1D27-1CCA-6D3D-E412-558E780FF09E}"/>
              </a:ext>
            </a:extLst>
          </p:cNvPr>
          <p:cNvCxnSpPr/>
          <p:nvPr/>
        </p:nvCxnSpPr>
        <p:spPr>
          <a:xfrm>
            <a:off x="711200" y="2990850"/>
            <a:ext cx="4775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199604E-D4B4-23B1-18A3-FB9E5569C9C5}"/>
              </a:ext>
            </a:extLst>
          </p:cNvPr>
          <p:cNvSpPr txBox="1"/>
          <p:nvPr/>
        </p:nvSpPr>
        <p:spPr>
          <a:xfrm>
            <a:off x="711200" y="3079750"/>
            <a:ext cx="1623568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B36A8E6-551B-12F2-24EB-29ADBFD3D8BE}"/>
              </a:ext>
            </a:extLst>
          </p:cNvPr>
          <p:cNvSpPr txBox="1"/>
          <p:nvPr/>
        </p:nvSpPr>
        <p:spPr>
          <a:xfrm>
            <a:off x="2525776" y="3079750"/>
            <a:ext cx="2960624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E7F5A39-5578-FBB2-1A78-38592F6F6A89}"/>
              </a:ext>
            </a:extLst>
          </p:cNvPr>
          <p:cNvCxnSpPr/>
          <p:nvPr/>
        </p:nvCxnSpPr>
        <p:spPr>
          <a:xfrm>
            <a:off x="711200" y="3975100"/>
            <a:ext cx="4775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880FD33-CD58-CFE5-B6CC-B0BC828C2B57}"/>
              </a:ext>
            </a:extLst>
          </p:cNvPr>
          <p:cNvSpPr txBox="1"/>
          <p:nvPr/>
        </p:nvSpPr>
        <p:spPr>
          <a:xfrm>
            <a:off x="711200" y="4064000"/>
            <a:ext cx="1623568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38401DD-632B-539D-C8BA-F539437CFB47}"/>
              </a:ext>
            </a:extLst>
          </p:cNvPr>
          <p:cNvSpPr txBox="1"/>
          <p:nvPr/>
        </p:nvSpPr>
        <p:spPr>
          <a:xfrm>
            <a:off x="2525776" y="4064000"/>
            <a:ext cx="2960624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6D7D18E-9757-CD84-64DF-7B8250DF595D}"/>
              </a:ext>
            </a:extLst>
          </p:cNvPr>
          <p:cNvCxnSpPr/>
          <p:nvPr/>
        </p:nvCxnSpPr>
        <p:spPr>
          <a:xfrm>
            <a:off x="711200" y="4959350"/>
            <a:ext cx="4775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5BF1ED4-30D1-D4DA-5CD9-BCD14A1AE164}"/>
              </a:ext>
            </a:extLst>
          </p:cNvPr>
          <p:cNvSpPr txBox="1"/>
          <p:nvPr/>
        </p:nvSpPr>
        <p:spPr>
          <a:xfrm>
            <a:off x="711200" y="5048250"/>
            <a:ext cx="1623568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0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A31B1A1-579C-9E72-5A46-5380A5DF02CA}"/>
              </a:ext>
            </a:extLst>
          </p:cNvPr>
          <p:cNvSpPr txBox="1"/>
          <p:nvPr/>
        </p:nvSpPr>
        <p:spPr>
          <a:xfrm>
            <a:off x="2525776" y="5048250"/>
            <a:ext cx="2960624" cy="819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F7BDA15-CAE4-56D5-E9B6-A9AFBB26E4F8}"/>
              </a:ext>
            </a:extLst>
          </p:cNvPr>
          <p:cNvSpPr/>
          <p:nvPr/>
        </p:nvSpPr>
        <p:spPr>
          <a:xfrm>
            <a:off x="5981700" y="2019300"/>
            <a:ext cx="5499100" cy="4025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027A8C0-0F0C-8A57-F647-02A7515BD2F8}"/>
              </a:ext>
            </a:extLst>
          </p:cNvPr>
          <p:cNvSpPr txBox="1"/>
          <p:nvPr/>
        </p:nvSpPr>
        <p:spPr>
          <a:xfrm>
            <a:off x="6235700" y="2298700"/>
            <a:ext cx="4991100" cy="228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</a:t>
            </a:r>
            <a:endParaRPr kumimoji="1" lang="ja-JP" altLang="en-US" sz="3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F4C8431-2F8F-DFA1-9329-1E532326340E}"/>
              </a:ext>
            </a:extLst>
          </p:cNvPr>
          <p:cNvSpPr txBox="1"/>
          <p:nvPr/>
        </p:nvSpPr>
        <p:spPr>
          <a:xfrm>
            <a:off x="6223000" y="4902200"/>
            <a:ext cx="5003800" cy="901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C714AD08-E65B-9818-091F-6C22A621A37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9E1CD51-079C-82BE-CE14-041AFEE2ABA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71365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0BE89A4-D455-222C-00CD-F8773F64DA49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A1F7CD-15AB-7AD1-44D8-B6AFF5EA463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全幅の循環図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70B57DF-4EC0-5EDA-FF11-97764A9E8F3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982F813B-6B17-CE8E-1DDB-FE07FF9EE8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9414293"/>
              </p:ext>
            </p:extLst>
          </p:nvPr>
        </p:nvGraphicFramePr>
        <p:xfrm>
          <a:off x="1485900" y="1943100"/>
          <a:ext cx="9220200" cy="330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EE2CA2F-CCD9-C345-953F-5D3A99E3C28A}"/>
              </a:ext>
            </a:extLst>
          </p:cNvPr>
          <p:cNvSpPr txBox="1"/>
          <p:nvPr/>
        </p:nvSpPr>
        <p:spPr>
          <a:xfrm>
            <a:off x="711200" y="5537200"/>
            <a:ext cx="107696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同じ条件で情報を確かめます。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CABB2E8-C3D0-B769-BE74-97198751857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A02998E-4884-BE1F-9615-5D9854B8DF5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52577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341934-BF96-A36B-E426-9F28ADA3B52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6FCB9E-D406-D567-7A95-137884FF3254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親子図と下の説明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7567216-7CFF-0954-7A8D-57B72E4D6D2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8D8CE465-27E0-059D-47B0-9E86860902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5629534"/>
              </p:ext>
            </p:extLst>
          </p:nvPr>
        </p:nvGraphicFramePr>
        <p:xfrm>
          <a:off x="711200" y="1981200"/>
          <a:ext cx="10769600" cy="3111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E30262B-078B-E89A-6C41-B2BCFE14FDC3}"/>
              </a:ext>
            </a:extLst>
          </p:cNvPr>
          <p:cNvSpPr txBox="1"/>
          <p:nvPr/>
        </p:nvSpPr>
        <p:spPr>
          <a:xfrm>
            <a:off x="711200" y="5461000"/>
            <a:ext cx="107696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同じ条件で情報を確かめます。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9A92DDF-FCB7-FBD8-3533-6B9B80A8E1B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19D332-B9E7-C007-AC88-6C0006E7776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8634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066352-257F-752E-1AF8-4E45A3A6D8AB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D7F92F1-5888-18A4-C7A6-DD0D5BEE534C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余白インデックスのメモ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D50739D-C069-17C9-FF18-76763012914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48AAF4A-78B3-7E06-02A3-64A92811622E}"/>
              </a:ext>
            </a:extLst>
          </p:cNvPr>
          <p:cNvSpPr txBox="1"/>
          <p:nvPr/>
        </p:nvSpPr>
        <p:spPr>
          <a:xfrm>
            <a:off x="711200" y="2032000"/>
            <a:ext cx="1574800" cy="1168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F5285E9-2103-18DC-483B-D9E75E317510}"/>
              </a:ext>
            </a:extLst>
          </p:cNvPr>
          <p:cNvSpPr/>
          <p:nvPr/>
        </p:nvSpPr>
        <p:spPr>
          <a:xfrm>
            <a:off x="2552700" y="2019300"/>
            <a:ext cx="25400" cy="3124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0F4AAF1-593D-58AC-4360-17E3A425E002}"/>
              </a:ext>
            </a:extLst>
          </p:cNvPr>
          <p:cNvSpPr txBox="1"/>
          <p:nvPr/>
        </p:nvSpPr>
        <p:spPr>
          <a:xfrm>
            <a:off x="3009900" y="2019300"/>
            <a:ext cx="4076700" cy="462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CB1B14-445F-85B4-EB49-071ADD61EC56}"/>
              </a:ext>
            </a:extLst>
          </p:cNvPr>
          <p:cNvSpPr txBox="1"/>
          <p:nvPr/>
        </p:nvSpPr>
        <p:spPr>
          <a:xfrm>
            <a:off x="3009900" y="2582926"/>
            <a:ext cx="4076700" cy="7952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25FF1B-FA8F-0E37-C03A-FE93F2A6E05C}"/>
              </a:ext>
            </a:extLst>
          </p:cNvPr>
          <p:cNvSpPr txBox="1"/>
          <p:nvPr/>
        </p:nvSpPr>
        <p:spPr>
          <a:xfrm>
            <a:off x="7391400" y="2019300"/>
            <a:ext cx="4076700" cy="462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2B343DE-8266-157E-2C13-91B294DACC0F}"/>
              </a:ext>
            </a:extLst>
          </p:cNvPr>
          <p:cNvSpPr txBox="1"/>
          <p:nvPr/>
        </p:nvSpPr>
        <p:spPr>
          <a:xfrm>
            <a:off x="7391400" y="2582926"/>
            <a:ext cx="4076700" cy="7952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9C47BCA-7C84-619E-874F-01060626A84D}"/>
              </a:ext>
            </a:extLst>
          </p:cNvPr>
          <p:cNvSpPr txBox="1"/>
          <p:nvPr/>
        </p:nvSpPr>
        <p:spPr>
          <a:xfrm>
            <a:off x="3009900" y="3581400"/>
            <a:ext cx="4076700" cy="462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1F16D85-0F53-E15F-50CB-7CDC5E65A625}"/>
              </a:ext>
            </a:extLst>
          </p:cNvPr>
          <p:cNvSpPr txBox="1"/>
          <p:nvPr/>
        </p:nvSpPr>
        <p:spPr>
          <a:xfrm>
            <a:off x="3009900" y="4145026"/>
            <a:ext cx="4076700" cy="7952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C69EB71-6D2D-2423-85B7-571C959B2A2D}"/>
              </a:ext>
            </a:extLst>
          </p:cNvPr>
          <p:cNvSpPr txBox="1"/>
          <p:nvPr/>
        </p:nvSpPr>
        <p:spPr>
          <a:xfrm>
            <a:off x="7391400" y="3581400"/>
            <a:ext cx="4076700" cy="462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0F4B3F3-2BEA-CEFB-0839-0C4DE34D04E9}"/>
              </a:ext>
            </a:extLst>
          </p:cNvPr>
          <p:cNvSpPr txBox="1"/>
          <p:nvPr/>
        </p:nvSpPr>
        <p:spPr>
          <a:xfrm>
            <a:off x="7391400" y="4145026"/>
            <a:ext cx="4076700" cy="7952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54ADCD9-1DA9-825F-C872-E4E6738345D3}"/>
              </a:ext>
            </a:extLst>
          </p:cNvPr>
          <p:cNvCxnSpPr/>
          <p:nvPr/>
        </p:nvCxnSpPr>
        <p:spPr>
          <a:xfrm>
            <a:off x="711200" y="5321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DBD805D-019D-BEE1-29E8-785628A04B87}"/>
              </a:ext>
            </a:extLst>
          </p:cNvPr>
          <p:cNvSpPr txBox="1"/>
          <p:nvPr/>
        </p:nvSpPr>
        <p:spPr>
          <a:xfrm>
            <a:off x="711200" y="5549900"/>
            <a:ext cx="107696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07EE081-9E85-A1E4-CF11-2237BB26F61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3D3C8FD-A4A4-7826-38EE-36504282367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98082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19F90C8-A9AD-4D43-8FE5-ED7A1F9164E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7C4B44-3A80-C697-5609-D9F63F5ADD29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円ラベルと本文列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BFDE518-B66F-7B8C-E611-76C2DBFFD2A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01E41689-B3BA-9347-A637-C326226D10E3}"/>
              </a:ext>
            </a:extLst>
          </p:cNvPr>
          <p:cNvSpPr/>
          <p:nvPr/>
        </p:nvSpPr>
        <p:spPr>
          <a:xfrm>
            <a:off x="711200" y="2044700"/>
            <a:ext cx="812800" cy="8128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4AC66BF-C5E5-B193-9D91-6692C1AC1619}"/>
              </a:ext>
            </a:extLst>
          </p:cNvPr>
          <p:cNvSpPr txBox="1"/>
          <p:nvPr/>
        </p:nvSpPr>
        <p:spPr>
          <a:xfrm>
            <a:off x="762000" y="2095500"/>
            <a:ext cx="7112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E3F5860-2231-D378-0C72-CB58C46CF7E3}"/>
              </a:ext>
            </a:extLst>
          </p:cNvPr>
          <p:cNvSpPr txBox="1"/>
          <p:nvPr/>
        </p:nvSpPr>
        <p:spPr>
          <a:xfrm>
            <a:off x="711200" y="3187700"/>
            <a:ext cx="24384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2EF7DED-BD97-4CC4-617B-723C1C539124}"/>
              </a:ext>
            </a:extLst>
          </p:cNvPr>
          <p:cNvSpPr txBox="1"/>
          <p:nvPr/>
        </p:nvSpPr>
        <p:spPr>
          <a:xfrm>
            <a:off x="711200" y="4064000"/>
            <a:ext cx="2438400" cy="193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97D1CC3B-FC42-0772-025E-D0E7B0C46AD5}"/>
              </a:ext>
            </a:extLst>
          </p:cNvPr>
          <p:cNvSpPr/>
          <p:nvPr/>
        </p:nvSpPr>
        <p:spPr>
          <a:xfrm>
            <a:off x="3479800" y="2044700"/>
            <a:ext cx="812800" cy="8128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685E298-D253-9FBF-24DB-DBA414000468}"/>
              </a:ext>
            </a:extLst>
          </p:cNvPr>
          <p:cNvSpPr txBox="1"/>
          <p:nvPr/>
        </p:nvSpPr>
        <p:spPr>
          <a:xfrm>
            <a:off x="3530600" y="2095500"/>
            <a:ext cx="7112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FE39EC0-C4F1-5B47-30A2-50A4E428ADA2}"/>
              </a:ext>
            </a:extLst>
          </p:cNvPr>
          <p:cNvSpPr txBox="1"/>
          <p:nvPr/>
        </p:nvSpPr>
        <p:spPr>
          <a:xfrm>
            <a:off x="3479800" y="3187700"/>
            <a:ext cx="24384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005D5EF-E8B7-3FA9-6DAB-8948C8355BEF}"/>
              </a:ext>
            </a:extLst>
          </p:cNvPr>
          <p:cNvSpPr txBox="1"/>
          <p:nvPr/>
        </p:nvSpPr>
        <p:spPr>
          <a:xfrm>
            <a:off x="3479800" y="4064000"/>
            <a:ext cx="2438400" cy="193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9BA37063-74A1-B515-7134-E37BA03A9FA0}"/>
              </a:ext>
            </a:extLst>
          </p:cNvPr>
          <p:cNvSpPr/>
          <p:nvPr/>
        </p:nvSpPr>
        <p:spPr>
          <a:xfrm>
            <a:off x="6248400" y="2044700"/>
            <a:ext cx="812800" cy="8128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C0B9F0A-A5BC-9397-E0ED-AB75009E0C8E}"/>
              </a:ext>
            </a:extLst>
          </p:cNvPr>
          <p:cNvSpPr txBox="1"/>
          <p:nvPr/>
        </p:nvSpPr>
        <p:spPr>
          <a:xfrm>
            <a:off x="6299200" y="2095500"/>
            <a:ext cx="7112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E5004A6-95C0-3232-7751-412A27DDA3F9}"/>
              </a:ext>
            </a:extLst>
          </p:cNvPr>
          <p:cNvSpPr txBox="1"/>
          <p:nvPr/>
        </p:nvSpPr>
        <p:spPr>
          <a:xfrm>
            <a:off x="6248400" y="3187700"/>
            <a:ext cx="24384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D81CADE-AFD4-C124-F1B5-1D4E18B9ACA7}"/>
              </a:ext>
            </a:extLst>
          </p:cNvPr>
          <p:cNvSpPr txBox="1"/>
          <p:nvPr/>
        </p:nvSpPr>
        <p:spPr>
          <a:xfrm>
            <a:off x="6248400" y="4064000"/>
            <a:ext cx="2438400" cy="193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6CACE923-028C-4001-0FE1-D020BF2876B4}"/>
              </a:ext>
            </a:extLst>
          </p:cNvPr>
          <p:cNvSpPr/>
          <p:nvPr/>
        </p:nvSpPr>
        <p:spPr>
          <a:xfrm>
            <a:off x="9017000" y="2044700"/>
            <a:ext cx="812800" cy="8128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1FE8376-22E5-4D98-6648-1BF45AD98EF5}"/>
              </a:ext>
            </a:extLst>
          </p:cNvPr>
          <p:cNvSpPr txBox="1"/>
          <p:nvPr/>
        </p:nvSpPr>
        <p:spPr>
          <a:xfrm>
            <a:off x="9067800" y="2095500"/>
            <a:ext cx="7112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04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DA015D3-3688-3890-99DA-36B6F5B22262}"/>
              </a:ext>
            </a:extLst>
          </p:cNvPr>
          <p:cNvSpPr txBox="1"/>
          <p:nvPr/>
        </p:nvSpPr>
        <p:spPr>
          <a:xfrm>
            <a:off x="9017000" y="3187700"/>
            <a:ext cx="24384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EB8FEA3-807E-33EB-6700-8717C5C72A9C}"/>
              </a:ext>
            </a:extLst>
          </p:cNvPr>
          <p:cNvSpPr txBox="1"/>
          <p:nvPr/>
        </p:nvSpPr>
        <p:spPr>
          <a:xfrm>
            <a:off x="9017000" y="4064000"/>
            <a:ext cx="2438400" cy="193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8780E853-CEB1-C433-286D-DA173AB1225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CD78A71-D427-E4B9-8C30-6E2C19A0CEB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15235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FC2D609-F5CF-04B8-DDFC-50BECAA0D3B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30092A7-15FA-9AE3-3DDC-090E34791078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括弧で囲む</a:t>
            </a:r>
            <a:r>
              <a:rPr kumimoji="1" lang="en-US" altLang="ja-JP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つの要点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EA668D7-BBD8-0F51-B948-FBA44C1487F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A7B391E7-9B2D-B4AD-0397-81992AA44245}"/>
              </a:ext>
            </a:extLst>
          </p:cNvPr>
          <p:cNvCxnSpPr/>
          <p:nvPr/>
        </p:nvCxnSpPr>
        <p:spPr>
          <a:xfrm>
            <a:off x="711200" y="2159000"/>
            <a:ext cx="51435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29F6547-4B1B-66A7-2E44-03E24A88791E}"/>
              </a:ext>
            </a:extLst>
          </p:cNvPr>
          <p:cNvSpPr/>
          <p:nvPr/>
        </p:nvSpPr>
        <p:spPr>
          <a:xfrm>
            <a:off x="711200" y="2159000"/>
            <a:ext cx="38100" cy="4699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E0D616F-68F2-1E88-9EC3-901248EC1EDA}"/>
              </a:ext>
            </a:extLst>
          </p:cNvPr>
          <p:cNvSpPr txBox="1"/>
          <p:nvPr/>
        </p:nvSpPr>
        <p:spPr>
          <a:xfrm>
            <a:off x="965200" y="2794000"/>
            <a:ext cx="46355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F3046A-8A82-3207-B482-06AD014FC1CD}"/>
              </a:ext>
            </a:extLst>
          </p:cNvPr>
          <p:cNvSpPr txBox="1"/>
          <p:nvPr/>
        </p:nvSpPr>
        <p:spPr>
          <a:xfrm>
            <a:off x="965200" y="3670300"/>
            <a:ext cx="4635500" cy="166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98525C0-5BFD-5ECE-FD45-EDC1A5A4FD2C}"/>
              </a:ext>
            </a:extLst>
          </p:cNvPr>
          <p:cNvCxnSpPr/>
          <p:nvPr/>
        </p:nvCxnSpPr>
        <p:spPr>
          <a:xfrm>
            <a:off x="711200" y="5930900"/>
            <a:ext cx="51435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86A70CE-C05C-1A56-CD83-FDE42EFBF02B}"/>
              </a:ext>
            </a:extLst>
          </p:cNvPr>
          <p:cNvSpPr/>
          <p:nvPr/>
        </p:nvSpPr>
        <p:spPr>
          <a:xfrm>
            <a:off x="5816600" y="5461000"/>
            <a:ext cx="38100" cy="4699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0B4AEA0-F006-934D-76B3-F84FC811CAD7}"/>
              </a:ext>
            </a:extLst>
          </p:cNvPr>
          <p:cNvCxnSpPr/>
          <p:nvPr/>
        </p:nvCxnSpPr>
        <p:spPr>
          <a:xfrm>
            <a:off x="6299200" y="2159000"/>
            <a:ext cx="51435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E8ED6F5-1E34-1F39-3807-49763BD3B64C}"/>
              </a:ext>
            </a:extLst>
          </p:cNvPr>
          <p:cNvSpPr/>
          <p:nvPr/>
        </p:nvSpPr>
        <p:spPr>
          <a:xfrm>
            <a:off x="6299200" y="2159000"/>
            <a:ext cx="38100" cy="4699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8E98BE9-2831-CBCB-F31A-6DCB209EA7F7}"/>
              </a:ext>
            </a:extLst>
          </p:cNvPr>
          <p:cNvSpPr txBox="1"/>
          <p:nvPr/>
        </p:nvSpPr>
        <p:spPr>
          <a:xfrm>
            <a:off x="6553200" y="2794000"/>
            <a:ext cx="46355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14F28BA-5019-130D-E6BE-E1DEFF08E8B0}"/>
              </a:ext>
            </a:extLst>
          </p:cNvPr>
          <p:cNvSpPr txBox="1"/>
          <p:nvPr/>
        </p:nvSpPr>
        <p:spPr>
          <a:xfrm>
            <a:off x="6553200" y="3670300"/>
            <a:ext cx="4635500" cy="1663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256A383-4046-BC8D-7730-8D7D509E230C}"/>
              </a:ext>
            </a:extLst>
          </p:cNvPr>
          <p:cNvCxnSpPr/>
          <p:nvPr/>
        </p:nvCxnSpPr>
        <p:spPr>
          <a:xfrm>
            <a:off x="6299200" y="5930900"/>
            <a:ext cx="51435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C2A08EB-01DB-04F0-078F-A61919C8BE8E}"/>
              </a:ext>
            </a:extLst>
          </p:cNvPr>
          <p:cNvSpPr/>
          <p:nvPr/>
        </p:nvSpPr>
        <p:spPr>
          <a:xfrm>
            <a:off x="11404600" y="5461000"/>
            <a:ext cx="38100" cy="4699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6E6207D-E52E-3F90-8F44-60C9B83B74A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EB2BB9D-9517-8AD4-32E4-A15F3980098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7365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7AA4D16-E2F3-AC73-06E7-8A0838030AF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CEE5F35-9C5A-2B03-7690-1AD16F9B6E9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タブ付きの要点棚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B41C2DF-CD68-581A-0A91-51989E4AEF8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4323E26-E330-0DB1-003E-D867B9FD541A}"/>
              </a:ext>
            </a:extLst>
          </p:cNvPr>
          <p:cNvSpPr/>
          <p:nvPr/>
        </p:nvSpPr>
        <p:spPr>
          <a:xfrm>
            <a:off x="711200" y="2019300"/>
            <a:ext cx="29972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75D032-CB4E-7B97-5C82-CECE0A4C762B}"/>
              </a:ext>
            </a:extLst>
          </p:cNvPr>
          <p:cNvSpPr txBox="1"/>
          <p:nvPr/>
        </p:nvSpPr>
        <p:spPr>
          <a:xfrm>
            <a:off x="889000" y="2146300"/>
            <a:ext cx="26289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42CCFF-4ECA-F0BA-FF7C-21552FBB18A6}"/>
              </a:ext>
            </a:extLst>
          </p:cNvPr>
          <p:cNvSpPr txBox="1"/>
          <p:nvPr/>
        </p:nvSpPr>
        <p:spPr>
          <a:xfrm>
            <a:off x="4051300" y="2146300"/>
            <a:ext cx="7416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55A6840-2882-4829-4CFF-3AC1F1A83ADF}"/>
              </a:ext>
            </a:extLst>
          </p:cNvPr>
          <p:cNvSpPr/>
          <p:nvPr/>
        </p:nvSpPr>
        <p:spPr>
          <a:xfrm>
            <a:off x="711200" y="3022600"/>
            <a:ext cx="29972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F168D51-4DCF-259C-78EE-C2B602593665}"/>
              </a:ext>
            </a:extLst>
          </p:cNvPr>
          <p:cNvSpPr txBox="1"/>
          <p:nvPr/>
        </p:nvSpPr>
        <p:spPr>
          <a:xfrm>
            <a:off x="889000" y="3149600"/>
            <a:ext cx="26289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F453AD4-3DCC-9813-80E2-54AF85EB3A2C}"/>
              </a:ext>
            </a:extLst>
          </p:cNvPr>
          <p:cNvSpPr txBox="1"/>
          <p:nvPr/>
        </p:nvSpPr>
        <p:spPr>
          <a:xfrm>
            <a:off x="4051300" y="3149600"/>
            <a:ext cx="7416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B0BB027-1786-55A0-E9CA-B528EB7B817C}"/>
              </a:ext>
            </a:extLst>
          </p:cNvPr>
          <p:cNvSpPr/>
          <p:nvPr/>
        </p:nvSpPr>
        <p:spPr>
          <a:xfrm>
            <a:off x="711200" y="4025900"/>
            <a:ext cx="29972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17A5B5E-EF76-B53E-42B6-8979B0D25846}"/>
              </a:ext>
            </a:extLst>
          </p:cNvPr>
          <p:cNvSpPr txBox="1"/>
          <p:nvPr/>
        </p:nvSpPr>
        <p:spPr>
          <a:xfrm>
            <a:off x="889000" y="4152900"/>
            <a:ext cx="26289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2D4067F-805C-1670-A6A3-D6C84383E8DF}"/>
              </a:ext>
            </a:extLst>
          </p:cNvPr>
          <p:cNvSpPr txBox="1"/>
          <p:nvPr/>
        </p:nvSpPr>
        <p:spPr>
          <a:xfrm>
            <a:off x="4051300" y="4152900"/>
            <a:ext cx="7416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54B5922-D61E-352C-C83F-19D2D4A7EFA8}"/>
              </a:ext>
            </a:extLst>
          </p:cNvPr>
          <p:cNvSpPr/>
          <p:nvPr/>
        </p:nvSpPr>
        <p:spPr>
          <a:xfrm>
            <a:off x="711200" y="5029200"/>
            <a:ext cx="29972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9A54EA0-705A-2759-EEC1-4C7EF96D4365}"/>
              </a:ext>
            </a:extLst>
          </p:cNvPr>
          <p:cNvSpPr txBox="1"/>
          <p:nvPr/>
        </p:nvSpPr>
        <p:spPr>
          <a:xfrm>
            <a:off x="889000" y="5156200"/>
            <a:ext cx="2628900" cy="596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0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0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D391C75-AC47-390B-DAA4-DC16BA94143E}"/>
              </a:ext>
            </a:extLst>
          </p:cNvPr>
          <p:cNvSpPr txBox="1"/>
          <p:nvPr/>
        </p:nvSpPr>
        <p:spPr>
          <a:xfrm>
            <a:off x="4051300" y="5156200"/>
            <a:ext cx="74168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CF50CB8C-E41C-5C1F-356A-C5D367BADBB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382AB98-90D9-58B6-BBFF-E6266896E3F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7207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FDED31-9469-A3B6-577C-99870E84D16D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68D50A5-EFA7-076F-2FFD-DA0F9CE4F68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丸番号付き</a:t>
            </a:r>
            <a:r>
              <a:rPr kumimoji="1" lang="en-US" altLang="ja-JP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分割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99A2DA4-E508-D93A-5C39-63AB87A5E77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67C3712-5FE3-D156-92DA-D6224BCBFC46}"/>
              </a:ext>
            </a:extLst>
          </p:cNvPr>
          <p:cNvSpPr/>
          <p:nvPr/>
        </p:nvSpPr>
        <p:spPr>
          <a:xfrm>
            <a:off x="6070600" y="2019300"/>
            <a:ext cx="25400" cy="4013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21BBB33-EC74-68DF-4FBA-E19ED5F4E5B0}"/>
              </a:ext>
            </a:extLst>
          </p:cNvPr>
          <p:cNvCxnSpPr/>
          <p:nvPr/>
        </p:nvCxnSpPr>
        <p:spPr>
          <a:xfrm>
            <a:off x="711200" y="40005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楕円 6">
            <a:extLst>
              <a:ext uri="{FF2B5EF4-FFF2-40B4-BE49-F238E27FC236}">
                <a16:creationId xmlns:a16="http://schemas.microsoft.com/office/drawing/2014/main" id="{F9AFB897-6E4B-E4E5-8E04-E8A426B65473}"/>
              </a:ext>
            </a:extLst>
          </p:cNvPr>
          <p:cNvSpPr/>
          <p:nvPr/>
        </p:nvSpPr>
        <p:spPr>
          <a:xfrm>
            <a:off x="711200" y="20447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DB06339-034E-9E6D-0C44-18E75C1526E1}"/>
              </a:ext>
            </a:extLst>
          </p:cNvPr>
          <p:cNvSpPr txBox="1"/>
          <p:nvPr/>
        </p:nvSpPr>
        <p:spPr>
          <a:xfrm>
            <a:off x="762000" y="20955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E4C76CF-0E39-70E2-4238-067C4DCA3E01}"/>
              </a:ext>
            </a:extLst>
          </p:cNvPr>
          <p:cNvSpPr txBox="1"/>
          <p:nvPr/>
        </p:nvSpPr>
        <p:spPr>
          <a:xfrm>
            <a:off x="1473200" y="2044700"/>
            <a:ext cx="4381500" cy="5958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3293178-7D50-49A1-2196-293BD6BB8654}"/>
              </a:ext>
            </a:extLst>
          </p:cNvPr>
          <p:cNvSpPr txBox="1"/>
          <p:nvPr/>
        </p:nvSpPr>
        <p:spPr>
          <a:xfrm>
            <a:off x="1473200" y="2742184"/>
            <a:ext cx="4381500" cy="10551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5A54D22F-1897-00AE-966E-5B19404E988C}"/>
              </a:ext>
            </a:extLst>
          </p:cNvPr>
          <p:cNvSpPr/>
          <p:nvPr/>
        </p:nvSpPr>
        <p:spPr>
          <a:xfrm>
            <a:off x="6311900" y="20447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9285AF0-A515-F864-D0E6-12C5DD8223A6}"/>
              </a:ext>
            </a:extLst>
          </p:cNvPr>
          <p:cNvSpPr txBox="1"/>
          <p:nvPr/>
        </p:nvSpPr>
        <p:spPr>
          <a:xfrm>
            <a:off x="6362700" y="20955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7758FFFF-6643-1F56-904E-BB95F03B790E}"/>
              </a:ext>
            </a:extLst>
          </p:cNvPr>
          <p:cNvSpPr txBox="1"/>
          <p:nvPr/>
        </p:nvSpPr>
        <p:spPr>
          <a:xfrm>
            <a:off x="7073900" y="2044700"/>
            <a:ext cx="4381500" cy="5958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F9D64FC-0B5E-B138-7BB9-0B76B8E9D60A}"/>
              </a:ext>
            </a:extLst>
          </p:cNvPr>
          <p:cNvSpPr txBox="1"/>
          <p:nvPr/>
        </p:nvSpPr>
        <p:spPr>
          <a:xfrm>
            <a:off x="7073900" y="2742184"/>
            <a:ext cx="4381500" cy="10551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F70EC535-79DB-245A-FBEB-47AEC277EBBF}"/>
              </a:ext>
            </a:extLst>
          </p:cNvPr>
          <p:cNvSpPr/>
          <p:nvPr/>
        </p:nvSpPr>
        <p:spPr>
          <a:xfrm>
            <a:off x="711200" y="41402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E9E7580-1F4A-2D30-3666-AF09B51E3407}"/>
              </a:ext>
            </a:extLst>
          </p:cNvPr>
          <p:cNvSpPr txBox="1"/>
          <p:nvPr/>
        </p:nvSpPr>
        <p:spPr>
          <a:xfrm>
            <a:off x="762000" y="41910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A747CA2-BB39-9402-249A-D438B3154C6A}"/>
              </a:ext>
            </a:extLst>
          </p:cNvPr>
          <p:cNvSpPr txBox="1"/>
          <p:nvPr/>
        </p:nvSpPr>
        <p:spPr>
          <a:xfrm>
            <a:off x="1473200" y="4140200"/>
            <a:ext cx="4381500" cy="5958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EFAEFD4-0D2B-34BC-5118-E08C2743690D}"/>
              </a:ext>
            </a:extLst>
          </p:cNvPr>
          <p:cNvSpPr txBox="1"/>
          <p:nvPr/>
        </p:nvSpPr>
        <p:spPr>
          <a:xfrm>
            <a:off x="1473200" y="4837684"/>
            <a:ext cx="4381500" cy="10551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29BEAF5B-8CD2-96F6-B245-29FDA1D6EBE1}"/>
              </a:ext>
            </a:extLst>
          </p:cNvPr>
          <p:cNvSpPr/>
          <p:nvPr/>
        </p:nvSpPr>
        <p:spPr>
          <a:xfrm>
            <a:off x="6311900" y="41402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0E84F66-AA0D-3657-C9C7-5DB1E85E94CB}"/>
              </a:ext>
            </a:extLst>
          </p:cNvPr>
          <p:cNvSpPr txBox="1"/>
          <p:nvPr/>
        </p:nvSpPr>
        <p:spPr>
          <a:xfrm>
            <a:off x="6362700" y="41910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27BAEF9-3B63-F752-30AA-B7C5DF73906C}"/>
              </a:ext>
            </a:extLst>
          </p:cNvPr>
          <p:cNvSpPr txBox="1"/>
          <p:nvPr/>
        </p:nvSpPr>
        <p:spPr>
          <a:xfrm>
            <a:off x="7073900" y="4140200"/>
            <a:ext cx="4381500" cy="5958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AA3AFAB-5C7C-7450-FEA0-C69D718A88EE}"/>
              </a:ext>
            </a:extLst>
          </p:cNvPr>
          <p:cNvSpPr txBox="1"/>
          <p:nvPr/>
        </p:nvSpPr>
        <p:spPr>
          <a:xfrm>
            <a:off x="7073900" y="4837684"/>
            <a:ext cx="4381500" cy="10551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D9BC005-6BB4-79C6-0027-91C39547E5B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4E569CE-72FF-1CB7-EFF3-237568E4F3D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2062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DC2AEE0-4231-00AA-A573-BB5020F09E03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86BB4F-701E-530C-A58C-39040DE6FC1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根拠の棚と大きな結論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C5617F8-B232-CDFD-EFBF-37ED15C03CE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DCC86D-328C-46CD-7B51-89F94858677F}"/>
              </a:ext>
            </a:extLst>
          </p:cNvPr>
          <p:cNvSpPr txBox="1"/>
          <p:nvPr/>
        </p:nvSpPr>
        <p:spPr>
          <a:xfrm>
            <a:off x="711200" y="2006600"/>
            <a:ext cx="5232400" cy="971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BC9B776-5324-469B-1C94-0FAF02271E9C}"/>
              </a:ext>
            </a:extLst>
          </p:cNvPr>
          <p:cNvSpPr txBox="1"/>
          <p:nvPr/>
        </p:nvSpPr>
        <p:spPr>
          <a:xfrm>
            <a:off x="6248400" y="2006600"/>
            <a:ext cx="5232400" cy="971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177702E-641F-3FE2-788E-947F399BF08A}"/>
              </a:ext>
            </a:extLst>
          </p:cNvPr>
          <p:cNvSpPr txBox="1"/>
          <p:nvPr/>
        </p:nvSpPr>
        <p:spPr>
          <a:xfrm>
            <a:off x="711200" y="3181350"/>
            <a:ext cx="5232400" cy="971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E8F51F7-122C-2539-7375-6AD0C906AE9A}"/>
              </a:ext>
            </a:extLst>
          </p:cNvPr>
          <p:cNvSpPr txBox="1"/>
          <p:nvPr/>
        </p:nvSpPr>
        <p:spPr>
          <a:xfrm>
            <a:off x="6248400" y="3181350"/>
            <a:ext cx="5232400" cy="971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D2AE714-6B4F-553F-A1AB-D735CC02CC08}"/>
              </a:ext>
            </a:extLst>
          </p:cNvPr>
          <p:cNvSpPr/>
          <p:nvPr/>
        </p:nvSpPr>
        <p:spPr>
          <a:xfrm>
            <a:off x="711200" y="4635500"/>
            <a:ext cx="10769600" cy="1422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65099F1-8E01-508C-DCC6-627374F1EA74}"/>
              </a:ext>
            </a:extLst>
          </p:cNvPr>
          <p:cNvSpPr txBox="1"/>
          <p:nvPr/>
        </p:nvSpPr>
        <p:spPr>
          <a:xfrm>
            <a:off x="1003300" y="4902200"/>
            <a:ext cx="10185400" cy="914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要点と根拠を伝える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483F1B6F-EE71-795B-9BF2-ECED92EB734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6B15CC9-28BE-8FC2-2A45-BE80DA14291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5036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1D08BBE-573A-BD91-68CA-900AC909207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77A26E2-9839-70CE-1BB5-76328A09C4E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円の対象名と左右の説明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5FF9864-73E8-C7EB-5CEA-AF49F66BBD1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2CA639B6-45DA-23A2-6ED4-A19E7967BA91}"/>
              </a:ext>
            </a:extLst>
          </p:cNvPr>
          <p:cNvSpPr/>
          <p:nvPr/>
        </p:nvSpPr>
        <p:spPr>
          <a:xfrm>
            <a:off x="1701800" y="2032000"/>
            <a:ext cx="2921000" cy="13462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E9B779-86C8-23F6-3742-610A5039D71C}"/>
              </a:ext>
            </a:extLst>
          </p:cNvPr>
          <p:cNvSpPr txBox="1"/>
          <p:nvPr/>
        </p:nvSpPr>
        <p:spPr>
          <a:xfrm>
            <a:off x="2133600" y="2324100"/>
            <a:ext cx="2057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3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2C04CEF-FA53-6F5C-E38C-6FDC006F4012}"/>
              </a:ext>
            </a:extLst>
          </p:cNvPr>
          <p:cNvSpPr txBox="1"/>
          <p:nvPr/>
        </p:nvSpPr>
        <p:spPr>
          <a:xfrm>
            <a:off x="711200" y="3746500"/>
            <a:ext cx="4914900" cy="226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EA61E233-B4F7-15F1-CB05-D51F5F766932}"/>
              </a:ext>
            </a:extLst>
          </p:cNvPr>
          <p:cNvSpPr/>
          <p:nvPr/>
        </p:nvSpPr>
        <p:spPr>
          <a:xfrm>
            <a:off x="7543800" y="2032000"/>
            <a:ext cx="2921000" cy="13462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85A205-302E-48A4-9557-294306B4655F}"/>
              </a:ext>
            </a:extLst>
          </p:cNvPr>
          <p:cNvSpPr txBox="1"/>
          <p:nvPr/>
        </p:nvSpPr>
        <p:spPr>
          <a:xfrm>
            <a:off x="7975600" y="2324100"/>
            <a:ext cx="20574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3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2B79826-F392-76B1-065D-C90B35C2AE06}"/>
              </a:ext>
            </a:extLst>
          </p:cNvPr>
          <p:cNvSpPr txBox="1"/>
          <p:nvPr/>
        </p:nvSpPr>
        <p:spPr>
          <a:xfrm>
            <a:off x="6553200" y="3746500"/>
            <a:ext cx="4914900" cy="226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CA988B3-3D92-4A83-1F0D-2CBBF531B74A}"/>
              </a:ext>
            </a:extLst>
          </p:cNvPr>
          <p:cNvSpPr/>
          <p:nvPr/>
        </p:nvSpPr>
        <p:spPr>
          <a:xfrm>
            <a:off x="6083300" y="2032000"/>
            <a:ext cx="25400" cy="40132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A2CA9477-7A8B-549F-4E9E-AB0EB3B7276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CB0FB1E-E745-C601-4246-FD992460BEA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70061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BA3E4E1-A0DA-FE4F-D7B6-528B50B49D8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5CE22C-C9B0-DB55-15C6-5E2E4BFC60C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比較対象の</a:t>
            </a:r>
            <a:r>
              <a:rPr kumimoji="1" lang="en-US" altLang="ja-JP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タイル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23A1757-3C1E-C1F0-E75A-18C184C4F93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DE5BA12-E140-596E-0C70-43E6BC905082}"/>
              </a:ext>
            </a:extLst>
          </p:cNvPr>
          <p:cNvSpPr/>
          <p:nvPr/>
        </p:nvSpPr>
        <p:spPr>
          <a:xfrm>
            <a:off x="711200" y="2019300"/>
            <a:ext cx="5181600" cy="1905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81AE10F-2646-A46F-AE9B-CCA5B06C3F89}"/>
              </a:ext>
            </a:extLst>
          </p:cNvPr>
          <p:cNvSpPr txBox="1"/>
          <p:nvPr/>
        </p:nvSpPr>
        <p:spPr>
          <a:xfrm>
            <a:off x="952500" y="2197100"/>
            <a:ext cx="4699000" cy="5311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FC40F35-5BA3-4F5F-7162-D931F1AA4167}"/>
              </a:ext>
            </a:extLst>
          </p:cNvPr>
          <p:cNvSpPr txBox="1"/>
          <p:nvPr/>
        </p:nvSpPr>
        <p:spPr>
          <a:xfrm>
            <a:off x="952500" y="2829814"/>
            <a:ext cx="4699000" cy="9293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9026D65-2F62-F95C-B276-20DFACD48386}"/>
              </a:ext>
            </a:extLst>
          </p:cNvPr>
          <p:cNvSpPr/>
          <p:nvPr/>
        </p:nvSpPr>
        <p:spPr>
          <a:xfrm>
            <a:off x="6299200" y="2019300"/>
            <a:ext cx="5181600" cy="1905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487C09D-0DA4-9502-A34F-7ED094377054}"/>
              </a:ext>
            </a:extLst>
          </p:cNvPr>
          <p:cNvSpPr txBox="1"/>
          <p:nvPr/>
        </p:nvSpPr>
        <p:spPr>
          <a:xfrm>
            <a:off x="6540500" y="2197100"/>
            <a:ext cx="4699000" cy="5311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2A1F221-BE86-9450-5583-967136379E03}"/>
              </a:ext>
            </a:extLst>
          </p:cNvPr>
          <p:cNvSpPr txBox="1"/>
          <p:nvPr/>
        </p:nvSpPr>
        <p:spPr>
          <a:xfrm>
            <a:off x="6540500" y="2829814"/>
            <a:ext cx="4699000" cy="9293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5C480C5-BFB6-2C71-458C-889C849977A5}"/>
              </a:ext>
            </a:extLst>
          </p:cNvPr>
          <p:cNvSpPr/>
          <p:nvPr/>
        </p:nvSpPr>
        <p:spPr>
          <a:xfrm>
            <a:off x="711200" y="4114800"/>
            <a:ext cx="5181600" cy="1905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46C951B-549C-97A1-C21B-DD55D9171CF8}"/>
              </a:ext>
            </a:extLst>
          </p:cNvPr>
          <p:cNvSpPr txBox="1"/>
          <p:nvPr/>
        </p:nvSpPr>
        <p:spPr>
          <a:xfrm>
            <a:off x="952500" y="4292600"/>
            <a:ext cx="4699000" cy="5311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919B0CF-6D3F-B57C-95CF-8D39274BF245}"/>
              </a:ext>
            </a:extLst>
          </p:cNvPr>
          <p:cNvSpPr txBox="1"/>
          <p:nvPr/>
        </p:nvSpPr>
        <p:spPr>
          <a:xfrm>
            <a:off x="952500" y="4925314"/>
            <a:ext cx="4699000" cy="9293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32697C82-8CA2-9F17-5DBB-1C4981EAF866}"/>
              </a:ext>
            </a:extLst>
          </p:cNvPr>
          <p:cNvSpPr/>
          <p:nvPr/>
        </p:nvSpPr>
        <p:spPr>
          <a:xfrm>
            <a:off x="6299200" y="4114800"/>
            <a:ext cx="5181600" cy="19050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6AD1428-3CBF-512D-715E-1E7468CCB0DE}"/>
              </a:ext>
            </a:extLst>
          </p:cNvPr>
          <p:cNvSpPr txBox="1"/>
          <p:nvPr/>
        </p:nvSpPr>
        <p:spPr>
          <a:xfrm>
            <a:off x="6540500" y="4292600"/>
            <a:ext cx="4699000" cy="53111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1EC746C-D795-2CC6-10D8-98A1779E715A}"/>
              </a:ext>
            </a:extLst>
          </p:cNvPr>
          <p:cNvSpPr txBox="1"/>
          <p:nvPr/>
        </p:nvSpPr>
        <p:spPr>
          <a:xfrm>
            <a:off x="6540500" y="4925314"/>
            <a:ext cx="4699000" cy="92938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CA6431C3-E436-F1C5-A443-1EA9D4EF2FF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112FA4F-0D4E-D1C7-8CAB-EF11186E66E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4311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F665F09-3E64-9836-8EEE-0831C146D49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F74C51-B905-4FD1-99BF-14C4596F6FF6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対象名を左に固定した比較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BEAD871-A827-65A2-7EBA-57F93E58FB4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84F664-FFD6-D2A2-06FB-0C91A30B7F32}"/>
              </a:ext>
            </a:extLst>
          </p:cNvPr>
          <p:cNvSpPr txBox="1"/>
          <p:nvPr/>
        </p:nvSpPr>
        <p:spPr>
          <a:xfrm>
            <a:off x="711200" y="2108200"/>
            <a:ext cx="25527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86EB2B6-8905-B6C4-C336-2FD940F94F2E}"/>
              </a:ext>
            </a:extLst>
          </p:cNvPr>
          <p:cNvSpPr txBox="1"/>
          <p:nvPr/>
        </p:nvSpPr>
        <p:spPr>
          <a:xfrm>
            <a:off x="3632200" y="2108200"/>
            <a:ext cx="20955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—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497E5C4-104F-C782-3BC7-3F35CBAC4943}"/>
              </a:ext>
            </a:extLst>
          </p:cNvPr>
          <p:cNvSpPr txBox="1"/>
          <p:nvPr/>
        </p:nvSpPr>
        <p:spPr>
          <a:xfrm>
            <a:off x="6248400" y="2108200"/>
            <a:ext cx="52324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162228E-6063-F668-240E-C9D78746A8B5}"/>
              </a:ext>
            </a:extLst>
          </p:cNvPr>
          <p:cNvCxnSpPr/>
          <p:nvPr/>
        </p:nvCxnSpPr>
        <p:spPr>
          <a:xfrm>
            <a:off x="711200" y="29718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9BB2136-3BBE-6C94-85AD-777277F3F65C}"/>
              </a:ext>
            </a:extLst>
          </p:cNvPr>
          <p:cNvSpPr txBox="1"/>
          <p:nvPr/>
        </p:nvSpPr>
        <p:spPr>
          <a:xfrm>
            <a:off x="711200" y="3111500"/>
            <a:ext cx="25527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25F763B-62CA-2C7C-97F5-4A0881157AAF}"/>
              </a:ext>
            </a:extLst>
          </p:cNvPr>
          <p:cNvSpPr txBox="1"/>
          <p:nvPr/>
        </p:nvSpPr>
        <p:spPr>
          <a:xfrm>
            <a:off x="3632200" y="3111500"/>
            <a:ext cx="20955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—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479FCD-2D90-2D51-CCB7-C9EC1B58E1E2}"/>
              </a:ext>
            </a:extLst>
          </p:cNvPr>
          <p:cNvSpPr txBox="1"/>
          <p:nvPr/>
        </p:nvSpPr>
        <p:spPr>
          <a:xfrm>
            <a:off x="6248400" y="3111500"/>
            <a:ext cx="52324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15D36D3-0C08-7254-9163-885FD9429805}"/>
              </a:ext>
            </a:extLst>
          </p:cNvPr>
          <p:cNvCxnSpPr/>
          <p:nvPr/>
        </p:nvCxnSpPr>
        <p:spPr>
          <a:xfrm>
            <a:off x="711200" y="39751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FF119F7-593F-F352-C58D-8C2D636FE632}"/>
              </a:ext>
            </a:extLst>
          </p:cNvPr>
          <p:cNvSpPr txBox="1"/>
          <p:nvPr/>
        </p:nvSpPr>
        <p:spPr>
          <a:xfrm>
            <a:off x="711200" y="4114800"/>
            <a:ext cx="25527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DCE83D1-10A1-AC1B-41E9-72DCDD5D6E1B}"/>
              </a:ext>
            </a:extLst>
          </p:cNvPr>
          <p:cNvSpPr txBox="1"/>
          <p:nvPr/>
        </p:nvSpPr>
        <p:spPr>
          <a:xfrm>
            <a:off x="3632200" y="4114800"/>
            <a:ext cx="20955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—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EB814DC-F028-B752-F060-BDDDD4546EBD}"/>
              </a:ext>
            </a:extLst>
          </p:cNvPr>
          <p:cNvSpPr txBox="1"/>
          <p:nvPr/>
        </p:nvSpPr>
        <p:spPr>
          <a:xfrm>
            <a:off x="6248400" y="4114800"/>
            <a:ext cx="52324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97A85D4-E053-890C-6616-78C66C06F2C2}"/>
              </a:ext>
            </a:extLst>
          </p:cNvPr>
          <p:cNvCxnSpPr/>
          <p:nvPr/>
        </p:nvCxnSpPr>
        <p:spPr>
          <a:xfrm>
            <a:off x="711200" y="49784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D7E6670-FB6E-F04E-FE80-53216A71BF71}"/>
              </a:ext>
            </a:extLst>
          </p:cNvPr>
          <p:cNvSpPr txBox="1"/>
          <p:nvPr/>
        </p:nvSpPr>
        <p:spPr>
          <a:xfrm>
            <a:off x="711200" y="5118100"/>
            <a:ext cx="25527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5052AC8-ADA9-A451-7756-F6F643D0404A}"/>
              </a:ext>
            </a:extLst>
          </p:cNvPr>
          <p:cNvSpPr txBox="1"/>
          <p:nvPr/>
        </p:nvSpPr>
        <p:spPr>
          <a:xfrm>
            <a:off x="3632200" y="5118100"/>
            <a:ext cx="20955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4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—</a:t>
            </a:r>
            <a:endParaRPr kumimoji="1" lang="ja-JP" altLang="en-US" sz="2400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C5773CA-D968-998E-AEA2-5D107E30097D}"/>
              </a:ext>
            </a:extLst>
          </p:cNvPr>
          <p:cNvSpPr txBox="1"/>
          <p:nvPr/>
        </p:nvSpPr>
        <p:spPr>
          <a:xfrm>
            <a:off x="6248400" y="5118100"/>
            <a:ext cx="52324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AC3DDDF-BF62-5198-4651-BFE9AFEB856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7F92175-332C-53F7-13DB-058B44B1CC5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6568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03D0370-C9E7-9073-3A5B-9EE8A204291F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227B61D-E398-9232-4D24-57C3194C10B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番号の関門と手順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6F1246F-6033-D87D-BE29-4262FB014D5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C51A02D-5729-E10B-86E6-3156D8929B1E}"/>
              </a:ext>
            </a:extLst>
          </p:cNvPr>
          <p:cNvSpPr/>
          <p:nvPr/>
        </p:nvSpPr>
        <p:spPr>
          <a:xfrm>
            <a:off x="4546600" y="2070100"/>
            <a:ext cx="25400" cy="38354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E9669282-213F-E1F5-5623-403E54C8798B}"/>
              </a:ext>
            </a:extLst>
          </p:cNvPr>
          <p:cNvSpPr/>
          <p:nvPr/>
        </p:nvSpPr>
        <p:spPr>
          <a:xfrm>
            <a:off x="4292600" y="20828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985B51B-EF92-3D8A-9221-22D69FC22874}"/>
              </a:ext>
            </a:extLst>
          </p:cNvPr>
          <p:cNvSpPr txBox="1"/>
          <p:nvPr/>
        </p:nvSpPr>
        <p:spPr>
          <a:xfrm>
            <a:off x="4343400" y="21336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7ACC30-CAC0-8BB8-3956-D10C51B517F5}"/>
              </a:ext>
            </a:extLst>
          </p:cNvPr>
          <p:cNvSpPr txBox="1"/>
          <p:nvPr/>
        </p:nvSpPr>
        <p:spPr>
          <a:xfrm>
            <a:off x="711200" y="2095500"/>
            <a:ext cx="3136900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D2F6B3-F70E-BDEA-F9E2-915050F65BB6}"/>
              </a:ext>
            </a:extLst>
          </p:cNvPr>
          <p:cNvSpPr txBox="1"/>
          <p:nvPr/>
        </p:nvSpPr>
        <p:spPr>
          <a:xfrm>
            <a:off x="5257800" y="2095500"/>
            <a:ext cx="6223000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16566A4B-5AD6-1175-725D-D25F54B0AEC0}"/>
              </a:ext>
            </a:extLst>
          </p:cNvPr>
          <p:cNvSpPr/>
          <p:nvPr/>
        </p:nvSpPr>
        <p:spPr>
          <a:xfrm>
            <a:off x="4292600" y="307975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83F56B0-9A57-E1CD-6DD8-331FF7325B7D}"/>
              </a:ext>
            </a:extLst>
          </p:cNvPr>
          <p:cNvSpPr txBox="1"/>
          <p:nvPr/>
        </p:nvSpPr>
        <p:spPr>
          <a:xfrm>
            <a:off x="4343400" y="313055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70F0ADA-7647-D5EE-8032-0A0C3891F774}"/>
              </a:ext>
            </a:extLst>
          </p:cNvPr>
          <p:cNvSpPr txBox="1"/>
          <p:nvPr/>
        </p:nvSpPr>
        <p:spPr>
          <a:xfrm>
            <a:off x="711200" y="3092450"/>
            <a:ext cx="3136900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E0DE6BC-4D6E-2800-2FBB-FFE1DFFD0D8F}"/>
              </a:ext>
            </a:extLst>
          </p:cNvPr>
          <p:cNvSpPr txBox="1"/>
          <p:nvPr/>
        </p:nvSpPr>
        <p:spPr>
          <a:xfrm>
            <a:off x="5257800" y="3092450"/>
            <a:ext cx="6223000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AADFAF3-66F3-360B-FC2B-58C05724B5C5}"/>
              </a:ext>
            </a:extLst>
          </p:cNvPr>
          <p:cNvSpPr/>
          <p:nvPr/>
        </p:nvSpPr>
        <p:spPr>
          <a:xfrm>
            <a:off x="4292600" y="40767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5956C48-6EC2-120C-3FC0-03D1DC93F7EA}"/>
              </a:ext>
            </a:extLst>
          </p:cNvPr>
          <p:cNvSpPr txBox="1"/>
          <p:nvPr/>
        </p:nvSpPr>
        <p:spPr>
          <a:xfrm>
            <a:off x="4343400" y="41275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2319922-7652-495A-5C86-7C8A849D5C1E}"/>
              </a:ext>
            </a:extLst>
          </p:cNvPr>
          <p:cNvSpPr txBox="1"/>
          <p:nvPr/>
        </p:nvSpPr>
        <p:spPr>
          <a:xfrm>
            <a:off x="711200" y="4089400"/>
            <a:ext cx="3136900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E6F5159-3049-BADE-077A-F712DAAF0DD3}"/>
              </a:ext>
            </a:extLst>
          </p:cNvPr>
          <p:cNvSpPr txBox="1"/>
          <p:nvPr/>
        </p:nvSpPr>
        <p:spPr>
          <a:xfrm>
            <a:off x="5257800" y="4089400"/>
            <a:ext cx="6223000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3117C19A-18F9-DD1A-E0DE-051D102C267C}"/>
              </a:ext>
            </a:extLst>
          </p:cNvPr>
          <p:cNvSpPr/>
          <p:nvPr/>
        </p:nvSpPr>
        <p:spPr>
          <a:xfrm>
            <a:off x="4292600" y="507365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92846F-8B4F-25DA-79DC-1E96E025A8B4}"/>
              </a:ext>
            </a:extLst>
          </p:cNvPr>
          <p:cNvSpPr txBox="1"/>
          <p:nvPr/>
        </p:nvSpPr>
        <p:spPr>
          <a:xfrm>
            <a:off x="4343400" y="512445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FC9CBAC-17D5-1424-8814-B0AB2B2C28D9}"/>
              </a:ext>
            </a:extLst>
          </p:cNvPr>
          <p:cNvSpPr txBox="1"/>
          <p:nvPr/>
        </p:nvSpPr>
        <p:spPr>
          <a:xfrm>
            <a:off x="711200" y="5086350"/>
            <a:ext cx="3136900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4A254EE-6974-487C-8015-92F332878026}"/>
              </a:ext>
            </a:extLst>
          </p:cNvPr>
          <p:cNvSpPr txBox="1"/>
          <p:nvPr/>
        </p:nvSpPr>
        <p:spPr>
          <a:xfrm>
            <a:off x="5257800" y="5086350"/>
            <a:ext cx="6223000" cy="793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1145CFEF-D2FA-1138-467E-F8D06836899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96DEF7F-600C-5907-B7EC-C4AC94E3BE4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37914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5E4A51E-2AB9-9870-14EC-AE96B8ADBCD6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99BAACD-F110-E5BF-8081-C79E31400EE6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工程の積み重ね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74D1453-08F7-B061-0F24-8D93F6B31A9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4695B8E-01EA-564F-5FA5-A708766FF478}"/>
              </a:ext>
            </a:extLst>
          </p:cNvPr>
          <p:cNvSpPr/>
          <p:nvPr/>
        </p:nvSpPr>
        <p:spPr>
          <a:xfrm>
            <a:off x="1651000" y="2019300"/>
            <a:ext cx="98298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349AA96-EFEC-53C0-6DF6-517E1138D1CD}"/>
              </a:ext>
            </a:extLst>
          </p:cNvPr>
          <p:cNvSpPr txBox="1"/>
          <p:nvPr/>
        </p:nvSpPr>
        <p:spPr>
          <a:xfrm>
            <a:off x="812800" y="2146300"/>
            <a:ext cx="584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7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7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F483DCF-0F8A-0B9A-0A7B-2DA7A2C3CD75}"/>
              </a:ext>
            </a:extLst>
          </p:cNvPr>
          <p:cNvSpPr txBox="1"/>
          <p:nvPr/>
        </p:nvSpPr>
        <p:spPr>
          <a:xfrm>
            <a:off x="1879600" y="2146300"/>
            <a:ext cx="27432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2EC611D-695F-AEB3-E78A-EABBBED2E507}"/>
              </a:ext>
            </a:extLst>
          </p:cNvPr>
          <p:cNvSpPr txBox="1"/>
          <p:nvPr/>
        </p:nvSpPr>
        <p:spPr>
          <a:xfrm>
            <a:off x="4927600" y="2146300"/>
            <a:ext cx="63119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DFC69AB2-FC77-9C2A-59EB-2C0BB5CA5093}"/>
              </a:ext>
            </a:extLst>
          </p:cNvPr>
          <p:cNvSpPr/>
          <p:nvPr/>
        </p:nvSpPr>
        <p:spPr>
          <a:xfrm>
            <a:off x="1016000" y="2730500"/>
            <a:ext cx="101600" cy="2286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41CFEFB-A757-6DDB-B66A-4A246D51C413}"/>
              </a:ext>
            </a:extLst>
          </p:cNvPr>
          <p:cNvSpPr/>
          <p:nvPr/>
        </p:nvSpPr>
        <p:spPr>
          <a:xfrm>
            <a:off x="1651000" y="3022600"/>
            <a:ext cx="98298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278B0B1-55E3-DF50-9DDE-7040543E8380}"/>
              </a:ext>
            </a:extLst>
          </p:cNvPr>
          <p:cNvSpPr txBox="1"/>
          <p:nvPr/>
        </p:nvSpPr>
        <p:spPr>
          <a:xfrm>
            <a:off x="812800" y="3149600"/>
            <a:ext cx="584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7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7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36C9A13-8DCD-BA28-3E95-1BDA69D18FB0}"/>
              </a:ext>
            </a:extLst>
          </p:cNvPr>
          <p:cNvSpPr txBox="1"/>
          <p:nvPr/>
        </p:nvSpPr>
        <p:spPr>
          <a:xfrm>
            <a:off x="1879600" y="3149600"/>
            <a:ext cx="27432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2F35EAB-691A-6133-5B2E-1EBEEF03DF48}"/>
              </a:ext>
            </a:extLst>
          </p:cNvPr>
          <p:cNvSpPr txBox="1"/>
          <p:nvPr/>
        </p:nvSpPr>
        <p:spPr>
          <a:xfrm>
            <a:off x="4927600" y="3149600"/>
            <a:ext cx="63119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125F832-EA97-3CBD-451A-B1FE721A078C}"/>
              </a:ext>
            </a:extLst>
          </p:cNvPr>
          <p:cNvSpPr/>
          <p:nvPr/>
        </p:nvSpPr>
        <p:spPr>
          <a:xfrm>
            <a:off x="1016000" y="3733800"/>
            <a:ext cx="101600" cy="2286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1A36FDE-4620-DDB6-31EC-339BA38A2D5B}"/>
              </a:ext>
            </a:extLst>
          </p:cNvPr>
          <p:cNvSpPr/>
          <p:nvPr/>
        </p:nvSpPr>
        <p:spPr>
          <a:xfrm>
            <a:off x="1651000" y="4025900"/>
            <a:ext cx="98298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A1DF380-78A6-9B93-957A-770EEF90EEB4}"/>
              </a:ext>
            </a:extLst>
          </p:cNvPr>
          <p:cNvSpPr txBox="1"/>
          <p:nvPr/>
        </p:nvSpPr>
        <p:spPr>
          <a:xfrm>
            <a:off x="812800" y="4152900"/>
            <a:ext cx="584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7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7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38C3218-5E0C-2C67-F3E6-C15357AC6C28}"/>
              </a:ext>
            </a:extLst>
          </p:cNvPr>
          <p:cNvSpPr txBox="1"/>
          <p:nvPr/>
        </p:nvSpPr>
        <p:spPr>
          <a:xfrm>
            <a:off x="1879600" y="4152900"/>
            <a:ext cx="27432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58AF7C8-A050-E965-0E18-B2143736031D}"/>
              </a:ext>
            </a:extLst>
          </p:cNvPr>
          <p:cNvSpPr txBox="1"/>
          <p:nvPr/>
        </p:nvSpPr>
        <p:spPr>
          <a:xfrm>
            <a:off x="4927600" y="4152900"/>
            <a:ext cx="63119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7B1D1AA9-87D5-91F4-2D70-94839850C7F5}"/>
              </a:ext>
            </a:extLst>
          </p:cNvPr>
          <p:cNvSpPr/>
          <p:nvPr/>
        </p:nvSpPr>
        <p:spPr>
          <a:xfrm>
            <a:off x="1016000" y="4737100"/>
            <a:ext cx="101600" cy="2286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C17C388-85DB-B055-33E6-DAAB8D0DB0A9}"/>
              </a:ext>
            </a:extLst>
          </p:cNvPr>
          <p:cNvSpPr/>
          <p:nvPr/>
        </p:nvSpPr>
        <p:spPr>
          <a:xfrm>
            <a:off x="1651000" y="5029200"/>
            <a:ext cx="9829800" cy="85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85CA4D3-36D0-9EAB-50BF-9689852B3949}"/>
              </a:ext>
            </a:extLst>
          </p:cNvPr>
          <p:cNvSpPr txBox="1"/>
          <p:nvPr/>
        </p:nvSpPr>
        <p:spPr>
          <a:xfrm>
            <a:off x="812800" y="5156200"/>
            <a:ext cx="5842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7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7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74BDFF4-F4AD-2046-DA38-B3B58198961B}"/>
              </a:ext>
            </a:extLst>
          </p:cNvPr>
          <p:cNvSpPr txBox="1"/>
          <p:nvPr/>
        </p:nvSpPr>
        <p:spPr>
          <a:xfrm>
            <a:off x="1879600" y="5156200"/>
            <a:ext cx="27432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8357A42-35FF-3695-968D-F744148ACB6E}"/>
              </a:ext>
            </a:extLst>
          </p:cNvPr>
          <p:cNvSpPr txBox="1"/>
          <p:nvPr/>
        </p:nvSpPr>
        <p:spPr>
          <a:xfrm>
            <a:off x="4927600" y="5156200"/>
            <a:ext cx="63119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641E5A2-6E07-CC83-F0C0-48E6923C397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98EA6B0-D7A9-01D7-2754-B6D720548B2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1835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5435C41-1C79-72F1-5028-15705D4E5D1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4CAD1B-7D84-1BD7-B3AD-41D62334817A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段違いの工程リボン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56C2339-1C17-B811-F3C5-071C5818DF6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C28D54E-5CFA-1128-FBDD-6C6CE924D4ED}"/>
              </a:ext>
            </a:extLst>
          </p:cNvPr>
          <p:cNvCxnSpPr/>
          <p:nvPr/>
        </p:nvCxnSpPr>
        <p:spPr>
          <a:xfrm>
            <a:off x="965200" y="5816600"/>
            <a:ext cx="102743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1342B837-B925-5ED2-8FB8-4C0D7F1125B9}"/>
              </a:ext>
            </a:extLst>
          </p:cNvPr>
          <p:cNvSpPr/>
          <p:nvPr/>
        </p:nvSpPr>
        <p:spPr>
          <a:xfrm>
            <a:off x="711200" y="20320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39BAAF4-9A04-2419-1A78-F1C832F7BEC8}"/>
              </a:ext>
            </a:extLst>
          </p:cNvPr>
          <p:cNvSpPr txBox="1"/>
          <p:nvPr/>
        </p:nvSpPr>
        <p:spPr>
          <a:xfrm>
            <a:off x="762000" y="20828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5B3AF44-231A-121D-1EC8-35BA5B305839}"/>
              </a:ext>
            </a:extLst>
          </p:cNvPr>
          <p:cNvSpPr txBox="1"/>
          <p:nvPr/>
        </p:nvSpPr>
        <p:spPr>
          <a:xfrm>
            <a:off x="711200" y="2806700"/>
            <a:ext cx="24511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0ED5A94-FC91-9DB5-9BC5-51F42DFD8BB5}"/>
              </a:ext>
            </a:extLst>
          </p:cNvPr>
          <p:cNvSpPr txBox="1"/>
          <p:nvPr/>
        </p:nvSpPr>
        <p:spPr>
          <a:xfrm>
            <a:off x="711200" y="3683000"/>
            <a:ext cx="2451100" cy="191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BD8B842-D284-DE4F-946E-4EDB9BE4FB89}"/>
              </a:ext>
            </a:extLst>
          </p:cNvPr>
          <p:cNvSpPr/>
          <p:nvPr/>
        </p:nvSpPr>
        <p:spPr>
          <a:xfrm>
            <a:off x="965200" y="5575300"/>
            <a:ext cx="25400" cy="241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F9990F6D-088D-9537-3263-371FED77B52F}"/>
              </a:ext>
            </a:extLst>
          </p:cNvPr>
          <p:cNvSpPr/>
          <p:nvPr/>
        </p:nvSpPr>
        <p:spPr>
          <a:xfrm>
            <a:off x="3479800" y="27051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2277347-8D44-6D23-FBAC-169509202FD5}"/>
              </a:ext>
            </a:extLst>
          </p:cNvPr>
          <p:cNvSpPr txBox="1"/>
          <p:nvPr/>
        </p:nvSpPr>
        <p:spPr>
          <a:xfrm>
            <a:off x="3530600" y="27559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C8B336F-12B3-E034-EFD8-8249F40433F4}"/>
              </a:ext>
            </a:extLst>
          </p:cNvPr>
          <p:cNvSpPr txBox="1"/>
          <p:nvPr/>
        </p:nvSpPr>
        <p:spPr>
          <a:xfrm>
            <a:off x="3479800" y="3479800"/>
            <a:ext cx="2451100" cy="7211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D5ACACA-9A60-F5FD-F841-AC1324D3035A}"/>
              </a:ext>
            </a:extLst>
          </p:cNvPr>
          <p:cNvSpPr txBox="1"/>
          <p:nvPr/>
        </p:nvSpPr>
        <p:spPr>
          <a:xfrm>
            <a:off x="3479800" y="4302506"/>
            <a:ext cx="2451100" cy="1298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3E56F2A-D22F-968C-0F2A-E38932AFB29B}"/>
              </a:ext>
            </a:extLst>
          </p:cNvPr>
          <p:cNvSpPr/>
          <p:nvPr/>
        </p:nvSpPr>
        <p:spPr>
          <a:xfrm>
            <a:off x="3733800" y="5575300"/>
            <a:ext cx="25400" cy="241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EC8CB5B1-F90D-E0AB-E5E8-BAC89A2E119A}"/>
              </a:ext>
            </a:extLst>
          </p:cNvPr>
          <p:cNvSpPr/>
          <p:nvPr/>
        </p:nvSpPr>
        <p:spPr>
          <a:xfrm>
            <a:off x="6248400" y="20320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0E0AFA7-2518-6677-6D6B-00B2095B2E50}"/>
              </a:ext>
            </a:extLst>
          </p:cNvPr>
          <p:cNvSpPr txBox="1"/>
          <p:nvPr/>
        </p:nvSpPr>
        <p:spPr>
          <a:xfrm>
            <a:off x="6299200" y="20828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9875147-C458-898C-060B-7327D51129E7}"/>
              </a:ext>
            </a:extLst>
          </p:cNvPr>
          <p:cNvSpPr txBox="1"/>
          <p:nvPr/>
        </p:nvSpPr>
        <p:spPr>
          <a:xfrm>
            <a:off x="6248400" y="2806700"/>
            <a:ext cx="24511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C02D832-E50A-1826-E0F2-07C194B4046C}"/>
              </a:ext>
            </a:extLst>
          </p:cNvPr>
          <p:cNvSpPr txBox="1"/>
          <p:nvPr/>
        </p:nvSpPr>
        <p:spPr>
          <a:xfrm>
            <a:off x="6248400" y="3683000"/>
            <a:ext cx="2451100" cy="1917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C31829A-ABAD-BE91-36D2-9B6480D0A806}"/>
              </a:ext>
            </a:extLst>
          </p:cNvPr>
          <p:cNvSpPr/>
          <p:nvPr/>
        </p:nvSpPr>
        <p:spPr>
          <a:xfrm>
            <a:off x="6502400" y="5575300"/>
            <a:ext cx="25400" cy="241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68E7EAFC-7C09-66DF-5476-21F08D4EF8E3}"/>
              </a:ext>
            </a:extLst>
          </p:cNvPr>
          <p:cNvSpPr/>
          <p:nvPr/>
        </p:nvSpPr>
        <p:spPr>
          <a:xfrm>
            <a:off x="9017000" y="2705100"/>
            <a:ext cx="533400" cy="533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E434747F-F037-DB3C-4671-921306B038B4}"/>
              </a:ext>
            </a:extLst>
          </p:cNvPr>
          <p:cNvSpPr txBox="1"/>
          <p:nvPr/>
        </p:nvSpPr>
        <p:spPr>
          <a:xfrm>
            <a:off x="9067800" y="2755900"/>
            <a:ext cx="431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9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19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82069206-D6AE-99C8-7501-191A8D6D1FE5}"/>
              </a:ext>
            </a:extLst>
          </p:cNvPr>
          <p:cNvSpPr txBox="1"/>
          <p:nvPr/>
        </p:nvSpPr>
        <p:spPr>
          <a:xfrm>
            <a:off x="9017000" y="3479800"/>
            <a:ext cx="2451100" cy="72110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CD8E5D9-D294-1757-23BE-CC13C4B72766}"/>
              </a:ext>
            </a:extLst>
          </p:cNvPr>
          <p:cNvSpPr txBox="1"/>
          <p:nvPr/>
        </p:nvSpPr>
        <p:spPr>
          <a:xfrm>
            <a:off x="9017000" y="4302506"/>
            <a:ext cx="2451100" cy="129819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6CDC41A2-27D8-5F44-0D77-F99B444069E3}"/>
              </a:ext>
            </a:extLst>
          </p:cNvPr>
          <p:cNvSpPr/>
          <p:nvPr/>
        </p:nvSpPr>
        <p:spPr>
          <a:xfrm>
            <a:off x="9271000" y="5575300"/>
            <a:ext cx="25400" cy="241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E8561F1D-C541-99E0-C512-EF7EFCE28C3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B00C1BB-CA78-BACB-D348-018F6A502E4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675995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F5D2B03-ED9B-09E7-C311-F4B5B4B2A41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AA985F1-DA3E-FECF-0223-941B743FBC4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旗型のマイルストーン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5A769B3-8570-7C0D-4DC7-6E71A2A0336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254A56D-60CD-25D1-F308-852BABBFC094}"/>
              </a:ext>
            </a:extLst>
          </p:cNvPr>
          <p:cNvCxnSpPr/>
          <p:nvPr/>
        </p:nvCxnSpPr>
        <p:spPr>
          <a:xfrm>
            <a:off x="711200" y="5880100"/>
            <a:ext cx="107696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F6F8EB6-C164-08FA-FEFE-000B5A5DE1A4}"/>
              </a:ext>
            </a:extLst>
          </p:cNvPr>
          <p:cNvSpPr/>
          <p:nvPr/>
        </p:nvSpPr>
        <p:spPr>
          <a:xfrm>
            <a:off x="711200" y="2095500"/>
            <a:ext cx="38100" cy="37846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47AFAB0-3A28-F244-77A0-499CC341F57E}"/>
              </a:ext>
            </a:extLst>
          </p:cNvPr>
          <p:cNvSpPr/>
          <p:nvPr/>
        </p:nvSpPr>
        <p:spPr>
          <a:xfrm>
            <a:off x="863600" y="2095500"/>
            <a:ext cx="2273300" cy="9398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84915D2-4443-7ED8-B530-ADAE99B34763}"/>
              </a:ext>
            </a:extLst>
          </p:cNvPr>
          <p:cNvSpPr txBox="1"/>
          <p:nvPr/>
        </p:nvSpPr>
        <p:spPr>
          <a:xfrm>
            <a:off x="1016000" y="2298700"/>
            <a:ext cx="1968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2023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E1CDA6-A86E-6013-8B93-180365A4C09C}"/>
              </a:ext>
            </a:extLst>
          </p:cNvPr>
          <p:cNvSpPr txBox="1"/>
          <p:nvPr/>
        </p:nvSpPr>
        <p:spPr>
          <a:xfrm>
            <a:off x="901700" y="3378200"/>
            <a:ext cx="2260600" cy="199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
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63414FD-AF22-514A-8F39-3F0DEB8ED832}"/>
              </a:ext>
            </a:extLst>
          </p:cNvPr>
          <p:cNvSpPr/>
          <p:nvPr/>
        </p:nvSpPr>
        <p:spPr>
          <a:xfrm>
            <a:off x="3479800" y="2095500"/>
            <a:ext cx="38100" cy="37846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E932BCB-9297-4BDC-BBDE-96EC16F90565}"/>
              </a:ext>
            </a:extLst>
          </p:cNvPr>
          <p:cNvSpPr/>
          <p:nvPr/>
        </p:nvSpPr>
        <p:spPr>
          <a:xfrm>
            <a:off x="3632200" y="2095500"/>
            <a:ext cx="2273300" cy="9398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FEFD4E6-0C36-FD1C-037E-901884E4E3F9}"/>
              </a:ext>
            </a:extLst>
          </p:cNvPr>
          <p:cNvSpPr txBox="1"/>
          <p:nvPr/>
        </p:nvSpPr>
        <p:spPr>
          <a:xfrm>
            <a:off x="3784600" y="2298700"/>
            <a:ext cx="1968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2024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4A97D88-1CBD-E9D9-C6AC-EF7326208A26}"/>
              </a:ext>
            </a:extLst>
          </p:cNvPr>
          <p:cNvSpPr txBox="1"/>
          <p:nvPr/>
        </p:nvSpPr>
        <p:spPr>
          <a:xfrm>
            <a:off x="3670300" y="3378200"/>
            <a:ext cx="2260600" cy="199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
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D39CEE74-DF87-1461-86E2-78DFB92855F5}"/>
              </a:ext>
            </a:extLst>
          </p:cNvPr>
          <p:cNvSpPr/>
          <p:nvPr/>
        </p:nvSpPr>
        <p:spPr>
          <a:xfrm>
            <a:off x="6248400" y="2095500"/>
            <a:ext cx="38100" cy="37846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6A243CF-0686-F71D-1E76-08F3CCDD8C9E}"/>
              </a:ext>
            </a:extLst>
          </p:cNvPr>
          <p:cNvSpPr/>
          <p:nvPr/>
        </p:nvSpPr>
        <p:spPr>
          <a:xfrm>
            <a:off x="6400800" y="2095500"/>
            <a:ext cx="2273300" cy="9398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B7D88B9-AF20-8314-AB86-934DE1BF7533}"/>
              </a:ext>
            </a:extLst>
          </p:cNvPr>
          <p:cNvSpPr txBox="1"/>
          <p:nvPr/>
        </p:nvSpPr>
        <p:spPr>
          <a:xfrm>
            <a:off x="6553200" y="2298700"/>
            <a:ext cx="1968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2025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BCC7B88-200C-9225-4A2B-B13AEE65B14E}"/>
              </a:ext>
            </a:extLst>
          </p:cNvPr>
          <p:cNvSpPr txBox="1"/>
          <p:nvPr/>
        </p:nvSpPr>
        <p:spPr>
          <a:xfrm>
            <a:off x="6438900" y="3378200"/>
            <a:ext cx="2260600" cy="199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
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0D32474C-1CB0-95B0-DC77-2004CBB8EA73}"/>
              </a:ext>
            </a:extLst>
          </p:cNvPr>
          <p:cNvSpPr/>
          <p:nvPr/>
        </p:nvSpPr>
        <p:spPr>
          <a:xfrm>
            <a:off x="9017000" y="2095500"/>
            <a:ext cx="38100" cy="37846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8F94178-A4C1-09F6-8C03-58955CDB3961}"/>
              </a:ext>
            </a:extLst>
          </p:cNvPr>
          <p:cNvSpPr/>
          <p:nvPr/>
        </p:nvSpPr>
        <p:spPr>
          <a:xfrm>
            <a:off x="9169400" y="2095500"/>
            <a:ext cx="2273300" cy="9398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5CCFAF8-E7B0-20B2-EA3D-743F093A5D3D}"/>
              </a:ext>
            </a:extLst>
          </p:cNvPr>
          <p:cNvSpPr txBox="1"/>
          <p:nvPr/>
        </p:nvSpPr>
        <p:spPr>
          <a:xfrm>
            <a:off x="9321800" y="2298700"/>
            <a:ext cx="19685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2026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26F892A-B1D6-E67D-28B8-6927B9CBDF2D}"/>
              </a:ext>
            </a:extLst>
          </p:cNvPr>
          <p:cNvSpPr txBox="1"/>
          <p:nvPr/>
        </p:nvSpPr>
        <p:spPr>
          <a:xfrm>
            <a:off x="9207500" y="3378200"/>
            <a:ext cx="2260600" cy="199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
。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ACE1103F-9D76-A728-AE53-F67B2398F56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BE46589-562A-8977-C6E8-A8E52C02965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7604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894D6A4-6341-C382-9F82-AB7D65EB326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D0FDBCB-E0BF-50AA-5CAB-317B19D349BE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二段に折り返す年表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83C0B1F-AF4D-D059-8EC4-D72C2EC432A5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EB32E44-5A59-E2EF-0480-103568C9B8C5}"/>
              </a:ext>
            </a:extLst>
          </p:cNvPr>
          <p:cNvSpPr txBox="1"/>
          <p:nvPr/>
        </p:nvSpPr>
        <p:spPr>
          <a:xfrm>
            <a:off x="711200" y="2019300"/>
            <a:ext cx="4699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D011ED1-A25E-7DDC-759F-B909E06D7031}"/>
              </a:ext>
            </a:extLst>
          </p:cNvPr>
          <p:cNvCxnSpPr/>
          <p:nvPr/>
        </p:nvCxnSpPr>
        <p:spPr>
          <a:xfrm>
            <a:off x="1257300" y="2222500"/>
            <a:ext cx="46736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9B2C6F9-5C3F-AA4C-3D25-5054BA3F22B4}"/>
              </a:ext>
            </a:extLst>
          </p:cNvPr>
          <p:cNvSpPr txBox="1"/>
          <p:nvPr/>
        </p:nvSpPr>
        <p:spPr>
          <a:xfrm>
            <a:off x="711200" y="2565400"/>
            <a:ext cx="5232400" cy="47066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2023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C12305D-2C61-C667-DF98-FB715192F05C}"/>
              </a:ext>
            </a:extLst>
          </p:cNvPr>
          <p:cNvSpPr txBox="1"/>
          <p:nvPr/>
        </p:nvSpPr>
        <p:spPr>
          <a:xfrm>
            <a:off x="711200" y="3137662"/>
            <a:ext cx="5232400" cy="8120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2ED7A5-B2FC-6142-D609-8A82C1600FFD}"/>
              </a:ext>
            </a:extLst>
          </p:cNvPr>
          <p:cNvSpPr txBox="1"/>
          <p:nvPr/>
        </p:nvSpPr>
        <p:spPr>
          <a:xfrm>
            <a:off x="6248400" y="2019300"/>
            <a:ext cx="4699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CEB5762-91F7-2AA0-C6F9-433DCF85CF5D}"/>
              </a:ext>
            </a:extLst>
          </p:cNvPr>
          <p:cNvCxnSpPr/>
          <p:nvPr/>
        </p:nvCxnSpPr>
        <p:spPr>
          <a:xfrm>
            <a:off x="6794500" y="2222500"/>
            <a:ext cx="46736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25D4688-4E56-587E-E32A-663A6B9564A9}"/>
              </a:ext>
            </a:extLst>
          </p:cNvPr>
          <p:cNvSpPr txBox="1"/>
          <p:nvPr/>
        </p:nvSpPr>
        <p:spPr>
          <a:xfrm>
            <a:off x="6248400" y="2565400"/>
            <a:ext cx="5232400" cy="47066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2024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9DFCD0C-5BA3-8122-A312-AA0CAB3DEF82}"/>
              </a:ext>
            </a:extLst>
          </p:cNvPr>
          <p:cNvSpPr txBox="1"/>
          <p:nvPr/>
        </p:nvSpPr>
        <p:spPr>
          <a:xfrm>
            <a:off x="6248400" y="3137662"/>
            <a:ext cx="5232400" cy="8120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5E77AD4-0691-1C94-B2DE-341EEA66084C}"/>
              </a:ext>
            </a:extLst>
          </p:cNvPr>
          <p:cNvSpPr txBox="1"/>
          <p:nvPr/>
        </p:nvSpPr>
        <p:spPr>
          <a:xfrm>
            <a:off x="711200" y="4114800"/>
            <a:ext cx="4699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C4E609F-D250-6386-F8E0-9D81292DB1E8}"/>
              </a:ext>
            </a:extLst>
          </p:cNvPr>
          <p:cNvCxnSpPr/>
          <p:nvPr/>
        </p:nvCxnSpPr>
        <p:spPr>
          <a:xfrm>
            <a:off x="1257300" y="4318000"/>
            <a:ext cx="46736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0AB9DE7-A31F-1A52-DACD-66C6AA4BDADD}"/>
              </a:ext>
            </a:extLst>
          </p:cNvPr>
          <p:cNvSpPr txBox="1"/>
          <p:nvPr/>
        </p:nvSpPr>
        <p:spPr>
          <a:xfrm>
            <a:off x="711200" y="4660900"/>
            <a:ext cx="5232400" cy="47066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2025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DCE1D91-CDFD-4C67-751A-F140E2BA198F}"/>
              </a:ext>
            </a:extLst>
          </p:cNvPr>
          <p:cNvSpPr txBox="1"/>
          <p:nvPr/>
        </p:nvSpPr>
        <p:spPr>
          <a:xfrm>
            <a:off x="711200" y="5233162"/>
            <a:ext cx="5232400" cy="8120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8BA8D3F-9F62-12A7-AAFE-BF78AC7FDEBC}"/>
              </a:ext>
            </a:extLst>
          </p:cNvPr>
          <p:cNvSpPr txBox="1"/>
          <p:nvPr/>
        </p:nvSpPr>
        <p:spPr>
          <a:xfrm>
            <a:off x="6248400" y="4114800"/>
            <a:ext cx="4699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04</a:t>
            </a:r>
            <a:endParaRPr kumimoji="1" lang="ja-JP" altLang="en-US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809B84FD-74AA-0325-67D1-948C1744108C}"/>
              </a:ext>
            </a:extLst>
          </p:cNvPr>
          <p:cNvCxnSpPr/>
          <p:nvPr/>
        </p:nvCxnSpPr>
        <p:spPr>
          <a:xfrm>
            <a:off x="6794500" y="4318000"/>
            <a:ext cx="46736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1C8BA51-72B0-91C4-683A-B84BC2EBCBA2}"/>
              </a:ext>
            </a:extLst>
          </p:cNvPr>
          <p:cNvSpPr txBox="1"/>
          <p:nvPr/>
        </p:nvSpPr>
        <p:spPr>
          <a:xfrm>
            <a:off x="6248400" y="4660900"/>
            <a:ext cx="5232400" cy="47066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2026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0D5C3A9-F00A-0788-7606-B21290F208B3}"/>
              </a:ext>
            </a:extLst>
          </p:cNvPr>
          <p:cNvSpPr txBox="1"/>
          <p:nvPr/>
        </p:nvSpPr>
        <p:spPr>
          <a:xfrm>
            <a:off x="6248400" y="5233162"/>
            <a:ext cx="5232400" cy="81203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7D82F363-1DC1-D5F1-52F3-5A805862373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7E4FF51-AFAF-3AD6-7B9F-4313E45234F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29831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04ACF5D-B4E5-8756-2E50-AD3AC3F5BA3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214538C-C49E-34E7-2B72-03B8942699A7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時点の索引と出来事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56EFAEF-1B7F-9B57-22C1-758F078E490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67288E6-7E9D-9CAF-A1F8-2C5856EB13BB}"/>
              </a:ext>
            </a:extLst>
          </p:cNvPr>
          <p:cNvSpPr/>
          <p:nvPr/>
        </p:nvSpPr>
        <p:spPr>
          <a:xfrm>
            <a:off x="711200" y="2006600"/>
            <a:ext cx="3403600" cy="4025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B147EEC-F241-114C-1B03-E8C33B962409}"/>
              </a:ext>
            </a:extLst>
          </p:cNvPr>
          <p:cNvSpPr txBox="1"/>
          <p:nvPr/>
        </p:nvSpPr>
        <p:spPr>
          <a:xfrm>
            <a:off x="965200" y="2120900"/>
            <a:ext cx="28956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2023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C6AFB2A-826F-0447-CBDA-FA4DA2E31049}"/>
              </a:ext>
            </a:extLst>
          </p:cNvPr>
          <p:cNvSpPr txBox="1"/>
          <p:nvPr/>
        </p:nvSpPr>
        <p:spPr>
          <a:xfrm>
            <a:off x="4546600" y="2120900"/>
            <a:ext cx="69342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F46FB84-9C08-3DA4-D49B-027C6947488B}"/>
              </a:ext>
            </a:extLst>
          </p:cNvPr>
          <p:cNvCxnSpPr/>
          <p:nvPr/>
        </p:nvCxnSpPr>
        <p:spPr>
          <a:xfrm>
            <a:off x="4546600" y="2997200"/>
            <a:ext cx="6934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B2F5F97-1833-DDD9-6F7A-ED284C37EEF2}"/>
              </a:ext>
            </a:extLst>
          </p:cNvPr>
          <p:cNvSpPr txBox="1"/>
          <p:nvPr/>
        </p:nvSpPr>
        <p:spPr>
          <a:xfrm>
            <a:off x="965200" y="3124200"/>
            <a:ext cx="28956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2024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7F8098E-DBC1-5E67-AA0D-2555590690F6}"/>
              </a:ext>
            </a:extLst>
          </p:cNvPr>
          <p:cNvSpPr txBox="1"/>
          <p:nvPr/>
        </p:nvSpPr>
        <p:spPr>
          <a:xfrm>
            <a:off x="4546600" y="3124200"/>
            <a:ext cx="69342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50FDDF06-4534-60A7-E2CC-F9B2863B6DF1}"/>
              </a:ext>
            </a:extLst>
          </p:cNvPr>
          <p:cNvCxnSpPr/>
          <p:nvPr/>
        </p:nvCxnSpPr>
        <p:spPr>
          <a:xfrm>
            <a:off x="4546600" y="4000500"/>
            <a:ext cx="6934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732A2EE-DD3F-4DF3-0C2E-1AE9D8B81618}"/>
              </a:ext>
            </a:extLst>
          </p:cNvPr>
          <p:cNvSpPr txBox="1"/>
          <p:nvPr/>
        </p:nvSpPr>
        <p:spPr>
          <a:xfrm>
            <a:off x="965200" y="4127500"/>
            <a:ext cx="28956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2025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89F52D6-71B0-F1AB-F1BA-AAD5BA8740B5}"/>
              </a:ext>
            </a:extLst>
          </p:cNvPr>
          <p:cNvSpPr txBox="1"/>
          <p:nvPr/>
        </p:nvSpPr>
        <p:spPr>
          <a:xfrm>
            <a:off x="4546600" y="4127500"/>
            <a:ext cx="69342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C4EC3BF8-F941-9827-1A4B-3B52E202AB7C}"/>
              </a:ext>
            </a:extLst>
          </p:cNvPr>
          <p:cNvCxnSpPr/>
          <p:nvPr/>
        </p:nvCxnSpPr>
        <p:spPr>
          <a:xfrm>
            <a:off x="4546600" y="5003800"/>
            <a:ext cx="69342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CB25DA6-01BD-8F08-7E8E-FE52D310F883}"/>
              </a:ext>
            </a:extLst>
          </p:cNvPr>
          <p:cNvSpPr txBox="1"/>
          <p:nvPr/>
        </p:nvSpPr>
        <p:spPr>
          <a:xfrm>
            <a:off x="965200" y="5130800"/>
            <a:ext cx="28956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2026</a:t>
            </a:r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年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F8068D72-E9CA-0EA4-AAB1-86106D9392F9}"/>
              </a:ext>
            </a:extLst>
          </p:cNvPr>
          <p:cNvSpPr txBox="1"/>
          <p:nvPr/>
        </p:nvSpPr>
        <p:spPr>
          <a:xfrm>
            <a:off x="4546600" y="5130800"/>
            <a:ext cx="69342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7D9337B-1826-65C5-AA8C-0DC514FBFC6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47B2C7C-8416-B04E-9BEF-62F4C43B2FC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21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89722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18FAB9F-EBE7-BCA8-343F-8DDE1985389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A3BAA8-AC4F-F2B5-63C7-9BDA5CED11D3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項目欄が広い台帳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3BBAC18-4F37-276E-6EA5-691444F542C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F66A0F-647F-E01D-E1C8-0194722F4CD4}"/>
              </a:ext>
            </a:extLst>
          </p:cNvPr>
          <p:cNvSpPr/>
          <p:nvPr/>
        </p:nvSpPr>
        <p:spPr>
          <a:xfrm>
            <a:off x="711200" y="2019300"/>
            <a:ext cx="3657600" cy="1003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1E3F200-C3AD-D1F8-CBE4-20891087FD55}"/>
              </a:ext>
            </a:extLst>
          </p:cNvPr>
          <p:cNvSpPr txBox="1"/>
          <p:nvPr/>
        </p:nvSpPr>
        <p:spPr>
          <a:xfrm>
            <a:off x="850900" y="2133600"/>
            <a:ext cx="3378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F22C1CB-68B4-3D58-079F-2A4AC1CBD264}"/>
              </a:ext>
            </a:extLst>
          </p:cNvPr>
          <p:cNvCxnSpPr/>
          <p:nvPr/>
        </p:nvCxnSpPr>
        <p:spPr>
          <a:xfrm>
            <a:off x="711200" y="30226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E13F220-ED23-EECD-A33C-56E315077FDB}"/>
              </a:ext>
            </a:extLst>
          </p:cNvPr>
          <p:cNvSpPr/>
          <p:nvPr/>
        </p:nvSpPr>
        <p:spPr>
          <a:xfrm>
            <a:off x="4368800" y="2019300"/>
            <a:ext cx="3556000" cy="1003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5B71F6E-8C5D-D133-DBA5-3FF5AF0896EA}"/>
              </a:ext>
            </a:extLst>
          </p:cNvPr>
          <p:cNvSpPr txBox="1"/>
          <p:nvPr/>
        </p:nvSpPr>
        <p:spPr>
          <a:xfrm>
            <a:off x="4508500" y="2133600"/>
            <a:ext cx="32766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A36335C-B745-2D5B-E9BB-30702F608409}"/>
              </a:ext>
            </a:extLst>
          </p:cNvPr>
          <p:cNvSpPr/>
          <p:nvPr/>
        </p:nvSpPr>
        <p:spPr>
          <a:xfrm>
            <a:off x="7924800" y="2019300"/>
            <a:ext cx="3556000" cy="1003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6EC0523-4D76-B65F-F750-2390D776EA16}"/>
              </a:ext>
            </a:extLst>
          </p:cNvPr>
          <p:cNvSpPr txBox="1"/>
          <p:nvPr/>
        </p:nvSpPr>
        <p:spPr>
          <a:xfrm>
            <a:off x="8064500" y="2133600"/>
            <a:ext cx="32766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8D454A28-DFA1-FCDE-2646-DE3315BF4EB5}"/>
              </a:ext>
            </a:extLst>
          </p:cNvPr>
          <p:cNvSpPr/>
          <p:nvPr/>
        </p:nvSpPr>
        <p:spPr>
          <a:xfrm>
            <a:off x="711200" y="3022600"/>
            <a:ext cx="3657600" cy="1003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E07A579-5A30-FCC4-55C8-38A3C6935F34}"/>
              </a:ext>
            </a:extLst>
          </p:cNvPr>
          <p:cNvSpPr txBox="1"/>
          <p:nvPr/>
        </p:nvSpPr>
        <p:spPr>
          <a:xfrm>
            <a:off x="850900" y="3136900"/>
            <a:ext cx="3378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328D5F7-46A6-7CCF-F312-43940F7F9E43}"/>
              </a:ext>
            </a:extLst>
          </p:cNvPr>
          <p:cNvCxnSpPr/>
          <p:nvPr/>
        </p:nvCxnSpPr>
        <p:spPr>
          <a:xfrm>
            <a:off x="711200" y="40259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D12E3E-FECB-A647-4CA6-F7C3A0187A69}"/>
              </a:ext>
            </a:extLst>
          </p:cNvPr>
          <p:cNvSpPr txBox="1"/>
          <p:nvPr/>
        </p:nvSpPr>
        <p:spPr>
          <a:xfrm>
            <a:off x="4508500" y="3136900"/>
            <a:ext cx="32766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CD18ADC-B997-24CC-3EB9-A25BD4109D35}"/>
              </a:ext>
            </a:extLst>
          </p:cNvPr>
          <p:cNvSpPr txBox="1"/>
          <p:nvPr/>
        </p:nvSpPr>
        <p:spPr>
          <a:xfrm>
            <a:off x="8064500" y="3136900"/>
            <a:ext cx="32766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2434AFB-DE95-A3B6-3160-C0F1BE4E6631}"/>
              </a:ext>
            </a:extLst>
          </p:cNvPr>
          <p:cNvSpPr/>
          <p:nvPr/>
        </p:nvSpPr>
        <p:spPr>
          <a:xfrm>
            <a:off x="711200" y="4025900"/>
            <a:ext cx="3657600" cy="1003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FBAC4B4-43D7-88D2-1921-BB49FDF54933}"/>
              </a:ext>
            </a:extLst>
          </p:cNvPr>
          <p:cNvSpPr txBox="1"/>
          <p:nvPr/>
        </p:nvSpPr>
        <p:spPr>
          <a:xfrm>
            <a:off x="850900" y="4140200"/>
            <a:ext cx="3378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68D5EF2F-B1C3-9F7B-6BF0-2C873238861C}"/>
              </a:ext>
            </a:extLst>
          </p:cNvPr>
          <p:cNvCxnSpPr/>
          <p:nvPr/>
        </p:nvCxnSpPr>
        <p:spPr>
          <a:xfrm>
            <a:off x="711200" y="502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06ED7C5-C297-520D-52A4-A1AA85C5639F}"/>
              </a:ext>
            </a:extLst>
          </p:cNvPr>
          <p:cNvSpPr txBox="1"/>
          <p:nvPr/>
        </p:nvSpPr>
        <p:spPr>
          <a:xfrm>
            <a:off x="4508500" y="4140200"/>
            <a:ext cx="32766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4E90C78-143B-5BCB-27E9-338ECFF2A137}"/>
              </a:ext>
            </a:extLst>
          </p:cNvPr>
          <p:cNvSpPr txBox="1"/>
          <p:nvPr/>
        </p:nvSpPr>
        <p:spPr>
          <a:xfrm>
            <a:off x="8064500" y="4140200"/>
            <a:ext cx="32766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2A6EB7A4-0C94-B76E-2655-0AC3FAE5482D}"/>
              </a:ext>
            </a:extLst>
          </p:cNvPr>
          <p:cNvSpPr/>
          <p:nvPr/>
        </p:nvSpPr>
        <p:spPr>
          <a:xfrm>
            <a:off x="711200" y="5029200"/>
            <a:ext cx="3657600" cy="1003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278CDDE-C496-F785-3101-15457E5410C5}"/>
              </a:ext>
            </a:extLst>
          </p:cNvPr>
          <p:cNvSpPr txBox="1"/>
          <p:nvPr/>
        </p:nvSpPr>
        <p:spPr>
          <a:xfrm>
            <a:off x="850900" y="5143500"/>
            <a:ext cx="33782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b="1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E37201A2-31E7-921D-4C72-A9075320C47E}"/>
              </a:ext>
            </a:extLst>
          </p:cNvPr>
          <p:cNvCxnSpPr/>
          <p:nvPr/>
        </p:nvCxnSpPr>
        <p:spPr>
          <a:xfrm>
            <a:off x="711200" y="60325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2C68C88-CB46-0B0E-69F4-3E72C705381E}"/>
              </a:ext>
            </a:extLst>
          </p:cNvPr>
          <p:cNvSpPr txBox="1"/>
          <p:nvPr/>
        </p:nvSpPr>
        <p:spPr>
          <a:xfrm>
            <a:off x="4508500" y="5143500"/>
            <a:ext cx="32766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2B7DD2E-0A60-F22B-5FF8-4AEE037CAD23}"/>
              </a:ext>
            </a:extLst>
          </p:cNvPr>
          <p:cNvSpPr txBox="1"/>
          <p:nvPr/>
        </p:nvSpPr>
        <p:spPr>
          <a:xfrm>
            <a:off x="8064500" y="5143500"/>
            <a:ext cx="3276600" cy="774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D913566-CE00-AFC2-04BA-40E4ACE447F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A9A8DF1-58EB-0DB2-1155-10C39A93FEF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22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965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17FCE82-F8CA-FE0A-CB64-E2324D2A0244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188A89B-3530-11E8-B18F-B41D8629BE6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左右に分けた続き表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5BBB5BF-D74D-EDCC-12CF-AC233CA6FBB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D171BF2-8EC1-A61C-F1C2-83178083F2F7}"/>
              </a:ext>
            </a:extLst>
          </p:cNvPr>
          <p:cNvSpPr/>
          <p:nvPr/>
        </p:nvSpPr>
        <p:spPr>
          <a:xfrm>
            <a:off x="711200" y="2032000"/>
            <a:ext cx="5143500" cy="1329267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0C09AEA-49C0-F06A-70EA-17F1E9B32915}"/>
              </a:ext>
            </a:extLst>
          </p:cNvPr>
          <p:cNvSpPr txBox="1"/>
          <p:nvPr/>
        </p:nvSpPr>
        <p:spPr>
          <a:xfrm>
            <a:off x="838200" y="2146300"/>
            <a:ext cx="1460500" cy="11006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45D80E-F1F9-3DBC-9365-A213C00AA355}"/>
              </a:ext>
            </a:extLst>
          </p:cNvPr>
          <p:cNvSpPr txBox="1"/>
          <p:nvPr/>
        </p:nvSpPr>
        <p:spPr>
          <a:xfrm>
            <a:off x="2552700" y="2146300"/>
            <a:ext cx="1460500" cy="11006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36365CA-DF42-BA9B-D480-6234D328BE95}"/>
              </a:ext>
            </a:extLst>
          </p:cNvPr>
          <p:cNvSpPr txBox="1"/>
          <p:nvPr/>
        </p:nvSpPr>
        <p:spPr>
          <a:xfrm>
            <a:off x="4267200" y="2146300"/>
            <a:ext cx="1460500" cy="11006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5487685-8710-63E6-C4EA-76D6290C56D4}"/>
              </a:ext>
            </a:extLst>
          </p:cNvPr>
          <p:cNvCxnSpPr/>
          <p:nvPr/>
        </p:nvCxnSpPr>
        <p:spPr>
          <a:xfrm>
            <a:off x="711200" y="4690533"/>
            <a:ext cx="51435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B23DF67-63A4-B9F2-F8DE-9F6FD2CBD957}"/>
              </a:ext>
            </a:extLst>
          </p:cNvPr>
          <p:cNvSpPr txBox="1"/>
          <p:nvPr/>
        </p:nvSpPr>
        <p:spPr>
          <a:xfrm>
            <a:off x="838200" y="3475567"/>
            <a:ext cx="1460500" cy="11006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D789C2A-EE54-C950-EECE-830C0B9E6F5B}"/>
              </a:ext>
            </a:extLst>
          </p:cNvPr>
          <p:cNvSpPr txBox="1"/>
          <p:nvPr/>
        </p:nvSpPr>
        <p:spPr>
          <a:xfrm>
            <a:off x="2552700" y="3475567"/>
            <a:ext cx="1460500" cy="11006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A1EB368-C4F0-329B-F21D-BF94B4A932FB}"/>
              </a:ext>
            </a:extLst>
          </p:cNvPr>
          <p:cNvSpPr txBox="1"/>
          <p:nvPr/>
        </p:nvSpPr>
        <p:spPr>
          <a:xfrm>
            <a:off x="4267200" y="3475567"/>
            <a:ext cx="1460500" cy="11006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CA29FD89-5D95-FC5A-1C3C-A90E73C69DF3}"/>
              </a:ext>
            </a:extLst>
          </p:cNvPr>
          <p:cNvSpPr/>
          <p:nvPr/>
        </p:nvSpPr>
        <p:spPr>
          <a:xfrm>
            <a:off x="711200" y="4690533"/>
            <a:ext cx="5143500" cy="1329267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0068605-A997-517D-1416-01A297AE4308}"/>
              </a:ext>
            </a:extLst>
          </p:cNvPr>
          <p:cNvCxnSpPr/>
          <p:nvPr/>
        </p:nvCxnSpPr>
        <p:spPr>
          <a:xfrm>
            <a:off x="711200" y="6019800"/>
            <a:ext cx="51435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03894AB-8335-7DB4-A635-21F38C9011B3}"/>
              </a:ext>
            </a:extLst>
          </p:cNvPr>
          <p:cNvSpPr txBox="1"/>
          <p:nvPr/>
        </p:nvSpPr>
        <p:spPr>
          <a:xfrm>
            <a:off x="838200" y="4804833"/>
            <a:ext cx="1460500" cy="11006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8B5C204-E97F-85DC-156B-F60B8A0EC154}"/>
              </a:ext>
            </a:extLst>
          </p:cNvPr>
          <p:cNvSpPr txBox="1"/>
          <p:nvPr/>
        </p:nvSpPr>
        <p:spPr>
          <a:xfrm>
            <a:off x="2552700" y="4804833"/>
            <a:ext cx="1460500" cy="11006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657FAD0-FF3C-DFE3-93D6-CF3942CE41F9}"/>
              </a:ext>
            </a:extLst>
          </p:cNvPr>
          <p:cNvSpPr txBox="1"/>
          <p:nvPr/>
        </p:nvSpPr>
        <p:spPr>
          <a:xfrm>
            <a:off x="4267200" y="4804833"/>
            <a:ext cx="1460500" cy="110066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A1FDFC1-99CE-C3AA-6C8C-0DE49BE56FF7}"/>
              </a:ext>
            </a:extLst>
          </p:cNvPr>
          <p:cNvSpPr/>
          <p:nvPr/>
        </p:nvSpPr>
        <p:spPr>
          <a:xfrm>
            <a:off x="6337300" y="2032000"/>
            <a:ext cx="5143500" cy="1993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CCE47C-F761-95BE-13A3-70851946A313}"/>
              </a:ext>
            </a:extLst>
          </p:cNvPr>
          <p:cNvSpPr txBox="1"/>
          <p:nvPr/>
        </p:nvSpPr>
        <p:spPr>
          <a:xfrm>
            <a:off x="6464300" y="2146300"/>
            <a:ext cx="14605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D1A75F5-350A-A91C-F0B6-3B5600271F68}"/>
              </a:ext>
            </a:extLst>
          </p:cNvPr>
          <p:cNvSpPr txBox="1"/>
          <p:nvPr/>
        </p:nvSpPr>
        <p:spPr>
          <a:xfrm>
            <a:off x="8178800" y="2146300"/>
            <a:ext cx="14605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F4A64DB-2EE0-DD8E-EAD0-0952A1996FAA}"/>
              </a:ext>
            </a:extLst>
          </p:cNvPr>
          <p:cNvSpPr txBox="1"/>
          <p:nvPr/>
        </p:nvSpPr>
        <p:spPr>
          <a:xfrm>
            <a:off x="9893300" y="2146300"/>
            <a:ext cx="14605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28593D4-EAB7-AB0D-748F-3BF86547F6C7}"/>
              </a:ext>
            </a:extLst>
          </p:cNvPr>
          <p:cNvCxnSpPr/>
          <p:nvPr/>
        </p:nvCxnSpPr>
        <p:spPr>
          <a:xfrm>
            <a:off x="6337300" y="6019800"/>
            <a:ext cx="51435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E614359-E024-38FE-D175-77D83A93F6E1}"/>
              </a:ext>
            </a:extLst>
          </p:cNvPr>
          <p:cNvSpPr txBox="1"/>
          <p:nvPr/>
        </p:nvSpPr>
        <p:spPr>
          <a:xfrm>
            <a:off x="6464300" y="4140200"/>
            <a:ext cx="14605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1700">
              <a:solidFill>
                <a:srgbClr val="172D4A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4CC2DDE-663D-72E4-701F-782800D2E1C9}"/>
              </a:ext>
            </a:extLst>
          </p:cNvPr>
          <p:cNvSpPr txBox="1"/>
          <p:nvPr/>
        </p:nvSpPr>
        <p:spPr>
          <a:xfrm>
            <a:off x="8178800" y="4140200"/>
            <a:ext cx="14605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C2501D1-CDCA-4789-AF32-83FB9351E5E3}"/>
              </a:ext>
            </a:extLst>
          </p:cNvPr>
          <p:cNvSpPr txBox="1"/>
          <p:nvPr/>
        </p:nvSpPr>
        <p:spPr>
          <a:xfrm>
            <a:off x="9893300" y="4140200"/>
            <a:ext cx="1460500" cy="176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1616834-0749-365B-9279-6632DAAA7A1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1B026CC-E12F-C991-19AD-BC815E83517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23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4456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A1AC22F-C4CA-4531-EE4B-29B442CDE78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8DE7F34-43B3-FFA9-ADED-0FD98D21DB7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対象ごとの見出し付き表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AE4225B-60EC-E041-0389-4CC38F36DFA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7673B16-EE72-2571-07BF-ACFD0BE4B07A}"/>
              </a:ext>
            </a:extLst>
          </p:cNvPr>
          <p:cNvSpPr/>
          <p:nvPr/>
        </p:nvSpPr>
        <p:spPr>
          <a:xfrm>
            <a:off x="711200" y="2019300"/>
            <a:ext cx="10769600" cy="1185333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8B004D-1C09-E8AF-E44F-9FE663AE2316}"/>
              </a:ext>
            </a:extLst>
          </p:cNvPr>
          <p:cNvSpPr txBox="1"/>
          <p:nvPr/>
        </p:nvSpPr>
        <p:spPr>
          <a:xfrm>
            <a:off x="876300" y="2120900"/>
            <a:ext cx="3259667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57FA959-1052-5E25-5362-3622395F0107}"/>
              </a:ext>
            </a:extLst>
          </p:cNvPr>
          <p:cNvSpPr txBox="1"/>
          <p:nvPr/>
        </p:nvSpPr>
        <p:spPr>
          <a:xfrm>
            <a:off x="876300" y="2552700"/>
            <a:ext cx="3259667" cy="575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A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1C3466B-35BA-D77A-F5D2-E3EDE1EB5559}"/>
              </a:ext>
            </a:extLst>
          </p:cNvPr>
          <p:cNvSpPr txBox="1"/>
          <p:nvPr/>
        </p:nvSpPr>
        <p:spPr>
          <a:xfrm>
            <a:off x="4466167" y="2120900"/>
            <a:ext cx="3259667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31EB211-6BFB-6D1A-ADB8-E315DF2B22BA}"/>
              </a:ext>
            </a:extLst>
          </p:cNvPr>
          <p:cNvSpPr txBox="1"/>
          <p:nvPr/>
        </p:nvSpPr>
        <p:spPr>
          <a:xfrm>
            <a:off x="4466167" y="2552700"/>
            <a:ext cx="3259667" cy="575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C94A9AA-2194-C9FE-9330-BF1B870F174B}"/>
              </a:ext>
            </a:extLst>
          </p:cNvPr>
          <p:cNvSpPr txBox="1"/>
          <p:nvPr/>
        </p:nvSpPr>
        <p:spPr>
          <a:xfrm>
            <a:off x="8056033" y="2120900"/>
            <a:ext cx="3259667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AD16265-B75A-E718-86A3-00683DE08ADD}"/>
              </a:ext>
            </a:extLst>
          </p:cNvPr>
          <p:cNvSpPr txBox="1"/>
          <p:nvPr/>
        </p:nvSpPr>
        <p:spPr>
          <a:xfrm>
            <a:off x="8056033" y="2552700"/>
            <a:ext cx="3259667" cy="575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C201506-4989-243A-8AF7-423C0005BA2F}"/>
              </a:ext>
            </a:extLst>
          </p:cNvPr>
          <p:cNvSpPr/>
          <p:nvPr/>
        </p:nvSpPr>
        <p:spPr>
          <a:xfrm>
            <a:off x="711200" y="3357033"/>
            <a:ext cx="10769600" cy="1185334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A8A825B-B918-3BA7-C157-7223D3F9EEEA}"/>
              </a:ext>
            </a:extLst>
          </p:cNvPr>
          <p:cNvSpPr txBox="1"/>
          <p:nvPr/>
        </p:nvSpPr>
        <p:spPr>
          <a:xfrm>
            <a:off x="876300" y="3458633"/>
            <a:ext cx="3259667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D73691B-41B9-2A35-C819-17A114BD43D2}"/>
              </a:ext>
            </a:extLst>
          </p:cNvPr>
          <p:cNvSpPr txBox="1"/>
          <p:nvPr/>
        </p:nvSpPr>
        <p:spPr>
          <a:xfrm>
            <a:off x="876300" y="3890433"/>
            <a:ext cx="3259667" cy="575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B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CDF5EB0-14DF-2AF9-EB00-EB676B25FFB5}"/>
              </a:ext>
            </a:extLst>
          </p:cNvPr>
          <p:cNvSpPr txBox="1"/>
          <p:nvPr/>
        </p:nvSpPr>
        <p:spPr>
          <a:xfrm>
            <a:off x="4466167" y="3458633"/>
            <a:ext cx="3259667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36FAAEE-0ACD-A64A-B7AE-D8C0B6ED084B}"/>
              </a:ext>
            </a:extLst>
          </p:cNvPr>
          <p:cNvSpPr txBox="1"/>
          <p:nvPr/>
        </p:nvSpPr>
        <p:spPr>
          <a:xfrm>
            <a:off x="4466167" y="3890433"/>
            <a:ext cx="3259667" cy="575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12E4612-86B4-894B-CFE2-6EA4670A6AAB}"/>
              </a:ext>
            </a:extLst>
          </p:cNvPr>
          <p:cNvSpPr txBox="1"/>
          <p:nvPr/>
        </p:nvSpPr>
        <p:spPr>
          <a:xfrm>
            <a:off x="8056033" y="3458633"/>
            <a:ext cx="3259667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9519A80-8F28-BCE2-E93B-9D066C1C33F1}"/>
              </a:ext>
            </a:extLst>
          </p:cNvPr>
          <p:cNvSpPr txBox="1"/>
          <p:nvPr/>
        </p:nvSpPr>
        <p:spPr>
          <a:xfrm>
            <a:off x="8056033" y="3890433"/>
            <a:ext cx="3259667" cy="575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ECB5D29-4A79-C8F9-D4F5-3F3B3418B04E}"/>
              </a:ext>
            </a:extLst>
          </p:cNvPr>
          <p:cNvSpPr/>
          <p:nvPr/>
        </p:nvSpPr>
        <p:spPr>
          <a:xfrm>
            <a:off x="711200" y="4694767"/>
            <a:ext cx="10769600" cy="1185333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378931C-9DE0-141A-6054-BA834F263507}"/>
              </a:ext>
            </a:extLst>
          </p:cNvPr>
          <p:cNvSpPr txBox="1"/>
          <p:nvPr/>
        </p:nvSpPr>
        <p:spPr>
          <a:xfrm>
            <a:off x="876300" y="4796367"/>
            <a:ext cx="3259667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対象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8B11291-5989-7951-D702-C48714B5C89D}"/>
              </a:ext>
            </a:extLst>
          </p:cNvPr>
          <p:cNvSpPr txBox="1"/>
          <p:nvPr/>
        </p:nvSpPr>
        <p:spPr>
          <a:xfrm>
            <a:off x="876300" y="5228167"/>
            <a:ext cx="3259667" cy="575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例 </a:t>
            </a:r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C</a:t>
            </a:r>
            <a:endParaRPr kumimoji="1" lang="ja-JP" altLang="en-US" sz="21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BB7D46F-8048-190A-3FD7-42D500FC2738}"/>
              </a:ext>
            </a:extLst>
          </p:cNvPr>
          <p:cNvSpPr txBox="1"/>
          <p:nvPr/>
        </p:nvSpPr>
        <p:spPr>
          <a:xfrm>
            <a:off x="4466167" y="4796367"/>
            <a:ext cx="3259667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値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70CD776-640D-2FEB-DFFB-6E6B1DCDA95E}"/>
              </a:ext>
            </a:extLst>
          </p:cNvPr>
          <p:cNvSpPr txBox="1"/>
          <p:nvPr/>
        </p:nvSpPr>
        <p:spPr>
          <a:xfrm>
            <a:off x="4466167" y="5228167"/>
            <a:ext cx="3259667" cy="575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D465234-40A4-28DD-2DA5-B0F496FD6B20}"/>
              </a:ext>
            </a:extLst>
          </p:cNvPr>
          <p:cNvSpPr txBox="1"/>
          <p:nvPr/>
        </p:nvSpPr>
        <p:spPr>
          <a:xfrm>
            <a:off x="8056033" y="4796367"/>
            <a:ext cx="3259667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0DB0B3-1B2D-87A8-7FE1-1DF702996F6A}"/>
              </a:ext>
            </a:extLst>
          </p:cNvPr>
          <p:cNvSpPr txBox="1"/>
          <p:nvPr/>
        </p:nvSpPr>
        <p:spPr>
          <a:xfrm>
            <a:off x="8056033" y="5228167"/>
            <a:ext cx="3259667" cy="5757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1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同じ条件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02F78845-16A6-E49F-EB42-772D2D26E33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1C72A91-CB3E-C9E8-1F52-ADAF1539363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8563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298EAC95-1D9B-553B-9A4F-8BB1BD4BBCA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52ADB93-4BE5-92AB-4475-4AD25F10BB6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数値を囲む円と条件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D140C98-58BA-BEFC-A986-FF67901E523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C24D1893-953C-9FC7-30B7-6E5DE73E6D03}"/>
              </a:ext>
            </a:extLst>
          </p:cNvPr>
          <p:cNvSpPr/>
          <p:nvPr/>
        </p:nvSpPr>
        <p:spPr>
          <a:xfrm>
            <a:off x="1134533" y="2032000"/>
            <a:ext cx="2540000" cy="18669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13554B-0CC5-E7B5-C0C1-6AF6C7FC8030}"/>
              </a:ext>
            </a:extLst>
          </p:cNvPr>
          <p:cNvSpPr txBox="1"/>
          <p:nvPr/>
        </p:nvSpPr>
        <p:spPr>
          <a:xfrm>
            <a:off x="1363133" y="2527300"/>
            <a:ext cx="2082800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E8CC195-9739-76A6-4601-C75D3A588E4E}"/>
              </a:ext>
            </a:extLst>
          </p:cNvPr>
          <p:cNvSpPr txBox="1"/>
          <p:nvPr/>
        </p:nvSpPr>
        <p:spPr>
          <a:xfrm>
            <a:off x="711200" y="4279900"/>
            <a:ext cx="3386667" cy="5872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B7D0EDF-361C-E7CA-DCA2-A70F9395FA89}"/>
              </a:ext>
            </a:extLst>
          </p:cNvPr>
          <p:cNvSpPr txBox="1"/>
          <p:nvPr/>
        </p:nvSpPr>
        <p:spPr>
          <a:xfrm>
            <a:off x="711200" y="4968748"/>
            <a:ext cx="3386667" cy="10383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22A8799E-E96D-33D2-FA67-942DDD4F6BBE}"/>
              </a:ext>
            </a:extLst>
          </p:cNvPr>
          <p:cNvSpPr/>
          <p:nvPr/>
        </p:nvSpPr>
        <p:spPr>
          <a:xfrm>
            <a:off x="4826000" y="2032000"/>
            <a:ext cx="2540000" cy="18669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7F3C828-46E8-1BAC-6A13-2C82B6557503}"/>
              </a:ext>
            </a:extLst>
          </p:cNvPr>
          <p:cNvSpPr txBox="1"/>
          <p:nvPr/>
        </p:nvSpPr>
        <p:spPr>
          <a:xfrm>
            <a:off x="5054600" y="2527300"/>
            <a:ext cx="2082800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E55579C-BD34-DECC-844D-5559B231D812}"/>
              </a:ext>
            </a:extLst>
          </p:cNvPr>
          <p:cNvSpPr txBox="1"/>
          <p:nvPr/>
        </p:nvSpPr>
        <p:spPr>
          <a:xfrm>
            <a:off x="4402667" y="4279900"/>
            <a:ext cx="3386667" cy="5872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A240AA6-5684-FB6C-BFAF-B3433C6A5C6E}"/>
              </a:ext>
            </a:extLst>
          </p:cNvPr>
          <p:cNvSpPr txBox="1"/>
          <p:nvPr/>
        </p:nvSpPr>
        <p:spPr>
          <a:xfrm>
            <a:off x="4402667" y="4968748"/>
            <a:ext cx="3386667" cy="10383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C8D2F0DD-B532-9AC9-DF92-E94EC8C453C4}"/>
              </a:ext>
            </a:extLst>
          </p:cNvPr>
          <p:cNvSpPr/>
          <p:nvPr/>
        </p:nvSpPr>
        <p:spPr>
          <a:xfrm>
            <a:off x="8517467" y="2032000"/>
            <a:ext cx="2540000" cy="18669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A51C080-7088-6B74-499F-D83C4BCFA5DA}"/>
              </a:ext>
            </a:extLst>
          </p:cNvPr>
          <p:cNvSpPr txBox="1"/>
          <p:nvPr/>
        </p:nvSpPr>
        <p:spPr>
          <a:xfrm>
            <a:off x="8746067" y="2527300"/>
            <a:ext cx="2082800" cy="850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E6FEC6B-8A49-2206-917E-A8E7D62DC247}"/>
              </a:ext>
            </a:extLst>
          </p:cNvPr>
          <p:cNvSpPr txBox="1"/>
          <p:nvPr/>
        </p:nvSpPr>
        <p:spPr>
          <a:xfrm>
            <a:off x="8094133" y="4279900"/>
            <a:ext cx="3386667" cy="58724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145B3C7-2F54-60EB-9535-5E7F3E2434C1}"/>
              </a:ext>
            </a:extLst>
          </p:cNvPr>
          <p:cNvSpPr txBox="1"/>
          <p:nvPr/>
        </p:nvSpPr>
        <p:spPr>
          <a:xfrm>
            <a:off x="8094133" y="4968748"/>
            <a:ext cx="3386667" cy="103835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91CF9C0A-B908-87A7-1BB2-B8B77BFCA81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A1A15BE-7737-8CDE-77DF-B0CFC0101A4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25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8148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8449A03-56DE-0F99-B5C5-8D0EEC30D97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483E25-55A9-302E-1EDD-C73B798C240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数字の帯と説明の列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5369408-8F30-03DA-72CD-3D5625A48CA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B99911A-BD27-B4E4-1AC5-4EE1009EADA0}"/>
              </a:ext>
            </a:extLst>
          </p:cNvPr>
          <p:cNvSpPr/>
          <p:nvPr/>
        </p:nvSpPr>
        <p:spPr>
          <a:xfrm>
            <a:off x="711200" y="2032000"/>
            <a:ext cx="10769600" cy="13716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DAB184-1E58-E5C0-7D3A-884657C3AA00}"/>
              </a:ext>
            </a:extLst>
          </p:cNvPr>
          <p:cNvSpPr txBox="1"/>
          <p:nvPr/>
        </p:nvSpPr>
        <p:spPr>
          <a:xfrm>
            <a:off x="863600" y="2260600"/>
            <a:ext cx="2209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3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EC778F-FF82-C769-B94A-529B9850DF2F}"/>
              </a:ext>
            </a:extLst>
          </p:cNvPr>
          <p:cNvSpPr txBox="1"/>
          <p:nvPr/>
        </p:nvSpPr>
        <p:spPr>
          <a:xfrm>
            <a:off x="711200" y="3797300"/>
            <a:ext cx="2463800" cy="751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767EB13-7688-04C8-90F7-347460C3EBF8}"/>
              </a:ext>
            </a:extLst>
          </p:cNvPr>
          <p:cNvSpPr txBox="1"/>
          <p:nvPr/>
        </p:nvSpPr>
        <p:spPr>
          <a:xfrm>
            <a:off x="711200" y="4650232"/>
            <a:ext cx="2463800" cy="13568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8D7045C-FED3-DBDA-82B5-706784414D6B}"/>
              </a:ext>
            </a:extLst>
          </p:cNvPr>
          <p:cNvSpPr txBox="1"/>
          <p:nvPr/>
        </p:nvSpPr>
        <p:spPr>
          <a:xfrm>
            <a:off x="3632200" y="2260600"/>
            <a:ext cx="2209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3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FBA6474-2A56-CC5C-3CD9-92B0EF5E15B7}"/>
              </a:ext>
            </a:extLst>
          </p:cNvPr>
          <p:cNvSpPr txBox="1"/>
          <p:nvPr/>
        </p:nvSpPr>
        <p:spPr>
          <a:xfrm>
            <a:off x="3479800" y="3797300"/>
            <a:ext cx="2463800" cy="751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C85F4F8-C63F-875D-E1EA-A1E77D198E29}"/>
              </a:ext>
            </a:extLst>
          </p:cNvPr>
          <p:cNvSpPr txBox="1"/>
          <p:nvPr/>
        </p:nvSpPr>
        <p:spPr>
          <a:xfrm>
            <a:off x="3479800" y="4650232"/>
            <a:ext cx="2463800" cy="13568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7DD451F-A481-AB47-FAFE-B2D900EDD1BC}"/>
              </a:ext>
            </a:extLst>
          </p:cNvPr>
          <p:cNvSpPr txBox="1"/>
          <p:nvPr/>
        </p:nvSpPr>
        <p:spPr>
          <a:xfrm>
            <a:off x="6400800" y="2260600"/>
            <a:ext cx="2209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3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0870625-D9DC-65BB-833D-60FF27B56478}"/>
              </a:ext>
            </a:extLst>
          </p:cNvPr>
          <p:cNvSpPr txBox="1"/>
          <p:nvPr/>
        </p:nvSpPr>
        <p:spPr>
          <a:xfrm>
            <a:off x="6248400" y="3797300"/>
            <a:ext cx="2463800" cy="751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723FC6D-C6FB-690C-07FE-FC194AACFFD0}"/>
              </a:ext>
            </a:extLst>
          </p:cNvPr>
          <p:cNvSpPr txBox="1"/>
          <p:nvPr/>
        </p:nvSpPr>
        <p:spPr>
          <a:xfrm>
            <a:off x="6248400" y="4650232"/>
            <a:ext cx="2463800" cy="13568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D52B7A2-B4E0-544B-C8C2-D562C4870A07}"/>
              </a:ext>
            </a:extLst>
          </p:cNvPr>
          <p:cNvSpPr txBox="1"/>
          <p:nvPr/>
        </p:nvSpPr>
        <p:spPr>
          <a:xfrm>
            <a:off x="9169400" y="2260600"/>
            <a:ext cx="22098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60</a:t>
            </a:r>
            <a:r>
              <a:rPr kumimoji="1" lang="ja-JP" altLang="en-US" sz="35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B90AEA9-639C-5D31-7C66-7C84814763BC}"/>
              </a:ext>
            </a:extLst>
          </p:cNvPr>
          <p:cNvSpPr txBox="1"/>
          <p:nvPr/>
        </p:nvSpPr>
        <p:spPr>
          <a:xfrm>
            <a:off x="9017000" y="3797300"/>
            <a:ext cx="2463800" cy="751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C6B1217-D0C3-1F53-CDBD-48FAFB6907B8}"/>
              </a:ext>
            </a:extLst>
          </p:cNvPr>
          <p:cNvSpPr txBox="1"/>
          <p:nvPr/>
        </p:nvSpPr>
        <p:spPr>
          <a:xfrm>
            <a:off x="9017000" y="4650232"/>
            <a:ext cx="2463800" cy="13568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FC99BCE-675D-5922-0F67-D1F082ADE19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A2B1B18-DC12-9767-9EBF-087C12A4B8B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26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7015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68A5FBD-81C2-5354-226F-9BC6431AFAC2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F47CAB-84CF-E1B9-14C9-18FE9BAA66F5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外側の数値と内側の説明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92859F1-7F92-E665-351E-5800D0AEED8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0BDF6D-AE17-4FE2-337F-760D88D9B161}"/>
              </a:ext>
            </a:extLst>
          </p:cNvPr>
          <p:cNvSpPr txBox="1"/>
          <p:nvPr/>
        </p:nvSpPr>
        <p:spPr>
          <a:xfrm>
            <a:off x="711200" y="2260600"/>
            <a:ext cx="1778000" cy="1244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24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3CDFBFB-C4BA-E79A-DAB2-D0460821CADF}"/>
              </a:ext>
            </a:extLst>
          </p:cNvPr>
          <p:cNvSpPr txBox="1"/>
          <p:nvPr/>
        </p:nvSpPr>
        <p:spPr>
          <a:xfrm>
            <a:off x="2819400" y="2032000"/>
            <a:ext cx="3060700" cy="6217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A654B68-5B3C-7A49-CE41-8E68E931467A}"/>
              </a:ext>
            </a:extLst>
          </p:cNvPr>
          <p:cNvSpPr txBox="1"/>
          <p:nvPr/>
        </p:nvSpPr>
        <p:spPr>
          <a:xfrm>
            <a:off x="2819400" y="2755392"/>
            <a:ext cx="3060700" cy="11054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E361468-45FE-9B2E-0D41-5682E0D43D63}"/>
              </a:ext>
            </a:extLst>
          </p:cNvPr>
          <p:cNvSpPr txBox="1"/>
          <p:nvPr/>
        </p:nvSpPr>
        <p:spPr>
          <a:xfrm>
            <a:off x="6299200" y="2260600"/>
            <a:ext cx="1778000" cy="1244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36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070314D-237B-1B20-7CBF-8D4CD1E27846}"/>
              </a:ext>
            </a:extLst>
          </p:cNvPr>
          <p:cNvSpPr txBox="1"/>
          <p:nvPr/>
        </p:nvSpPr>
        <p:spPr>
          <a:xfrm>
            <a:off x="8407400" y="2032000"/>
            <a:ext cx="3060700" cy="6217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D5081C0-DB2C-152C-2A84-0D1927AC93B0}"/>
              </a:ext>
            </a:extLst>
          </p:cNvPr>
          <p:cNvSpPr txBox="1"/>
          <p:nvPr/>
        </p:nvSpPr>
        <p:spPr>
          <a:xfrm>
            <a:off x="8407400" y="2755392"/>
            <a:ext cx="3060700" cy="11054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3DA4257-D001-8E1D-7AFE-09EF0E49E81A}"/>
              </a:ext>
            </a:extLst>
          </p:cNvPr>
          <p:cNvSpPr txBox="1"/>
          <p:nvPr/>
        </p:nvSpPr>
        <p:spPr>
          <a:xfrm>
            <a:off x="711200" y="4356100"/>
            <a:ext cx="1778000" cy="1244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48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3AD6301-7A82-65EA-48E8-D2D4E6225582}"/>
              </a:ext>
            </a:extLst>
          </p:cNvPr>
          <p:cNvSpPr txBox="1"/>
          <p:nvPr/>
        </p:nvSpPr>
        <p:spPr>
          <a:xfrm>
            <a:off x="2819400" y="4127500"/>
            <a:ext cx="3060700" cy="6217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3B7D042-626B-ADD2-54F3-801D3173DE36}"/>
              </a:ext>
            </a:extLst>
          </p:cNvPr>
          <p:cNvSpPr txBox="1"/>
          <p:nvPr/>
        </p:nvSpPr>
        <p:spPr>
          <a:xfrm>
            <a:off x="2819400" y="4850892"/>
            <a:ext cx="3060700" cy="11054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81A43BA-9885-F16C-3D94-F0061E16A417}"/>
              </a:ext>
            </a:extLst>
          </p:cNvPr>
          <p:cNvSpPr txBox="1"/>
          <p:nvPr/>
        </p:nvSpPr>
        <p:spPr>
          <a:xfrm>
            <a:off x="6299200" y="4356100"/>
            <a:ext cx="1778000" cy="1244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60</a:t>
            </a:r>
            <a:r>
              <a:rPr kumimoji="1" lang="ja-JP" altLang="en-US" sz="38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点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8CB35F1-207E-A7E4-E930-0BAF7A42C7E2}"/>
              </a:ext>
            </a:extLst>
          </p:cNvPr>
          <p:cNvSpPr txBox="1"/>
          <p:nvPr/>
        </p:nvSpPr>
        <p:spPr>
          <a:xfrm>
            <a:off x="8407400" y="4127500"/>
            <a:ext cx="3060700" cy="6217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DC1BE7B-6F0F-52B2-FBDA-1509CC010028}"/>
              </a:ext>
            </a:extLst>
          </p:cNvPr>
          <p:cNvSpPr txBox="1"/>
          <p:nvPr/>
        </p:nvSpPr>
        <p:spPr>
          <a:xfrm>
            <a:off x="8407400" y="4850892"/>
            <a:ext cx="3060700" cy="110540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64D61D1C-C3C7-ECE8-5EA9-A7D84354385A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E8A9E46-FF18-ACE1-74CC-97D60C14212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27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0204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DB6C3B3-1D4C-EF21-5036-9F27B1941F1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93420B-D83E-8356-1760-43C6D33C117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中央の問いと</a:t>
            </a:r>
            <a:r>
              <a:rPr kumimoji="1" lang="en-US" altLang="ja-JP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つの衛星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2E748D7-07EB-BE28-6CC2-EBF75F55A1B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EC59DE64-72D3-0689-1E2A-807DCB38D60D}"/>
              </a:ext>
            </a:extLst>
          </p:cNvPr>
          <p:cNvSpPr/>
          <p:nvPr/>
        </p:nvSpPr>
        <p:spPr>
          <a:xfrm>
            <a:off x="4762500" y="2959100"/>
            <a:ext cx="2667000" cy="2057400"/>
          </a:xfrm>
          <a:prstGeom prst="ellipse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60F034D-FA08-EA21-672D-785ADC09CDC1}"/>
              </a:ext>
            </a:extLst>
          </p:cNvPr>
          <p:cNvSpPr txBox="1"/>
          <p:nvPr/>
        </p:nvSpPr>
        <p:spPr>
          <a:xfrm>
            <a:off x="5143500" y="3365500"/>
            <a:ext cx="1905000" cy="1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73466F8-1CCB-636E-FC34-3D1E20BA35C1}"/>
              </a:ext>
            </a:extLst>
          </p:cNvPr>
          <p:cNvSpPr txBox="1"/>
          <p:nvPr/>
        </p:nvSpPr>
        <p:spPr>
          <a:xfrm>
            <a:off x="711200" y="2019300"/>
            <a:ext cx="3441700" cy="6174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9E337B-B227-F48E-FDBF-890D39FC4348}"/>
              </a:ext>
            </a:extLst>
          </p:cNvPr>
          <p:cNvSpPr txBox="1"/>
          <p:nvPr/>
        </p:nvSpPr>
        <p:spPr>
          <a:xfrm>
            <a:off x="711200" y="2738374"/>
            <a:ext cx="3441700" cy="1097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7EAE724-F5AF-8B4F-354A-4C03D376B268}"/>
              </a:ext>
            </a:extLst>
          </p:cNvPr>
          <p:cNvCxnSpPr/>
          <p:nvPr/>
        </p:nvCxnSpPr>
        <p:spPr>
          <a:xfrm>
            <a:off x="4305300" y="2895600"/>
            <a:ext cx="3429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68FBC2A-11A0-4826-D2B6-D8345C64698F}"/>
              </a:ext>
            </a:extLst>
          </p:cNvPr>
          <p:cNvSpPr txBox="1"/>
          <p:nvPr/>
        </p:nvSpPr>
        <p:spPr>
          <a:xfrm>
            <a:off x="8039100" y="2019300"/>
            <a:ext cx="3441700" cy="6174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677BD9C-5010-7B54-4AF9-87E9DC62FD87}"/>
              </a:ext>
            </a:extLst>
          </p:cNvPr>
          <p:cNvSpPr txBox="1"/>
          <p:nvPr/>
        </p:nvSpPr>
        <p:spPr>
          <a:xfrm>
            <a:off x="8039100" y="2738374"/>
            <a:ext cx="3441700" cy="1097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4414E9CE-429A-8A30-ABC6-2DCE64947F9C}"/>
              </a:ext>
            </a:extLst>
          </p:cNvPr>
          <p:cNvCxnSpPr/>
          <p:nvPr/>
        </p:nvCxnSpPr>
        <p:spPr>
          <a:xfrm>
            <a:off x="7543800" y="2895600"/>
            <a:ext cx="3429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0591B8E-3EFA-DCFB-9D9A-414E36E3BC45}"/>
              </a:ext>
            </a:extLst>
          </p:cNvPr>
          <p:cNvSpPr txBox="1"/>
          <p:nvPr/>
        </p:nvSpPr>
        <p:spPr>
          <a:xfrm>
            <a:off x="711200" y="4229100"/>
            <a:ext cx="3441700" cy="6174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E42113B-3970-3639-B4CB-EB386C6A45CB}"/>
              </a:ext>
            </a:extLst>
          </p:cNvPr>
          <p:cNvSpPr txBox="1"/>
          <p:nvPr/>
        </p:nvSpPr>
        <p:spPr>
          <a:xfrm>
            <a:off x="711200" y="4948174"/>
            <a:ext cx="3441700" cy="1097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0E36A81-DDA8-C724-1986-1CD64732D114}"/>
              </a:ext>
            </a:extLst>
          </p:cNvPr>
          <p:cNvCxnSpPr/>
          <p:nvPr/>
        </p:nvCxnSpPr>
        <p:spPr>
          <a:xfrm>
            <a:off x="4305300" y="5105400"/>
            <a:ext cx="3429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5054612-A1B8-812A-8CA8-AF7037C2BF56}"/>
              </a:ext>
            </a:extLst>
          </p:cNvPr>
          <p:cNvSpPr txBox="1"/>
          <p:nvPr/>
        </p:nvSpPr>
        <p:spPr>
          <a:xfrm>
            <a:off x="8039100" y="4229100"/>
            <a:ext cx="3441700" cy="61747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DD081DB-52AC-1407-6F65-4688A0D8E599}"/>
              </a:ext>
            </a:extLst>
          </p:cNvPr>
          <p:cNvSpPr txBox="1"/>
          <p:nvPr/>
        </p:nvSpPr>
        <p:spPr>
          <a:xfrm>
            <a:off x="8039100" y="4948174"/>
            <a:ext cx="3441700" cy="109702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81C0D81-3FB2-82A4-F9FF-5779C5E5DE1D}"/>
              </a:ext>
            </a:extLst>
          </p:cNvPr>
          <p:cNvCxnSpPr/>
          <p:nvPr/>
        </p:nvCxnSpPr>
        <p:spPr>
          <a:xfrm>
            <a:off x="7543800" y="5105400"/>
            <a:ext cx="3429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F722AAF-9B77-A9A4-3E6F-1145DD4DAD5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0462A88-C0EB-7AF0-8CD5-5787293AFB7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28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46126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C00122-E7A7-E7A0-56FA-C86415D5A41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9741E3-8CB3-279A-F5E8-EA9DD194A47B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左の中心と右の関連枝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62A3229-E491-99CF-5FD6-809E9B27F48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3C9032B-20EE-D0A4-CADC-673F104FF738}"/>
              </a:ext>
            </a:extLst>
          </p:cNvPr>
          <p:cNvSpPr/>
          <p:nvPr/>
        </p:nvSpPr>
        <p:spPr>
          <a:xfrm>
            <a:off x="711200" y="2705100"/>
            <a:ext cx="3225800" cy="26543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448694-F20C-F6E1-97DC-69F8ACD1D0B0}"/>
              </a:ext>
            </a:extLst>
          </p:cNvPr>
          <p:cNvSpPr txBox="1"/>
          <p:nvPr/>
        </p:nvSpPr>
        <p:spPr>
          <a:xfrm>
            <a:off x="990600" y="3060700"/>
            <a:ext cx="2667000" cy="193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中心の問い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AC63D0-CF2A-F2DE-683A-DEFBD53246F6}"/>
              </a:ext>
            </a:extLst>
          </p:cNvPr>
          <p:cNvSpPr/>
          <p:nvPr/>
        </p:nvSpPr>
        <p:spPr>
          <a:xfrm>
            <a:off x="4419600" y="2324100"/>
            <a:ext cx="25400" cy="33909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EE5F4CB-A641-0D74-2C66-EA9139B4E816}"/>
              </a:ext>
            </a:extLst>
          </p:cNvPr>
          <p:cNvCxnSpPr/>
          <p:nvPr/>
        </p:nvCxnSpPr>
        <p:spPr>
          <a:xfrm>
            <a:off x="3937000" y="4025900"/>
            <a:ext cx="4953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58717D6-8991-9ED7-6BCE-BBC8D4AF0655}"/>
              </a:ext>
            </a:extLst>
          </p:cNvPr>
          <p:cNvCxnSpPr/>
          <p:nvPr/>
        </p:nvCxnSpPr>
        <p:spPr>
          <a:xfrm>
            <a:off x="4419600" y="2520950"/>
            <a:ext cx="431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F25A4D2-79B7-160B-FC54-55CB2B0EA12B}"/>
              </a:ext>
            </a:extLst>
          </p:cNvPr>
          <p:cNvSpPr txBox="1"/>
          <p:nvPr/>
        </p:nvSpPr>
        <p:spPr>
          <a:xfrm>
            <a:off x="5130800" y="2082800"/>
            <a:ext cx="6350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7731E78-4648-DE46-F242-00BC28F36290}"/>
              </a:ext>
            </a:extLst>
          </p:cNvPr>
          <p:cNvCxnSpPr/>
          <p:nvPr/>
        </p:nvCxnSpPr>
        <p:spPr>
          <a:xfrm>
            <a:off x="4419600" y="3524250"/>
            <a:ext cx="431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2A2D46C-D80D-E105-701E-7F50328E7AEF}"/>
              </a:ext>
            </a:extLst>
          </p:cNvPr>
          <p:cNvSpPr txBox="1"/>
          <p:nvPr/>
        </p:nvSpPr>
        <p:spPr>
          <a:xfrm>
            <a:off x="5130800" y="3086100"/>
            <a:ext cx="6350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92DB18D-928B-E11B-69F9-6B2FB0BC9BFF}"/>
              </a:ext>
            </a:extLst>
          </p:cNvPr>
          <p:cNvCxnSpPr/>
          <p:nvPr/>
        </p:nvCxnSpPr>
        <p:spPr>
          <a:xfrm>
            <a:off x="4419600" y="4527550"/>
            <a:ext cx="431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067DFDC-ABFB-D085-F84C-BC41E727AEF1}"/>
              </a:ext>
            </a:extLst>
          </p:cNvPr>
          <p:cNvSpPr txBox="1"/>
          <p:nvPr/>
        </p:nvSpPr>
        <p:spPr>
          <a:xfrm>
            <a:off x="5130800" y="4089400"/>
            <a:ext cx="6350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681BA529-3D23-D1B0-3357-5151B3F6C0DF}"/>
              </a:ext>
            </a:extLst>
          </p:cNvPr>
          <p:cNvCxnSpPr/>
          <p:nvPr/>
        </p:nvCxnSpPr>
        <p:spPr>
          <a:xfrm>
            <a:off x="4419600" y="5530850"/>
            <a:ext cx="4318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B29DA2F-853F-3D46-6BBF-4BCF2E90D857}"/>
              </a:ext>
            </a:extLst>
          </p:cNvPr>
          <p:cNvSpPr txBox="1"/>
          <p:nvPr/>
        </p:nvSpPr>
        <p:spPr>
          <a:xfrm>
            <a:off x="5130800" y="5092700"/>
            <a:ext cx="6350000" cy="838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— </a:t>
            </a:r>
            <a:r>
              <a:rPr kumimoji="1" lang="ja-JP" altLang="en-US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E2FA16CC-5F5D-A059-B031-3DD1F23B63C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B02C766-0937-D131-C102-BA9A3DA52F7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29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4043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67620E3-68C2-1812-80E9-C93BB281D3E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B74798-F0DB-1F0C-ED3E-33B6876464DD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000" b="1">
                <a:solidFill>
                  <a:srgbClr val="172D4A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要因を整理する魚骨図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9741277-4E43-0564-02A1-BDE0E3B321E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79533FC7-7E5A-716E-11F8-92B68EDEC43B}"/>
              </a:ext>
            </a:extLst>
          </p:cNvPr>
          <p:cNvCxnSpPr/>
          <p:nvPr/>
        </p:nvCxnSpPr>
        <p:spPr>
          <a:xfrm>
            <a:off x="825500" y="4025900"/>
            <a:ext cx="7950200" cy="0"/>
          </a:xfrm>
          <a:prstGeom prst="line">
            <a:avLst/>
          </a:prstGeom>
          <a:ln w="12700">
            <a:solidFill>
              <a:srgbClr val="24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27D0A620-3C9A-75A7-BA83-CDAA038AA108}"/>
              </a:ext>
            </a:extLst>
          </p:cNvPr>
          <p:cNvSpPr/>
          <p:nvPr/>
        </p:nvSpPr>
        <p:spPr>
          <a:xfrm>
            <a:off x="8940800" y="3175000"/>
            <a:ext cx="2540000" cy="17018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430E586-8E78-AF4E-AD5F-FDD33B28479B}"/>
              </a:ext>
            </a:extLst>
          </p:cNvPr>
          <p:cNvSpPr txBox="1"/>
          <p:nvPr/>
        </p:nvSpPr>
        <p:spPr>
          <a:xfrm>
            <a:off x="9194800" y="3403600"/>
            <a:ext cx="2032000" cy="1257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要点と根拠を
伝える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BF6A34-9AA7-9084-E21D-28253D808874}"/>
              </a:ext>
            </a:extLst>
          </p:cNvPr>
          <p:cNvSpPr txBox="1"/>
          <p:nvPr/>
        </p:nvSpPr>
        <p:spPr>
          <a:xfrm>
            <a:off x="711200" y="2006600"/>
            <a:ext cx="3581400" cy="4836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C1B4FF-5573-A637-A91F-C90CA8392FAA}"/>
              </a:ext>
            </a:extLst>
          </p:cNvPr>
          <p:cNvSpPr txBox="1"/>
          <p:nvPr/>
        </p:nvSpPr>
        <p:spPr>
          <a:xfrm>
            <a:off x="711200" y="2591816"/>
            <a:ext cx="3581400" cy="8371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5FF7719-431A-1178-98EF-58A576B7EFF9}"/>
              </a:ext>
            </a:extLst>
          </p:cNvPr>
          <p:cNvSpPr/>
          <p:nvPr/>
        </p:nvSpPr>
        <p:spPr>
          <a:xfrm>
            <a:off x="2451100" y="3606800"/>
            <a:ext cx="25400" cy="368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E690517-D90F-14F4-C175-235BEA1CD543}"/>
              </a:ext>
            </a:extLst>
          </p:cNvPr>
          <p:cNvSpPr txBox="1"/>
          <p:nvPr/>
        </p:nvSpPr>
        <p:spPr>
          <a:xfrm>
            <a:off x="711200" y="4572000"/>
            <a:ext cx="3581400" cy="4836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7E54D48-66DB-40E8-594A-FCAEA7671B79}"/>
              </a:ext>
            </a:extLst>
          </p:cNvPr>
          <p:cNvSpPr txBox="1"/>
          <p:nvPr/>
        </p:nvSpPr>
        <p:spPr>
          <a:xfrm>
            <a:off x="711200" y="5157216"/>
            <a:ext cx="3581400" cy="8371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2994CCBB-59F8-89BB-DD39-D94BB72B0CFC}"/>
              </a:ext>
            </a:extLst>
          </p:cNvPr>
          <p:cNvSpPr/>
          <p:nvPr/>
        </p:nvSpPr>
        <p:spPr>
          <a:xfrm>
            <a:off x="2451100" y="4025900"/>
            <a:ext cx="25400" cy="368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596BC76-782A-1294-FB6D-636A9E91754C}"/>
              </a:ext>
            </a:extLst>
          </p:cNvPr>
          <p:cNvSpPr txBox="1"/>
          <p:nvPr/>
        </p:nvSpPr>
        <p:spPr>
          <a:xfrm>
            <a:off x="4826000" y="2006600"/>
            <a:ext cx="3581400" cy="4836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50EA3FB-7496-BE0C-7FEE-C2500B693130}"/>
              </a:ext>
            </a:extLst>
          </p:cNvPr>
          <p:cNvSpPr txBox="1"/>
          <p:nvPr/>
        </p:nvSpPr>
        <p:spPr>
          <a:xfrm>
            <a:off x="4826000" y="2591816"/>
            <a:ext cx="3581400" cy="8371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D2C0F6C9-B870-2428-B40A-6B2669AF98CB}"/>
              </a:ext>
            </a:extLst>
          </p:cNvPr>
          <p:cNvSpPr/>
          <p:nvPr/>
        </p:nvSpPr>
        <p:spPr>
          <a:xfrm>
            <a:off x="6565900" y="3606800"/>
            <a:ext cx="25400" cy="368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F9BFB56-C2B9-CACB-62CB-CFA84B64B329}"/>
              </a:ext>
            </a:extLst>
          </p:cNvPr>
          <p:cNvSpPr txBox="1"/>
          <p:nvPr/>
        </p:nvSpPr>
        <p:spPr>
          <a:xfrm>
            <a:off x="4826000" y="4572000"/>
            <a:ext cx="3581400" cy="48361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245DA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245DA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5030F92-8F91-ACDA-A13B-028A824EE617}"/>
              </a:ext>
            </a:extLst>
          </p:cNvPr>
          <p:cNvSpPr txBox="1"/>
          <p:nvPr/>
        </p:nvSpPr>
        <p:spPr>
          <a:xfrm>
            <a:off x="4826000" y="5157216"/>
            <a:ext cx="3581400" cy="83718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条件と根拠を示す。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0968657F-81E7-C5F8-DC97-DDED5CA5E1BF}"/>
              </a:ext>
            </a:extLst>
          </p:cNvPr>
          <p:cNvSpPr/>
          <p:nvPr/>
        </p:nvSpPr>
        <p:spPr>
          <a:xfrm>
            <a:off x="6565900" y="4025900"/>
            <a:ext cx="25400" cy="368300"/>
          </a:xfrm>
          <a:prstGeom prst="rect">
            <a:avLst/>
          </a:prstGeom>
          <a:solidFill>
            <a:srgbClr val="245DA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E4DD917E-BE19-E49F-BD10-8EC1E5A388E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7B93D9E-9497-1FAC-249C-FECECD02741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30 / 30</a:t>
            </a:r>
            <a:endParaRPr kumimoji="1" lang="ja-JP" altLang="en-US" sz="1000">
              <a:solidFill>
                <a:srgbClr val="526277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8344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5124</Words>
  <Application>Microsoft Office PowerPoint</Application>
  <PresentationFormat>ユーザー設定</PresentationFormat>
  <Paragraphs>398</Paragraphs>
  <Slides>30</Slides>
  <Notes>30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30</vt:i4>
      </vt:variant>
    </vt:vector>
  </HeadingPairs>
  <TitlesOfParts>
    <vt:vector size="35" baseType="lpstr">
      <vt:lpstr>游ゴシック</vt:lpstr>
      <vt:lpstr>游ゴシック Light</vt:lpstr>
      <vt:lpstr>Yu Gothic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2026-09-28T20:46:31Z</dcterms:created>
  <dcterms:modified xsi:type="dcterms:W3CDTF">2026-09-28T20:46:31Z</dcterms:modified>
</cp:coreProperties>
</file>