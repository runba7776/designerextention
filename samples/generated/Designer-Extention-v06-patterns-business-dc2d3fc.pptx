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2F06B-074D-4BE5-90C4-DDDD4AC9353D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7CE99-77A0-4C22-9BBC-2BCC049C1E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54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文字と図形の改善例 </a:t>
            </a:r>
            <a:r>
              <a:rPr kumimoji="1" lang="en-US" altLang="ja-JP"/>
              <a:t>/ AI</a:t>
            </a:r>
            <a:r>
              <a:rPr kumimoji="1" lang="ja-JP" altLang="en-US"/>
              <a:t>呼び出しなし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17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同じ大きさの円の中にアイコンと大きな項目名、円の下に説明
用途</a:t>
            </a:r>
            <a:r>
              <a:rPr kumimoji="1" lang="en-US" altLang="ja-JP"/>
              <a:t>: </a:t>
            </a:r>
            <a:r>
              <a:rPr kumimoji="1" lang="ja-JP" altLang="en-US"/>
              <a:t>発表で独立した短い要点を</a:t>
            </a:r>
            <a:r>
              <a:rPr kumimoji="1" lang="en-US" altLang="ja-JP"/>
              <a:t>2〜3</a:t>
            </a:r>
            <a:r>
              <a:rPr kumimoji="1" lang="ja-JP" altLang="en-US"/>
              <a:t>つ紹介するとき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6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文字。長い説明は横帯へ。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689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の淡い色面。左に意味を表すアイコン、右に大きな見出しと説明
用途</a:t>
            </a:r>
            <a:r>
              <a:rPr kumimoji="1" lang="en-US" altLang="ja-JP"/>
              <a:t>: </a:t>
            </a:r>
            <a:r>
              <a:rPr kumimoji="1" lang="ja-JP" altLang="en-US"/>
              <a:t>複数の観点を同じ重さで見せ、説明を短く添えるとき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文字。値を含む長い項目名は横帯へ。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377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横長の枠の中にアイコン・太い項目名・説明を同じ位置で配置
用途</a:t>
            </a:r>
            <a:r>
              <a:rPr kumimoji="1" lang="en-US" altLang="ja-JP"/>
              <a:t>: </a:t>
            </a:r>
            <a:r>
              <a:rPr kumimoji="1" lang="ja-JP" altLang="en-US"/>
              <a:t>長めの箇条書きで、項目名と内容の対応を素早く読み取らせるとき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項目では説明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194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左の大きな色面に結論、右に囲まれた根拠や説明。主張と説明の大きさを分ける
用途</a:t>
            </a:r>
            <a:r>
              <a:rPr kumimoji="1" lang="en-US" altLang="ja-JP"/>
              <a:t>: </a:t>
            </a:r>
            <a:r>
              <a:rPr kumimoji="1" lang="ja-JP" altLang="en-US"/>
              <a:t>明示された一つの結論を最初に読ませたいとき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結論が決まっていない列挙には使わない。左の主張は資料・指示で明示された内容だけ。
文字量</a:t>
            </a:r>
            <a:r>
              <a:rPr kumimoji="1" lang="en-US" altLang="ja-JP"/>
              <a:t>: </a:t>
            </a:r>
            <a:r>
              <a:rPr kumimoji="1" lang="ja-JP" altLang="en-US"/>
              <a:t>結論</a:t>
            </a:r>
            <a:r>
              <a:rPr kumimoji="1" lang="en-US" altLang="ja-JP"/>
              <a:t>22</a:t>
            </a:r>
            <a:r>
              <a:rPr kumimoji="1" lang="ja-JP" altLang="en-US"/>
              <a:t>文字、本文</a:t>
            </a:r>
            <a:r>
              <a:rPr kumimoji="1" lang="en-US" altLang="ja-JP"/>
              <a:t>32</a:t>
            </a:r>
            <a:r>
              <a:rPr kumimoji="1" lang="ja-JP" altLang="en-US"/>
              <a:t>文字、項目名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642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の色面に小さめの指標名、大きく一続きの値、その下に条件
用途</a:t>
            </a:r>
            <a:r>
              <a:rPr kumimoji="1" lang="en-US" altLang="ja-JP"/>
              <a:t>: </a:t>
            </a:r>
            <a:r>
              <a:rPr kumimoji="1" lang="ja-JP" altLang="en-US"/>
              <a:t>同格の金額や指標を</a:t>
            </a:r>
            <a:r>
              <a:rPr kumimoji="1" lang="en-US" altLang="ja-JP"/>
              <a:t>2〜4</a:t>
            </a:r>
            <a:r>
              <a:rPr kumimoji="1" lang="ja-JP" altLang="en-US"/>
              <a:t>つ見せるとき。数値は途中で改行しない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14</a:t>
            </a:r>
            <a:r>
              <a:rPr kumimoji="1" lang="ja-JP" altLang="en-US"/>
              <a:t>文字、値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文字。長い値は横帯へ。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05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左に指標名、中央の広い領域に大きな値、右に条件。行ごとに淡い色面
用途</a:t>
            </a:r>
            <a:r>
              <a:rPr kumimoji="1" lang="en-US" altLang="ja-JP"/>
              <a:t>: </a:t>
            </a:r>
            <a:r>
              <a:rPr kumimoji="1" lang="ja-JP" altLang="en-US"/>
              <a:t>桁数の多い金額や、条件を添えた複数の指標を読むとき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20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文字。単位を含む値は一行で保持。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44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対象ごとに同じ大きさの枠、上にアイコン、中央の色帯に名前、下に説明
用途</a:t>
            </a:r>
            <a:r>
              <a:rPr kumimoji="1" lang="en-US" altLang="ja-JP"/>
              <a:t>: </a:t>
            </a:r>
            <a:r>
              <a:rPr kumimoji="1" lang="ja-JP" altLang="en-US"/>
              <a:t>短い比較を対象名と象徴図形で見分けるとき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文字。比較条件を説明に残す。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046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工程ごとに丸い番号と本文の図形。工程間を矢印で接続
用途</a:t>
            </a:r>
            <a:r>
              <a:rPr kumimoji="1" lang="en-US" altLang="ja-JP"/>
              <a:t>: </a:t>
            </a:r>
            <a:r>
              <a:rPr kumimoji="1" lang="ja-JP" altLang="en-US"/>
              <a:t>順序が明確な短い手順を、段階ごとに理解してもらうとき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工程なら工程名</a:t>
            </a:r>
            <a:r>
              <a:rPr kumimoji="1" lang="en-US" altLang="ja-JP"/>
              <a:t>8</a:t>
            </a:r>
            <a:r>
              <a:rPr kumimoji="1" lang="ja-JP" altLang="en-US"/>
              <a:t>文字・説明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943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左に縦に連なる工程番号、右の枠内に工程名と説明
用途</a:t>
            </a:r>
            <a:r>
              <a:rPr kumimoji="1" lang="en-US" altLang="ja-JP"/>
              <a:t>: </a:t>
            </a:r>
            <a:r>
              <a:rPr kumimoji="1" lang="ja-JP" altLang="en-US"/>
              <a:t>工程の説明が少し長く、横並びでは読みにくいとき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999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左の色面に大きな数式と成立条件、右の枠に具体例と説明
用途</a:t>
            </a:r>
            <a:r>
              <a:rPr kumimoji="1" lang="en-US" altLang="ja-JP"/>
              <a:t>: </a:t>
            </a:r>
            <a:r>
              <a:rPr kumimoji="1" lang="ja-JP" altLang="en-US"/>
              <a:t>数式そのものと、それが意味することを一緒に伝えるとき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数式</a:t>
            </a:r>
            <a:r>
              <a:rPr kumimoji="1" lang="en-US" altLang="ja-JP"/>
              <a:t>30</a:t>
            </a:r>
            <a:r>
              <a:rPr kumimoji="1" lang="ja-JP" altLang="en-US"/>
              <a:t>文字、成立条件</a:t>
            </a:r>
            <a:r>
              <a:rPr kumimoji="1" lang="en-US" altLang="ja-JP"/>
              <a:t>40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3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用途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7CE99-77A0-4C22-9BBC-2BCC049C1EB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703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7D856-5B2A-D044-F4B5-1EE0C6D74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CEDE62-4F80-D252-39DC-CB9560412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DEB1E8-9672-AAF8-F321-0B7FDDD2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131CA6-7478-A65B-AEC1-F7327DFE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5FC506-6626-6512-BE03-22AB91E7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46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C9574-2A0C-757E-C363-E95CF6AA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BDC979-A771-B038-CA5B-2FDB5A108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70AB52-C8D5-D932-19E2-7C724D22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DF6303-7674-C8B8-B71B-5283B2DF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4D066-E213-BAB4-AF64-E2EDC3DD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02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2EC3A-E7ED-E531-B4D8-65FA0B2C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334C77-4274-0F32-1A63-4F18FA227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E7B7B-3580-EF4C-1DD7-A87D4498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E8799A-42C9-D78A-885F-BCFE88D1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D776E-8E52-EF7F-50B9-FAA74FF1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342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6A48D-E2ED-AD33-31E9-FF619EFE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367460-94E5-22AE-5DB7-DEC2BB8F0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C027DE-24A4-EAF5-A3E7-B23B45001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963D15-B9D6-E7CF-BB02-7DD0371F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845A4-A995-4E98-B894-1AADC7AE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F48833-65E4-284F-A230-4A3DA623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45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D3BFDA-EF74-9496-5B02-547CF27D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AA7A25-2266-0487-B911-30AA621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344EBA-B586-610F-F916-47116D76E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6CA8AC2-59A0-FCE3-BD51-F0F831ECE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8EF365-4CF5-3495-A0DD-617511F01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737FF7-3B5F-A198-BD8F-E52B1F2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5A5727-0D43-9CE0-5A85-C96AE714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8D1C85-7349-FB19-26A1-C8116B90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074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96153-A9F2-1B38-DEC0-666B1B3B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D7053A-B359-DF9A-F2A7-B51E693C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C5998A-E395-EBEA-4B8C-7BAF24BF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363863-4A3A-DA89-36BB-71F652A1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64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007169E-C38B-198C-5BDF-C1230E70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86C5099-44EE-DDE0-911E-CA6F94E23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9DACCF-FF60-AAD2-1EAB-445E57DD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3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061C9-3559-0AE7-7C5E-F20C2FAF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348444-EBAD-3C51-7BAF-B73807AC8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757605-6F5D-AF8D-5797-246E4F3CE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55730B-2C62-C118-0B92-6EFA9C59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5D1201-F3E2-3136-4BE0-09163DDB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0732AF-10CA-F06E-81AF-379A62C2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40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12C74-443E-1C09-11B6-90626347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FE3EC3-EA18-3232-D49F-E54C8E554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00D8E8-2701-D50D-6D53-51B619F1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162D60-CCB4-E40D-4171-DD7E3F50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AA7FB2-B4A2-E085-5D53-DC204754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DBF560-EFE8-4703-B971-BE6D817A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67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E95D84-96A5-246F-CFC9-C7486A25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3FC665-3498-DD41-A82C-A719EDDDE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060372-4688-C250-EBDC-DAC4515F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508B1C-4D1D-9070-A186-B6437443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149A25-0FF1-411B-4D3D-F51F8295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11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64D3C0-837D-CCDD-EAF9-FE5978E7A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91EE51-87DD-0988-4F5D-D4E17CC5C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357FDF-AA20-5B94-FF8F-B4F2B6DE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A6C1F6-D24C-E6D4-E1D9-CCDDA441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C1FCE-81E6-DFE8-7C3E-B7B3AC5F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26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1C56DB-66EF-D4AA-4177-0363ECEE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71C7AA-A708-61AF-F223-CBF46A054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A29D1-79AB-A43A-E587-497279457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A2133-B7F0-4DAB-A4EC-E650C982DE0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036F1A-7CEF-D1A4-F847-EF81C0579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B12940-4C6E-FB83-D15A-98655ADA1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14898-2A3F-4F86-9309-F4AA313AFD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6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8AF2C8-CB56-B003-F686-C0756ADAEDF6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327E504-4016-3D86-F9DD-5E5241C9FCF9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6025C5-6EAB-B7FD-C193-805E2BD27C27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主張・数値・説明に強弱を付ける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5540BF-6F15-1F60-9662-E56CF4FCDE6C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文字と図形の改善例 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呼び出しなし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0A555FA-FBBD-54AB-F7A5-70E0B6B790D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D0FF64-F227-794D-21FC-89CBE3A57D6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964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41E053-4ED6-7572-36D2-3A0A6D01B37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E606A8-9F7C-A204-FDF4-E9C77F847BE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円の中にアイコンと要点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E13153-FACF-F9E2-55CC-EA64D673EBA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E14F605D-5772-EECF-600B-82256283C39E}"/>
              </a:ext>
            </a:extLst>
          </p:cNvPr>
          <p:cNvSpPr/>
          <p:nvPr/>
        </p:nvSpPr>
        <p:spPr>
          <a:xfrm>
            <a:off x="1083733" y="2095500"/>
            <a:ext cx="2641600" cy="264160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5BE3804-E25B-EEEB-CBC2-CD36F8CFFCCC}"/>
              </a:ext>
            </a:extLst>
          </p:cNvPr>
          <p:cNvSpPr/>
          <p:nvPr/>
        </p:nvSpPr>
        <p:spPr>
          <a:xfrm>
            <a:off x="2226733" y="24384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B2EA9DF-FC9D-7BA1-8B5B-CBD045EDD550}"/>
              </a:ext>
            </a:extLst>
          </p:cNvPr>
          <p:cNvCxnSpPr/>
          <p:nvPr/>
        </p:nvCxnSpPr>
        <p:spPr>
          <a:xfrm>
            <a:off x="2302933" y="25654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00933AC-60D4-5BA1-009B-110F5A5B7E19}"/>
              </a:ext>
            </a:extLst>
          </p:cNvPr>
          <p:cNvCxnSpPr/>
          <p:nvPr/>
        </p:nvCxnSpPr>
        <p:spPr>
          <a:xfrm>
            <a:off x="2302933" y="26670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E8F7E91-1EA6-43DF-A42A-B02FAB4E3788}"/>
              </a:ext>
            </a:extLst>
          </p:cNvPr>
          <p:cNvCxnSpPr/>
          <p:nvPr/>
        </p:nvCxnSpPr>
        <p:spPr>
          <a:xfrm>
            <a:off x="2302933" y="27686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41B9470-924B-245D-1A78-6F6A4EEBF1D7}"/>
              </a:ext>
            </a:extLst>
          </p:cNvPr>
          <p:cNvSpPr txBox="1"/>
          <p:nvPr/>
        </p:nvSpPr>
        <p:spPr>
          <a:xfrm>
            <a:off x="1337733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E4627E-0D7B-B174-6AF9-10DE5CC25A3A}"/>
              </a:ext>
            </a:extLst>
          </p:cNvPr>
          <p:cNvSpPr txBox="1"/>
          <p:nvPr/>
        </p:nvSpPr>
        <p:spPr>
          <a:xfrm>
            <a:off x="812800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D706D88-0BD8-D398-3BCD-39EE69A2A683}"/>
              </a:ext>
            </a:extLst>
          </p:cNvPr>
          <p:cNvSpPr/>
          <p:nvPr/>
        </p:nvSpPr>
        <p:spPr>
          <a:xfrm>
            <a:off x="4775200" y="2095500"/>
            <a:ext cx="2641600" cy="2641600"/>
          </a:xfrm>
          <a:prstGeom prst="ellipse">
            <a:avLst/>
          </a:prstGeom>
          <a:solidFill>
            <a:srgbClr val="ECF5F4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DC32324-2E32-92E9-D29C-476F722EB1D4}"/>
              </a:ext>
            </a:extLst>
          </p:cNvPr>
          <p:cNvCxnSpPr/>
          <p:nvPr/>
        </p:nvCxnSpPr>
        <p:spPr>
          <a:xfrm>
            <a:off x="5867400" y="2463800"/>
            <a:ext cx="0" cy="45720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D216AC1-F304-61A9-6742-66CBC500EE04}"/>
              </a:ext>
            </a:extLst>
          </p:cNvPr>
          <p:cNvCxnSpPr/>
          <p:nvPr/>
        </p:nvCxnSpPr>
        <p:spPr>
          <a:xfrm>
            <a:off x="5867400" y="2921000"/>
            <a:ext cx="482600" cy="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DECE533-245C-C904-760C-992981E84006}"/>
              </a:ext>
            </a:extLst>
          </p:cNvPr>
          <p:cNvSpPr/>
          <p:nvPr/>
        </p:nvSpPr>
        <p:spPr>
          <a:xfrm>
            <a:off x="5943600" y="26924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14B2D17-6E6C-E87B-4A2C-C545C0FFA360}"/>
              </a:ext>
            </a:extLst>
          </p:cNvPr>
          <p:cNvSpPr/>
          <p:nvPr/>
        </p:nvSpPr>
        <p:spPr>
          <a:xfrm>
            <a:off x="6070600" y="25654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F265E3B-45F1-79A1-A5A8-D3979ABC04F0}"/>
              </a:ext>
            </a:extLst>
          </p:cNvPr>
          <p:cNvSpPr/>
          <p:nvPr/>
        </p:nvSpPr>
        <p:spPr>
          <a:xfrm>
            <a:off x="6197600" y="24638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DC78B97-3A01-F2C8-4364-CF99B7106FFD}"/>
              </a:ext>
            </a:extLst>
          </p:cNvPr>
          <p:cNvSpPr txBox="1"/>
          <p:nvPr/>
        </p:nvSpPr>
        <p:spPr>
          <a:xfrm>
            <a:off x="5029200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6589D8E-18C8-B9DD-F2E5-E1CA69902224}"/>
              </a:ext>
            </a:extLst>
          </p:cNvPr>
          <p:cNvSpPr txBox="1"/>
          <p:nvPr/>
        </p:nvSpPr>
        <p:spPr>
          <a:xfrm>
            <a:off x="4504267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65128CA-8DA7-EBA3-7035-7826B950FF41}"/>
              </a:ext>
            </a:extLst>
          </p:cNvPr>
          <p:cNvSpPr/>
          <p:nvPr/>
        </p:nvSpPr>
        <p:spPr>
          <a:xfrm>
            <a:off x="8466667" y="2095500"/>
            <a:ext cx="2641600" cy="26416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BBCFC27-4212-DDDD-B66C-BDCABB2A2D3E}"/>
              </a:ext>
            </a:extLst>
          </p:cNvPr>
          <p:cNvSpPr/>
          <p:nvPr/>
        </p:nvSpPr>
        <p:spPr>
          <a:xfrm>
            <a:off x="9685867" y="24638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5CB02D4D-63A4-092E-79BC-9DF2274509CD}"/>
              </a:ext>
            </a:extLst>
          </p:cNvPr>
          <p:cNvSpPr/>
          <p:nvPr/>
        </p:nvSpPr>
        <p:spPr>
          <a:xfrm>
            <a:off x="9609667" y="27178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AC9DF2B-0C03-1C8D-39ED-7A4DFF340875}"/>
              </a:ext>
            </a:extLst>
          </p:cNvPr>
          <p:cNvSpPr/>
          <p:nvPr/>
        </p:nvSpPr>
        <p:spPr>
          <a:xfrm>
            <a:off x="95080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D0092D0C-8344-DECB-F180-9DA998DAA123}"/>
              </a:ext>
            </a:extLst>
          </p:cNvPr>
          <p:cNvSpPr/>
          <p:nvPr/>
        </p:nvSpPr>
        <p:spPr>
          <a:xfrm>
            <a:off x="99652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1FC7602-6B57-127D-228C-E69640FB62C6}"/>
              </a:ext>
            </a:extLst>
          </p:cNvPr>
          <p:cNvCxnSpPr/>
          <p:nvPr/>
        </p:nvCxnSpPr>
        <p:spPr>
          <a:xfrm>
            <a:off x="9533467" y="27432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2BC1EB2-4A9E-285D-5BE8-9E3C4E820B16}"/>
              </a:ext>
            </a:extLst>
          </p:cNvPr>
          <p:cNvCxnSpPr/>
          <p:nvPr/>
        </p:nvCxnSpPr>
        <p:spPr>
          <a:xfrm>
            <a:off x="10041467" y="27432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E776823-0C66-552C-A0AB-631BDB8877BD}"/>
              </a:ext>
            </a:extLst>
          </p:cNvPr>
          <p:cNvSpPr txBox="1"/>
          <p:nvPr/>
        </p:nvSpPr>
        <p:spPr>
          <a:xfrm>
            <a:off x="8720667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FFC330D-812F-D55C-7D4A-9747965ABF5F}"/>
              </a:ext>
            </a:extLst>
          </p:cNvPr>
          <p:cNvSpPr txBox="1"/>
          <p:nvPr/>
        </p:nvSpPr>
        <p:spPr>
          <a:xfrm>
            <a:off x="8195733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EC77144-0461-F839-02D9-7AD1B978BFF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AF20EC9-6F37-3787-4BB1-A7090E796B4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338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7BCA93-B4F6-DF59-7F0B-BA517F92084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D01237-B65E-9BF2-AAEF-2A8E37D1C2E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アイコンと本文を囲む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6DDEA5C-1D08-C4EB-8973-A3862829EE7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1E1E716-055A-061D-23FD-76EC94C39C15}"/>
              </a:ext>
            </a:extLst>
          </p:cNvPr>
          <p:cNvSpPr/>
          <p:nvPr/>
        </p:nvSpPr>
        <p:spPr>
          <a:xfrm>
            <a:off x="711200" y="2019300"/>
            <a:ext cx="5232400" cy="19304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ED782CD-B65B-4AF5-D7EE-EE5E3CD6532F}"/>
              </a:ext>
            </a:extLst>
          </p:cNvPr>
          <p:cNvSpPr/>
          <p:nvPr/>
        </p:nvSpPr>
        <p:spPr>
          <a:xfrm>
            <a:off x="711200" y="2019300"/>
            <a:ext cx="38100" cy="19304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E101E03-2F28-67A0-00DF-F639BBBEDEEA}"/>
              </a:ext>
            </a:extLst>
          </p:cNvPr>
          <p:cNvSpPr/>
          <p:nvPr/>
        </p:nvSpPr>
        <p:spPr>
          <a:xfrm>
            <a:off x="1066800" y="25146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2042041-F1D1-A916-9F64-767F9FF18319}"/>
              </a:ext>
            </a:extLst>
          </p:cNvPr>
          <p:cNvCxnSpPr/>
          <p:nvPr/>
        </p:nvCxnSpPr>
        <p:spPr>
          <a:xfrm>
            <a:off x="1143000" y="26416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5B4B3AD-F787-5723-25B3-313CE450B71E}"/>
              </a:ext>
            </a:extLst>
          </p:cNvPr>
          <p:cNvCxnSpPr/>
          <p:nvPr/>
        </p:nvCxnSpPr>
        <p:spPr>
          <a:xfrm>
            <a:off x="1143000" y="27432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E5CA281-C05A-9D5E-0548-EA2DFBA58AB4}"/>
              </a:ext>
            </a:extLst>
          </p:cNvPr>
          <p:cNvCxnSpPr/>
          <p:nvPr/>
        </p:nvCxnSpPr>
        <p:spPr>
          <a:xfrm>
            <a:off x="1143000" y="28448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7E4CB8-C869-EABB-D339-45F2D005D62D}"/>
              </a:ext>
            </a:extLst>
          </p:cNvPr>
          <p:cNvSpPr txBox="1"/>
          <p:nvPr/>
        </p:nvSpPr>
        <p:spPr>
          <a:xfrm>
            <a:off x="18034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D8643DB-32BC-F17E-348F-05A0ACFB145D}"/>
              </a:ext>
            </a:extLst>
          </p:cNvPr>
          <p:cNvSpPr txBox="1"/>
          <p:nvPr/>
        </p:nvSpPr>
        <p:spPr>
          <a:xfrm>
            <a:off x="18034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50FED0-EE97-F7C5-8F9C-72FE3A0312B7}"/>
              </a:ext>
            </a:extLst>
          </p:cNvPr>
          <p:cNvSpPr/>
          <p:nvPr/>
        </p:nvSpPr>
        <p:spPr>
          <a:xfrm>
            <a:off x="6248400" y="2019300"/>
            <a:ext cx="5232400" cy="19304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A0CB923-0D7A-37FA-8861-F1DC3A733BBB}"/>
              </a:ext>
            </a:extLst>
          </p:cNvPr>
          <p:cNvSpPr/>
          <p:nvPr/>
        </p:nvSpPr>
        <p:spPr>
          <a:xfrm>
            <a:off x="6248400" y="2019300"/>
            <a:ext cx="38100" cy="19304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1C0A404-5F6D-3C6E-7C81-569FDFF9DB4C}"/>
              </a:ext>
            </a:extLst>
          </p:cNvPr>
          <p:cNvCxnSpPr/>
          <p:nvPr/>
        </p:nvCxnSpPr>
        <p:spPr>
          <a:xfrm>
            <a:off x="6553200" y="2540000"/>
            <a:ext cx="0" cy="45720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EE45BD3-F878-47FE-41E4-81B2A371437B}"/>
              </a:ext>
            </a:extLst>
          </p:cNvPr>
          <p:cNvCxnSpPr/>
          <p:nvPr/>
        </p:nvCxnSpPr>
        <p:spPr>
          <a:xfrm>
            <a:off x="6553200" y="2997200"/>
            <a:ext cx="482600" cy="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8FE340B-B11C-434B-7619-BD96C0EBCCE4}"/>
              </a:ext>
            </a:extLst>
          </p:cNvPr>
          <p:cNvSpPr/>
          <p:nvPr/>
        </p:nvSpPr>
        <p:spPr>
          <a:xfrm>
            <a:off x="6629400" y="27686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5B1156B-0277-78EB-7A92-EF18920BF522}"/>
              </a:ext>
            </a:extLst>
          </p:cNvPr>
          <p:cNvSpPr/>
          <p:nvPr/>
        </p:nvSpPr>
        <p:spPr>
          <a:xfrm>
            <a:off x="6756400" y="26416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EDBCD7F-4C7A-0620-F52D-585811187F04}"/>
              </a:ext>
            </a:extLst>
          </p:cNvPr>
          <p:cNvSpPr/>
          <p:nvPr/>
        </p:nvSpPr>
        <p:spPr>
          <a:xfrm>
            <a:off x="6883400" y="25400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8BFA515-8B70-BF33-B83A-B91FA8FDD4A1}"/>
              </a:ext>
            </a:extLst>
          </p:cNvPr>
          <p:cNvSpPr txBox="1"/>
          <p:nvPr/>
        </p:nvSpPr>
        <p:spPr>
          <a:xfrm>
            <a:off x="73406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CDDF04A-C55C-8B44-E025-43F88E413B46}"/>
              </a:ext>
            </a:extLst>
          </p:cNvPr>
          <p:cNvSpPr txBox="1"/>
          <p:nvPr/>
        </p:nvSpPr>
        <p:spPr>
          <a:xfrm>
            <a:off x="73406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F2BB2C8-C837-A3CC-2520-80FAB53E5948}"/>
              </a:ext>
            </a:extLst>
          </p:cNvPr>
          <p:cNvSpPr/>
          <p:nvPr/>
        </p:nvSpPr>
        <p:spPr>
          <a:xfrm>
            <a:off x="711200" y="4076700"/>
            <a:ext cx="5232400" cy="19304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0A47BC8-F1C2-F6D3-2192-2CD8EA6014BE}"/>
              </a:ext>
            </a:extLst>
          </p:cNvPr>
          <p:cNvSpPr/>
          <p:nvPr/>
        </p:nvSpPr>
        <p:spPr>
          <a:xfrm>
            <a:off x="711200" y="4076700"/>
            <a:ext cx="38100" cy="19304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E3DC3B6-628D-F442-9764-76E7DB57FBF3}"/>
              </a:ext>
            </a:extLst>
          </p:cNvPr>
          <p:cNvSpPr/>
          <p:nvPr/>
        </p:nvSpPr>
        <p:spPr>
          <a:xfrm>
            <a:off x="1143000" y="45974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BE4A16B-BDC9-2BE8-57C6-966062428014}"/>
              </a:ext>
            </a:extLst>
          </p:cNvPr>
          <p:cNvSpPr/>
          <p:nvPr/>
        </p:nvSpPr>
        <p:spPr>
          <a:xfrm>
            <a:off x="1066800" y="48514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98F11E58-9551-801F-AF22-A16E19727F9A}"/>
              </a:ext>
            </a:extLst>
          </p:cNvPr>
          <p:cNvSpPr/>
          <p:nvPr/>
        </p:nvSpPr>
        <p:spPr>
          <a:xfrm>
            <a:off x="9652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453FCF8-B431-73D1-BB09-ADD795FD74B6}"/>
              </a:ext>
            </a:extLst>
          </p:cNvPr>
          <p:cNvSpPr/>
          <p:nvPr/>
        </p:nvSpPr>
        <p:spPr>
          <a:xfrm>
            <a:off x="14224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7B0E128-F51C-7E8F-C533-F3F7A9E14B01}"/>
              </a:ext>
            </a:extLst>
          </p:cNvPr>
          <p:cNvCxnSpPr/>
          <p:nvPr/>
        </p:nvCxnSpPr>
        <p:spPr>
          <a:xfrm>
            <a:off x="990600" y="48768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D5490CA-E9B4-EF04-C93C-8E6A724D52D5}"/>
              </a:ext>
            </a:extLst>
          </p:cNvPr>
          <p:cNvCxnSpPr/>
          <p:nvPr/>
        </p:nvCxnSpPr>
        <p:spPr>
          <a:xfrm>
            <a:off x="1498600" y="48768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BA3F29A-F520-0921-DB58-5E76797BDB45}"/>
              </a:ext>
            </a:extLst>
          </p:cNvPr>
          <p:cNvSpPr txBox="1"/>
          <p:nvPr/>
        </p:nvSpPr>
        <p:spPr>
          <a:xfrm>
            <a:off x="18034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679ABC2-5524-ECE0-CA85-AB3BD287C60A}"/>
              </a:ext>
            </a:extLst>
          </p:cNvPr>
          <p:cNvSpPr txBox="1"/>
          <p:nvPr/>
        </p:nvSpPr>
        <p:spPr>
          <a:xfrm>
            <a:off x="18034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9AE83CA-5D95-37B1-8931-23BF8BFD3B74}"/>
              </a:ext>
            </a:extLst>
          </p:cNvPr>
          <p:cNvSpPr/>
          <p:nvPr/>
        </p:nvSpPr>
        <p:spPr>
          <a:xfrm>
            <a:off x="6248400" y="4076700"/>
            <a:ext cx="5232400" cy="19304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670D953-DD87-91F2-B477-7B6DC3B8B611}"/>
              </a:ext>
            </a:extLst>
          </p:cNvPr>
          <p:cNvSpPr/>
          <p:nvPr/>
        </p:nvSpPr>
        <p:spPr>
          <a:xfrm>
            <a:off x="6248400" y="4076700"/>
            <a:ext cx="38100" cy="19304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B927AAB5-7226-9852-EC74-EC98C763DAD7}"/>
              </a:ext>
            </a:extLst>
          </p:cNvPr>
          <p:cNvSpPr/>
          <p:nvPr/>
        </p:nvSpPr>
        <p:spPr>
          <a:xfrm>
            <a:off x="6527800" y="4572000"/>
            <a:ext cx="508000" cy="508000"/>
          </a:xfrm>
          <a:prstGeom prst="ellipse">
            <a:avLst/>
          </a:prstGeom>
          <a:noFill/>
          <a:ln w="35560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11537FB7-F4EE-AB64-54C7-3475A70C3C8E}"/>
              </a:ext>
            </a:extLst>
          </p:cNvPr>
          <p:cNvSpPr/>
          <p:nvPr/>
        </p:nvSpPr>
        <p:spPr>
          <a:xfrm>
            <a:off x="6654800" y="4572000"/>
            <a:ext cx="254000" cy="508000"/>
          </a:xfrm>
          <a:prstGeom prst="ellipse">
            <a:avLst/>
          </a:prstGeom>
          <a:noFill/>
          <a:ln w="35560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BA3B00F-1351-77D9-7C41-7DF4BBA4434B}"/>
              </a:ext>
            </a:extLst>
          </p:cNvPr>
          <p:cNvCxnSpPr/>
          <p:nvPr/>
        </p:nvCxnSpPr>
        <p:spPr>
          <a:xfrm>
            <a:off x="6527800" y="4826000"/>
            <a:ext cx="508000" cy="0"/>
          </a:xfrm>
          <a:prstGeom prst="line">
            <a:avLst/>
          </a:prstGeom>
          <a:ln w="35560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6DCBA83-E97E-F465-095E-2C1817200678}"/>
              </a:ext>
            </a:extLst>
          </p:cNvPr>
          <p:cNvSpPr txBox="1"/>
          <p:nvPr/>
        </p:nvSpPr>
        <p:spPr>
          <a:xfrm>
            <a:off x="73406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6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B02F337-6132-3CCD-F4C2-F2A050587AEC}"/>
              </a:ext>
            </a:extLst>
          </p:cNvPr>
          <p:cNvSpPr txBox="1"/>
          <p:nvPr/>
        </p:nvSpPr>
        <p:spPr>
          <a:xfrm>
            <a:off x="73406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C55F743-9D8E-9B2C-91F2-AEEBD25F9A4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FC431EB-BDC4-314A-6A5F-804593F287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212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364BBC-2C04-A301-EDF8-F744F9E34FB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FFE35B-7742-3D6D-9EA9-568663E2223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アイコンと見出しの横帯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0AAB889-DBEC-58F1-0B9D-40F9E25D304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4B4766-16A2-F329-EA3A-32B1736FF399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5D317E2-0844-BF7D-B827-DD5CC6DCA216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408D05D-4924-DDB8-A293-600ED7E8B980}"/>
              </a:ext>
            </a:extLst>
          </p:cNvPr>
          <p:cNvSpPr/>
          <p:nvPr/>
        </p:nvSpPr>
        <p:spPr>
          <a:xfrm>
            <a:off x="1076325" y="2235200"/>
            <a:ext cx="311150" cy="444500"/>
          </a:xfrm>
          <a:prstGeom prst="round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BBB9A43-1F55-6503-E294-75145AC7946C}"/>
              </a:ext>
            </a:extLst>
          </p:cNvPr>
          <p:cNvCxnSpPr/>
          <p:nvPr/>
        </p:nvCxnSpPr>
        <p:spPr>
          <a:xfrm>
            <a:off x="1143000" y="23463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FE018B7-1695-0AEA-48D5-8C146655D252}"/>
              </a:ext>
            </a:extLst>
          </p:cNvPr>
          <p:cNvCxnSpPr/>
          <p:nvPr/>
        </p:nvCxnSpPr>
        <p:spPr>
          <a:xfrm>
            <a:off x="1143000" y="24352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CAC9CAF-731D-1E8F-35A6-E4B9773CD932}"/>
              </a:ext>
            </a:extLst>
          </p:cNvPr>
          <p:cNvCxnSpPr/>
          <p:nvPr/>
        </p:nvCxnSpPr>
        <p:spPr>
          <a:xfrm>
            <a:off x="1143000" y="25241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FE69EF-3D60-2D68-E2D5-6AAEC32D63A0}"/>
              </a:ext>
            </a:extLst>
          </p:cNvPr>
          <p:cNvSpPr txBox="1"/>
          <p:nvPr/>
        </p:nvSpPr>
        <p:spPr>
          <a:xfrm>
            <a:off x="1752600" y="21463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E24C85-5E55-1E34-4CD6-010CB5CE7FFA}"/>
              </a:ext>
            </a:extLst>
          </p:cNvPr>
          <p:cNvSpPr txBox="1"/>
          <p:nvPr/>
        </p:nvSpPr>
        <p:spPr>
          <a:xfrm>
            <a:off x="5562600" y="21590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7A743AD-E6D7-03CC-8E74-18F04D8893E4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B28E7EC-63A0-982D-9BD3-004DE95E2EC1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5E3015-609A-2708-A05D-92B325A4CD27}"/>
              </a:ext>
            </a:extLst>
          </p:cNvPr>
          <p:cNvCxnSpPr/>
          <p:nvPr/>
        </p:nvCxnSpPr>
        <p:spPr>
          <a:xfrm>
            <a:off x="1031875" y="3260725"/>
            <a:ext cx="0" cy="400050"/>
          </a:xfrm>
          <a:prstGeom prst="line">
            <a:avLst/>
          </a:prstGeom>
          <a:ln w="3111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D2F516A-3549-677C-C5D8-EA08E3E13F46}"/>
              </a:ext>
            </a:extLst>
          </p:cNvPr>
          <p:cNvCxnSpPr/>
          <p:nvPr/>
        </p:nvCxnSpPr>
        <p:spPr>
          <a:xfrm>
            <a:off x="1031875" y="3660775"/>
            <a:ext cx="422275" cy="0"/>
          </a:xfrm>
          <a:prstGeom prst="line">
            <a:avLst/>
          </a:prstGeom>
          <a:ln w="3111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61BA922-E832-836D-F22A-03A315E72D7D}"/>
              </a:ext>
            </a:extLst>
          </p:cNvPr>
          <p:cNvSpPr/>
          <p:nvPr/>
        </p:nvSpPr>
        <p:spPr>
          <a:xfrm>
            <a:off x="1098550" y="3460750"/>
            <a:ext cx="66675" cy="155575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E07F18-BCDF-E8C2-D88D-F1FCDEC981EE}"/>
              </a:ext>
            </a:extLst>
          </p:cNvPr>
          <p:cNvSpPr/>
          <p:nvPr/>
        </p:nvSpPr>
        <p:spPr>
          <a:xfrm>
            <a:off x="1209675" y="3349625"/>
            <a:ext cx="66675" cy="266700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CBC478A-2241-4300-2FCB-5D170333634D}"/>
              </a:ext>
            </a:extLst>
          </p:cNvPr>
          <p:cNvSpPr/>
          <p:nvPr/>
        </p:nvSpPr>
        <p:spPr>
          <a:xfrm>
            <a:off x="1320800" y="3260725"/>
            <a:ext cx="66675" cy="355600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4A3AA0-3968-A691-475E-EC94A01B4938}"/>
              </a:ext>
            </a:extLst>
          </p:cNvPr>
          <p:cNvSpPr txBox="1"/>
          <p:nvPr/>
        </p:nvSpPr>
        <p:spPr>
          <a:xfrm>
            <a:off x="1752600" y="31496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67BD15-539C-B84B-11BB-C6843179DBCA}"/>
              </a:ext>
            </a:extLst>
          </p:cNvPr>
          <p:cNvSpPr txBox="1"/>
          <p:nvPr/>
        </p:nvSpPr>
        <p:spPr>
          <a:xfrm>
            <a:off x="5562600" y="31623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96C0B8A-DF5F-E604-7D5A-9917A4F21702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0B95CC0-4DA3-6F25-9D9A-FF3E31D233C8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6C41C86B-FBB8-3762-0E1E-1862A144BC66}"/>
              </a:ext>
            </a:extLst>
          </p:cNvPr>
          <p:cNvSpPr/>
          <p:nvPr/>
        </p:nvSpPr>
        <p:spPr>
          <a:xfrm>
            <a:off x="1143000" y="4264025"/>
            <a:ext cx="177800" cy="1778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45EC928-8DDD-B945-3159-5F8D44EF2F5B}"/>
              </a:ext>
            </a:extLst>
          </p:cNvPr>
          <p:cNvSpPr/>
          <p:nvPr/>
        </p:nvSpPr>
        <p:spPr>
          <a:xfrm>
            <a:off x="1076325" y="4486275"/>
            <a:ext cx="311150" cy="200025"/>
          </a:xfrm>
          <a:prstGeom prst="roundRect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E5FF0A3-F46E-5386-D391-638A1CF1A651}"/>
              </a:ext>
            </a:extLst>
          </p:cNvPr>
          <p:cNvSpPr/>
          <p:nvPr/>
        </p:nvSpPr>
        <p:spPr>
          <a:xfrm>
            <a:off x="98742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C700336-76DC-BA57-5DBE-2F87B11C954C}"/>
              </a:ext>
            </a:extLst>
          </p:cNvPr>
          <p:cNvSpPr/>
          <p:nvPr/>
        </p:nvSpPr>
        <p:spPr>
          <a:xfrm>
            <a:off x="138747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F0603B6-7DEF-B008-A5EB-7C040F0BBB96}"/>
              </a:ext>
            </a:extLst>
          </p:cNvPr>
          <p:cNvCxnSpPr/>
          <p:nvPr/>
        </p:nvCxnSpPr>
        <p:spPr>
          <a:xfrm>
            <a:off x="1009650" y="4508500"/>
            <a:ext cx="0" cy="133350"/>
          </a:xfrm>
          <a:prstGeom prst="line">
            <a:avLst/>
          </a:prstGeom>
          <a:ln w="3111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78968C8-F444-4304-3EF8-63CC698DF7AC}"/>
              </a:ext>
            </a:extLst>
          </p:cNvPr>
          <p:cNvCxnSpPr/>
          <p:nvPr/>
        </p:nvCxnSpPr>
        <p:spPr>
          <a:xfrm>
            <a:off x="1454150" y="4508500"/>
            <a:ext cx="0" cy="133350"/>
          </a:xfrm>
          <a:prstGeom prst="line">
            <a:avLst/>
          </a:prstGeom>
          <a:ln w="3111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EEB313E-4C01-3842-F5CE-7F2935B42B08}"/>
              </a:ext>
            </a:extLst>
          </p:cNvPr>
          <p:cNvSpPr txBox="1"/>
          <p:nvPr/>
        </p:nvSpPr>
        <p:spPr>
          <a:xfrm>
            <a:off x="1752600" y="41529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9331461-A638-DC60-0063-0CFB973BCDD6}"/>
              </a:ext>
            </a:extLst>
          </p:cNvPr>
          <p:cNvSpPr txBox="1"/>
          <p:nvPr/>
        </p:nvSpPr>
        <p:spPr>
          <a:xfrm>
            <a:off x="5562600" y="41656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0BDE520-F976-09B6-BEDF-8FE827CCC60D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2A33789-B5EA-AE17-CC64-742D0A47A9F8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641A3A2D-4723-E665-4116-4FA57E9CCC79}"/>
              </a:ext>
            </a:extLst>
          </p:cNvPr>
          <p:cNvSpPr/>
          <p:nvPr/>
        </p:nvSpPr>
        <p:spPr>
          <a:xfrm>
            <a:off x="1009650" y="5245100"/>
            <a:ext cx="444500" cy="444500"/>
          </a:xfrm>
          <a:prstGeom prst="ellipse">
            <a:avLst/>
          </a:prstGeom>
          <a:noFill/>
          <a:ln w="31115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7EA3467D-FA2B-C9C7-A0A6-04B91C6D1BF0}"/>
              </a:ext>
            </a:extLst>
          </p:cNvPr>
          <p:cNvSpPr/>
          <p:nvPr/>
        </p:nvSpPr>
        <p:spPr>
          <a:xfrm>
            <a:off x="1120775" y="5245100"/>
            <a:ext cx="222250" cy="444500"/>
          </a:xfrm>
          <a:prstGeom prst="ellipse">
            <a:avLst/>
          </a:prstGeom>
          <a:noFill/>
          <a:ln w="31115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1A89AC-42B7-7FDC-63D3-E351DFA5B9EC}"/>
              </a:ext>
            </a:extLst>
          </p:cNvPr>
          <p:cNvCxnSpPr/>
          <p:nvPr/>
        </p:nvCxnSpPr>
        <p:spPr>
          <a:xfrm>
            <a:off x="1009650" y="5467350"/>
            <a:ext cx="444500" cy="0"/>
          </a:xfrm>
          <a:prstGeom prst="line">
            <a:avLst/>
          </a:prstGeom>
          <a:ln w="31115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389FDC2-6959-B85C-51B4-45A53235195B}"/>
              </a:ext>
            </a:extLst>
          </p:cNvPr>
          <p:cNvSpPr txBox="1"/>
          <p:nvPr/>
        </p:nvSpPr>
        <p:spPr>
          <a:xfrm>
            <a:off x="1752600" y="51562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24EA380-2DF3-718E-E570-17C6A8B7440C}"/>
              </a:ext>
            </a:extLst>
          </p:cNvPr>
          <p:cNvSpPr txBox="1"/>
          <p:nvPr/>
        </p:nvSpPr>
        <p:spPr>
          <a:xfrm>
            <a:off x="5562600" y="51689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2FC332E-DC30-9B44-FF28-75F291FC985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B37D1E0-D15E-18F1-1C0B-0C19EAE560B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677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917A1E-AC79-73E6-4F7E-92835868096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7C0035-4B3A-9348-770B-C1906FF1454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結論を大きな色面に置く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E70C3E2-5270-33AD-B2D2-5405ECBEFD7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615F791-2BEE-693E-DC79-0F99A1D205B7}"/>
              </a:ext>
            </a:extLst>
          </p:cNvPr>
          <p:cNvSpPr/>
          <p:nvPr/>
        </p:nvSpPr>
        <p:spPr>
          <a:xfrm>
            <a:off x="711200" y="2019300"/>
            <a:ext cx="4699000" cy="4013200"/>
          </a:xfrm>
          <a:prstGeom prst="round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70D42C-1E4E-CEFC-1CB9-39E268998324}"/>
              </a:ext>
            </a:extLst>
          </p:cNvPr>
          <p:cNvSpPr txBox="1"/>
          <p:nvPr/>
        </p:nvSpPr>
        <p:spPr>
          <a:xfrm>
            <a:off x="1016000" y="2400300"/>
            <a:ext cx="40894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要点と
根拠を伝える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10D8A6-ECD6-4153-F81B-9E28AE116E9C}"/>
              </a:ext>
            </a:extLst>
          </p:cNvPr>
          <p:cNvSpPr txBox="1"/>
          <p:nvPr/>
        </p:nvSpPr>
        <p:spPr>
          <a:xfrm>
            <a:off x="1016000" y="5054600"/>
            <a:ext cx="4089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同じ条件で情報を確かめます。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699DB48-3C1B-C9E9-F756-D69C4762CE53}"/>
              </a:ext>
            </a:extLst>
          </p:cNvPr>
          <p:cNvSpPr/>
          <p:nvPr/>
        </p:nvSpPr>
        <p:spPr>
          <a:xfrm>
            <a:off x="5765800" y="2019300"/>
            <a:ext cx="57150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95BE95-D407-53A1-922B-D53363BDED12}"/>
              </a:ext>
            </a:extLst>
          </p:cNvPr>
          <p:cNvSpPr/>
          <p:nvPr/>
        </p:nvSpPr>
        <p:spPr>
          <a:xfrm>
            <a:off x="57658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54FF98-0A63-7141-3874-5350EAFB5533}"/>
              </a:ext>
            </a:extLst>
          </p:cNvPr>
          <p:cNvSpPr txBox="1"/>
          <p:nvPr/>
        </p:nvSpPr>
        <p:spPr>
          <a:xfrm>
            <a:off x="6019800" y="2159000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1582B2D-5661-B730-F1A0-98370B13071C}"/>
              </a:ext>
            </a:extLst>
          </p:cNvPr>
          <p:cNvSpPr txBox="1"/>
          <p:nvPr/>
        </p:nvSpPr>
        <p:spPr>
          <a:xfrm>
            <a:off x="6019800" y="2768600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081EB57-07EA-9815-6C00-EDEDB3921F2C}"/>
              </a:ext>
            </a:extLst>
          </p:cNvPr>
          <p:cNvSpPr/>
          <p:nvPr/>
        </p:nvSpPr>
        <p:spPr>
          <a:xfrm>
            <a:off x="5765800" y="3357033"/>
            <a:ext cx="57150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632914B-0E4C-7E07-DC6C-C5B5D1FA7F16}"/>
              </a:ext>
            </a:extLst>
          </p:cNvPr>
          <p:cNvSpPr/>
          <p:nvPr/>
        </p:nvSpPr>
        <p:spPr>
          <a:xfrm>
            <a:off x="57658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B21D1C-6BFF-3B46-55DC-473FCCCFD1CA}"/>
              </a:ext>
            </a:extLst>
          </p:cNvPr>
          <p:cNvSpPr txBox="1"/>
          <p:nvPr/>
        </p:nvSpPr>
        <p:spPr>
          <a:xfrm>
            <a:off x="6019800" y="3496733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AE603D1-7BD2-5A9E-000D-BBDD5DC28067}"/>
              </a:ext>
            </a:extLst>
          </p:cNvPr>
          <p:cNvSpPr txBox="1"/>
          <p:nvPr/>
        </p:nvSpPr>
        <p:spPr>
          <a:xfrm>
            <a:off x="6019800" y="4106333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8163F9E-4A9F-1E4B-7FA0-9B618624227D}"/>
              </a:ext>
            </a:extLst>
          </p:cNvPr>
          <p:cNvSpPr/>
          <p:nvPr/>
        </p:nvSpPr>
        <p:spPr>
          <a:xfrm>
            <a:off x="5765800" y="4694767"/>
            <a:ext cx="57150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8956397-6D3B-2894-00DB-BEE1BEFEA4C6}"/>
              </a:ext>
            </a:extLst>
          </p:cNvPr>
          <p:cNvSpPr/>
          <p:nvPr/>
        </p:nvSpPr>
        <p:spPr>
          <a:xfrm>
            <a:off x="57658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1D20A33-AD1F-A41D-278C-DBCBCB7D2D83}"/>
              </a:ext>
            </a:extLst>
          </p:cNvPr>
          <p:cNvSpPr txBox="1"/>
          <p:nvPr/>
        </p:nvSpPr>
        <p:spPr>
          <a:xfrm>
            <a:off x="6019800" y="4834467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E7FE981-7AF7-2712-4A6A-068F02A6247E}"/>
              </a:ext>
            </a:extLst>
          </p:cNvPr>
          <p:cNvSpPr txBox="1"/>
          <p:nvPr/>
        </p:nvSpPr>
        <p:spPr>
          <a:xfrm>
            <a:off x="6019800" y="5444067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845F765-4D4D-A9F4-0E1B-31EB9BC3E2C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6991AB-5CB7-C82A-888E-24291637B17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396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6D21AC-1C12-2355-849F-D4E9393CAEA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50AC8A-4FE3-02A3-0FEE-EC1CA90F632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一行の大きな値と条件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95C2BE3-3701-CC28-A225-00BE4608631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B19DBF-BBEC-ED60-B28A-FDA20BF70BFC}"/>
              </a:ext>
            </a:extLst>
          </p:cNvPr>
          <p:cNvSpPr/>
          <p:nvPr/>
        </p:nvSpPr>
        <p:spPr>
          <a:xfrm>
            <a:off x="711200" y="2019300"/>
            <a:ext cx="5232400" cy="18796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95A164-7F80-37CE-6E65-367360BB488B}"/>
              </a:ext>
            </a:extLst>
          </p:cNvPr>
          <p:cNvSpPr/>
          <p:nvPr/>
        </p:nvSpPr>
        <p:spPr>
          <a:xfrm>
            <a:off x="711200" y="2019300"/>
            <a:ext cx="38100" cy="1879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F68B5A-E6E3-1AD4-CD65-2E881187EADE}"/>
              </a:ext>
            </a:extLst>
          </p:cNvPr>
          <p:cNvSpPr txBox="1"/>
          <p:nvPr/>
        </p:nvSpPr>
        <p:spPr>
          <a:xfrm>
            <a:off x="9652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B861CA-2D38-ED62-4C85-8744E762021A}"/>
              </a:ext>
            </a:extLst>
          </p:cNvPr>
          <p:cNvSpPr txBox="1"/>
          <p:nvPr/>
        </p:nvSpPr>
        <p:spPr>
          <a:xfrm>
            <a:off x="9652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40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A680EF-DB84-5702-B2EC-4990FE729C9E}"/>
              </a:ext>
            </a:extLst>
          </p:cNvPr>
          <p:cNvSpPr txBox="1"/>
          <p:nvPr/>
        </p:nvSpPr>
        <p:spPr>
          <a:xfrm>
            <a:off x="9652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F27404D-8BC8-9DEA-4071-185B18B966A2}"/>
              </a:ext>
            </a:extLst>
          </p:cNvPr>
          <p:cNvSpPr/>
          <p:nvPr/>
        </p:nvSpPr>
        <p:spPr>
          <a:xfrm>
            <a:off x="6248400" y="2019300"/>
            <a:ext cx="5232400" cy="18796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4EDC2BF-90C4-FD2D-C842-8EF4066E555E}"/>
              </a:ext>
            </a:extLst>
          </p:cNvPr>
          <p:cNvSpPr/>
          <p:nvPr/>
        </p:nvSpPr>
        <p:spPr>
          <a:xfrm>
            <a:off x="6248400" y="2019300"/>
            <a:ext cx="38100" cy="18796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3BF499-C8FF-EA7E-79BB-1C9F08296BE2}"/>
              </a:ext>
            </a:extLst>
          </p:cNvPr>
          <p:cNvSpPr txBox="1"/>
          <p:nvPr/>
        </p:nvSpPr>
        <p:spPr>
          <a:xfrm>
            <a:off x="65024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458B6ED-E9E3-3C9C-E1D8-1E6158BB1AD2}"/>
              </a:ext>
            </a:extLst>
          </p:cNvPr>
          <p:cNvSpPr txBox="1"/>
          <p:nvPr/>
        </p:nvSpPr>
        <p:spPr>
          <a:xfrm>
            <a:off x="65024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40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8F99A60-026D-24B7-0196-1BAFADE6DF27}"/>
              </a:ext>
            </a:extLst>
          </p:cNvPr>
          <p:cNvSpPr txBox="1"/>
          <p:nvPr/>
        </p:nvSpPr>
        <p:spPr>
          <a:xfrm>
            <a:off x="65024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3B1E69-0DBF-6E50-9A35-FA9A5F058100}"/>
              </a:ext>
            </a:extLst>
          </p:cNvPr>
          <p:cNvSpPr/>
          <p:nvPr/>
        </p:nvSpPr>
        <p:spPr>
          <a:xfrm>
            <a:off x="711200" y="4025900"/>
            <a:ext cx="5232400" cy="18796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C45F435-A19E-ECD4-01C6-BE4A4909886B}"/>
              </a:ext>
            </a:extLst>
          </p:cNvPr>
          <p:cNvSpPr/>
          <p:nvPr/>
        </p:nvSpPr>
        <p:spPr>
          <a:xfrm>
            <a:off x="711200" y="4025900"/>
            <a:ext cx="38100" cy="18796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68DF84C-CFA0-B4E5-506F-52EBE2FE76B0}"/>
              </a:ext>
            </a:extLst>
          </p:cNvPr>
          <p:cNvSpPr txBox="1"/>
          <p:nvPr/>
        </p:nvSpPr>
        <p:spPr>
          <a:xfrm>
            <a:off x="9652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263AF5B-7A97-7258-3690-78FA9C927FDE}"/>
              </a:ext>
            </a:extLst>
          </p:cNvPr>
          <p:cNvSpPr txBox="1"/>
          <p:nvPr/>
        </p:nvSpPr>
        <p:spPr>
          <a:xfrm>
            <a:off x="9652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40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43E37E8-E098-5A1E-BEA3-74AE6AB63E40}"/>
              </a:ext>
            </a:extLst>
          </p:cNvPr>
          <p:cNvSpPr txBox="1"/>
          <p:nvPr/>
        </p:nvSpPr>
        <p:spPr>
          <a:xfrm>
            <a:off x="9652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A01003A-8704-B17A-BDF7-18232AF23514}"/>
              </a:ext>
            </a:extLst>
          </p:cNvPr>
          <p:cNvSpPr/>
          <p:nvPr/>
        </p:nvSpPr>
        <p:spPr>
          <a:xfrm>
            <a:off x="6248400" y="4025900"/>
            <a:ext cx="5232400" cy="18796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85DB18A-B724-FC00-CDB8-4676ED10D938}"/>
              </a:ext>
            </a:extLst>
          </p:cNvPr>
          <p:cNvSpPr/>
          <p:nvPr/>
        </p:nvSpPr>
        <p:spPr>
          <a:xfrm>
            <a:off x="6248400" y="4025900"/>
            <a:ext cx="38100" cy="18796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E8D1B1-D4B7-EF2B-75A0-261353E2CA7F}"/>
              </a:ext>
            </a:extLst>
          </p:cNvPr>
          <p:cNvSpPr txBox="1"/>
          <p:nvPr/>
        </p:nvSpPr>
        <p:spPr>
          <a:xfrm>
            <a:off x="65024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2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BD25040-6E21-BFF3-DBFC-AAF3F6C500F8}"/>
              </a:ext>
            </a:extLst>
          </p:cNvPr>
          <p:cNvSpPr txBox="1"/>
          <p:nvPr/>
        </p:nvSpPr>
        <p:spPr>
          <a:xfrm>
            <a:off x="65024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40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FC5738A-0941-0BB4-5598-C0662506AB31}"/>
              </a:ext>
            </a:extLst>
          </p:cNvPr>
          <p:cNvSpPr txBox="1"/>
          <p:nvPr/>
        </p:nvSpPr>
        <p:spPr>
          <a:xfrm>
            <a:off x="65024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3F697F4-DB98-D89A-A7D8-689EB05120C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338C16-D7EE-8F63-FA25-6B358F49D00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224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A9F8AB-A920-BA8C-438D-52E313D676C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E5562A-FA7F-DEB2-0EA9-323E8627007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一続きの数値を横帯で読む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8BD73B5-C1EE-AA44-1F5D-09BD00A9971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70B8AEF-7F66-E66B-58F1-5E238B7CEB45}"/>
              </a:ext>
            </a:extLst>
          </p:cNvPr>
          <p:cNvSpPr/>
          <p:nvPr/>
        </p:nvSpPr>
        <p:spPr>
          <a:xfrm>
            <a:off x="711200" y="2019300"/>
            <a:ext cx="10769600" cy="9017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ABDA165-9E91-5443-D00A-B342D84FFA13}"/>
              </a:ext>
            </a:extLst>
          </p:cNvPr>
          <p:cNvSpPr/>
          <p:nvPr/>
        </p:nvSpPr>
        <p:spPr>
          <a:xfrm>
            <a:off x="711200" y="2019300"/>
            <a:ext cx="38100" cy="9017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4B8429-41ED-7299-1E64-C5946E003DF0}"/>
              </a:ext>
            </a:extLst>
          </p:cNvPr>
          <p:cNvSpPr txBox="1"/>
          <p:nvPr/>
        </p:nvSpPr>
        <p:spPr>
          <a:xfrm>
            <a:off x="965200" y="21463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8A492B-9E72-B6BC-491C-9E6C93B52CB0}"/>
              </a:ext>
            </a:extLst>
          </p:cNvPr>
          <p:cNvSpPr txBox="1"/>
          <p:nvPr/>
        </p:nvSpPr>
        <p:spPr>
          <a:xfrm>
            <a:off x="4038600" y="21082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36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5CEC49-46DC-1170-0484-9F65E45411E9}"/>
              </a:ext>
            </a:extLst>
          </p:cNvPr>
          <p:cNvSpPr txBox="1"/>
          <p:nvPr/>
        </p:nvSpPr>
        <p:spPr>
          <a:xfrm>
            <a:off x="8966200" y="21463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FD7A9F-3D2D-0FA5-1342-C997E0A463CB}"/>
              </a:ext>
            </a:extLst>
          </p:cNvPr>
          <p:cNvSpPr/>
          <p:nvPr/>
        </p:nvSpPr>
        <p:spPr>
          <a:xfrm>
            <a:off x="711200" y="3022600"/>
            <a:ext cx="10769600" cy="9017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459B6E-17C1-83CA-D1D6-4C3F0459D707}"/>
              </a:ext>
            </a:extLst>
          </p:cNvPr>
          <p:cNvSpPr/>
          <p:nvPr/>
        </p:nvSpPr>
        <p:spPr>
          <a:xfrm>
            <a:off x="711200" y="3022600"/>
            <a:ext cx="38100" cy="9017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8C04921-CF66-2A12-9972-6DB5867EDC05}"/>
              </a:ext>
            </a:extLst>
          </p:cNvPr>
          <p:cNvSpPr txBox="1"/>
          <p:nvPr/>
        </p:nvSpPr>
        <p:spPr>
          <a:xfrm>
            <a:off x="965200" y="31496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3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F8BA27-C767-8D9E-7DBC-940B013EF415}"/>
              </a:ext>
            </a:extLst>
          </p:cNvPr>
          <p:cNvSpPr txBox="1"/>
          <p:nvPr/>
        </p:nvSpPr>
        <p:spPr>
          <a:xfrm>
            <a:off x="4038600" y="31115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36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5902DAF-A149-505B-B2D7-BEEC288FD200}"/>
              </a:ext>
            </a:extLst>
          </p:cNvPr>
          <p:cNvSpPr txBox="1"/>
          <p:nvPr/>
        </p:nvSpPr>
        <p:spPr>
          <a:xfrm>
            <a:off x="8966200" y="31496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441E453-A3B5-CA79-AAF4-56D6F43CE82E}"/>
              </a:ext>
            </a:extLst>
          </p:cNvPr>
          <p:cNvSpPr/>
          <p:nvPr/>
        </p:nvSpPr>
        <p:spPr>
          <a:xfrm>
            <a:off x="711200" y="4025900"/>
            <a:ext cx="10769600" cy="9017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47646B7-BADC-01FB-93EA-38BD7E81A837}"/>
              </a:ext>
            </a:extLst>
          </p:cNvPr>
          <p:cNvSpPr/>
          <p:nvPr/>
        </p:nvSpPr>
        <p:spPr>
          <a:xfrm>
            <a:off x="711200" y="4025900"/>
            <a:ext cx="38100" cy="9017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7B62CE8-6FE2-27A3-387B-7AC34745D76B}"/>
              </a:ext>
            </a:extLst>
          </p:cNvPr>
          <p:cNvSpPr txBox="1"/>
          <p:nvPr/>
        </p:nvSpPr>
        <p:spPr>
          <a:xfrm>
            <a:off x="965200" y="41529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3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1EAD36-CCD4-0623-56C0-9F096CE6917C}"/>
              </a:ext>
            </a:extLst>
          </p:cNvPr>
          <p:cNvSpPr txBox="1"/>
          <p:nvPr/>
        </p:nvSpPr>
        <p:spPr>
          <a:xfrm>
            <a:off x="4038600" y="41148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36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C97ED3-F3CB-AA6D-2DCD-E711CC34C171}"/>
              </a:ext>
            </a:extLst>
          </p:cNvPr>
          <p:cNvSpPr txBox="1"/>
          <p:nvPr/>
        </p:nvSpPr>
        <p:spPr>
          <a:xfrm>
            <a:off x="8966200" y="41529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452846B-95C6-454A-8944-474D43F53A97}"/>
              </a:ext>
            </a:extLst>
          </p:cNvPr>
          <p:cNvSpPr/>
          <p:nvPr/>
        </p:nvSpPr>
        <p:spPr>
          <a:xfrm>
            <a:off x="711200" y="5029200"/>
            <a:ext cx="10769600" cy="9017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19C2DFE-E8F9-F2B2-F5F2-3B99EB3F106E}"/>
              </a:ext>
            </a:extLst>
          </p:cNvPr>
          <p:cNvSpPr/>
          <p:nvPr/>
        </p:nvSpPr>
        <p:spPr>
          <a:xfrm>
            <a:off x="711200" y="5029200"/>
            <a:ext cx="38100" cy="9017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4C734AB-FDA9-91EE-B42E-9F6A323A3D0A}"/>
              </a:ext>
            </a:extLst>
          </p:cNvPr>
          <p:cNvSpPr txBox="1"/>
          <p:nvPr/>
        </p:nvSpPr>
        <p:spPr>
          <a:xfrm>
            <a:off x="965200" y="51562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3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8D68509-0534-53A3-47E6-56D1B2E917E2}"/>
              </a:ext>
            </a:extLst>
          </p:cNvPr>
          <p:cNvSpPr txBox="1"/>
          <p:nvPr/>
        </p:nvSpPr>
        <p:spPr>
          <a:xfrm>
            <a:off x="4038600" y="51181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36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2CF5FF7-3E31-B4F0-444B-48BA9BE96C79}"/>
              </a:ext>
            </a:extLst>
          </p:cNvPr>
          <p:cNvSpPr txBox="1"/>
          <p:nvPr/>
        </p:nvSpPr>
        <p:spPr>
          <a:xfrm>
            <a:off x="8966200" y="51562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88771CE-568B-9F35-42A1-6667D6A20D5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640EBC5-69ED-47A1-91BB-488E368FD8B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1684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CA49494-8302-0575-79E2-676643C924B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B96FA4-5FED-E9C4-D44B-3A61C49A2F0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アイコンと色帯で比べる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C3FEB66-DB89-8F19-6921-0C852577A4B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142A54-15EC-CF60-D68D-1716373025CF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9AA2C3-648B-5BCD-1EAB-6974470C5FCB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936AD91-0A2C-8795-4B74-A33A3B05A22E}"/>
              </a:ext>
            </a:extLst>
          </p:cNvPr>
          <p:cNvSpPr/>
          <p:nvPr/>
        </p:nvSpPr>
        <p:spPr>
          <a:xfrm>
            <a:off x="2211917" y="2277533"/>
            <a:ext cx="385233" cy="550334"/>
          </a:xfrm>
          <a:prstGeom prst="roundRect">
            <a:avLst/>
          </a:prstGeom>
          <a:noFill/>
          <a:ln w="38523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22AFF88-99EB-94EE-E947-C6B25C1965D3}"/>
              </a:ext>
            </a:extLst>
          </p:cNvPr>
          <p:cNvCxnSpPr/>
          <p:nvPr/>
        </p:nvCxnSpPr>
        <p:spPr>
          <a:xfrm>
            <a:off x="2294467" y="2415117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4DF9E78-A846-B50D-EBD1-FF598DFD8967}"/>
              </a:ext>
            </a:extLst>
          </p:cNvPr>
          <p:cNvCxnSpPr/>
          <p:nvPr/>
        </p:nvCxnSpPr>
        <p:spPr>
          <a:xfrm>
            <a:off x="2294467" y="2525183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C22D27B-9DD3-644A-2DAA-8C886FD9CF00}"/>
              </a:ext>
            </a:extLst>
          </p:cNvPr>
          <p:cNvCxnSpPr/>
          <p:nvPr/>
        </p:nvCxnSpPr>
        <p:spPr>
          <a:xfrm>
            <a:off x="2294467" y="2635250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9D8EA13-CED6-914D-7055-36B41CA6CCB0}"/>
              </a:ext>
            </a:extLst>
          </p:cNvPr>
          <p:cNvSpPr/>
          <p:nvPr/>
        </p:nvSpPr>
        <p:spPr>
          <a:xfrm>
            <a:off x="711200" y="3124200"/>
            <a:ext cx="3386667" cy="977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C61F76B-A471-D5F3-D8AD-3635EF83F12F}"/>
              </a:ext>
            </a:extLst>
          </p:cNvPr>
          <p:cNvSpPr txBox="1"/>
          <p:nvPr/>
        </p:nvSpPr>
        <p:spPr>
          <a:xfrm>
            <a:off x="889000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7465813-D94C-3ABC-3342-6E94F472F8D9}"/>
              </a:ext>
            </a:extLst>
          </p:cNvPr>
          <p:cNvSpPr txBox="1"/>
          <p:nvPr/>
        </p:nvSpPr>
        <p:spPr>
          <a:xfrm>
            <a:off x="965200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47949C2-5FDD-1A90-D547-11D75ED82E8F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D607FE3-A747-97CE-D88A-549DBFD61AED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CC3A3BF-48A2-BBC8-45ED-24F276E9F0B5}"/>
              </a:ext>
            </a:extLst>
          </p:cNvPr>
          <p:cNvCxnSpPr/>
          <p:nvPr/>
        </p:nvCxnSpPr>
        <p:spPr>
          <a:xfrm>
            <a:off x="5848350" y="2305050"/>
            <a:ext cx="0" cy="495300"/>
          </a:xfrm>
          <a:prstGeom prst="line">
            <a:avLst/>
          </a:prstGeom>
          <a:ln w="38523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0DE5C7D-5922-E8F5-82FA-F0BCA29463B8}"/>
              </a:ext>
            </a:extLst>
          </p:cNvPr>
          <p:cNvCxnSpPr/>
          <p:nvPr/>
        </p:nvCxnSpPr>
        <p:spPr>
          <a:xfrm>
            <a:off x="5848350" y="2800350"/>
            <a:ext cx="522817" cy="0"/>
          </a:xfrm>
          <a:prstGeom prst="line">
            <a:avLst/>
          </a:prstGeom>
          <a:ln w="38523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39FE3AA-4AD5-9362-25A6-F1ACA015F43F}"/>
              </a:ext>
            </a:extLst>
          </p:cNvPr>
          <p:cNvSpPr/>
          <p:nvPr/>
        </p:nvSpPr>
        <p:spPr>
          <a:xfrm>
            <a:off x="5930900" y="2552700"/>
            <a:ext cx="82550" cy="192617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FDB08B-F0F9-9308-F8C4-5009FD734F10}"/>
              </a:ext>
            </a:extLst>
          </p:cNvPr>
          <p:cNvSpPr/>
          <p:nvPr/>
        </p:nvSpPr>
        <p:spPr>
          <a:xfrm>
            <a:off x="6068483" y="2415117"/>
            <a:ext cx="82550" cy="330200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7F8584C-E875-4E9E-D11F-08D2059A4483}"/>
              </a:ext>
            </a:extLst>
          </p:cNvPr>
          <p:cNvSpPr/>
          <p:nvPr/>
        </p:nvSpPr>
        <p:spPr>
          <a:xfrm>
            <a:off x="6206067" y="2305050"/>
            <a:ext cx="82550" cy="440267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319CDEA-1A93-4A35-9BF9-C3156CD88849}"/>
              </a:ext>
            </a:extLst>
          </p:cNvPr>
          <p:cNvSpPr/>
          <p:nvPr/>
        </p:nvSpPr>
        <p:spPr>
          <a:xfrm>
            <a:off x="4402667" y="3124200"/>
            <a:ext cx="3386666" cy="9779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6F6EB12-8266-5F8F-0F97-17E23E548402}"/>
              </a:ext>
            </a:extLst>
          </p:cNvPr>
          <p:cNvSpPr txBox="1"/>
          <p:nvPr/>
        </p:nvSpPr>
        <p:spPr>
          <a:xfrm>
            <a:off x="4580467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E013D5-E83E-EC30-83F5-51807921823A}"/>
              </a:ext>
            </a:extLst>
          </p:cNvPr>
          <p:cNvSpPr txBox="1"/>
          <p:nvPr/>
        </p:nvSpPr>
        <p:spPr>
          <a:xfrm>
            <a:off x="4656667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41E7451-60D3-0F3E-14DA-EB3A5C0F8005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36A7163-AD4C-9EFC-BD94-9F1C5A3EA562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8F1F406-E2BA-B9A5-0256-AC9C0FF9B7F8}"/>
              </a:ext>
            </a:extLst>
          </p:cNvPr>
          <p:cNvSpPr/>
          <p:nvPr/>
        </p:nvSpPr>
        <p:spPr>
          <a:xfrm>
            <a:off x="9677400" y="2305050"/>
            <a:ext cx="220133" cy="220133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8065493-9A04-9CAD-DE68-626D00369D20}"/>
              </a:ext>
            </a:extLst>
          </p:cNvPr>
          <p:cNvSpPr/>
          <p:nvPr/>
        </p:nvSpPr>
        <p:spPr>
          <a:xfrm>
            <a:off x="9594850" y="2580217"/>
            <a:ext cx="385233" cy="247650"/>
          </a:xfrm>
          <a:prstGeom prst="roundRect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217D5E84-3C14-C82B-12A1-37E1A162B99F}"/>
              </a:ext>
            </a:extLst>
          </p:cNvPr>
          <p:cNvSpPr/>
          <p:nvPr/>
        </p:nvSpPr>
        <p:spPr>
          <a:xfrm>
            <a:off x="94847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F0D3078C-E3A4-A4F5-4BA9-7373332C4191}"/>
              </a:ext>
            </a:extLst>
          </p:cNvPr>
          <p:cNvSpPr/>
          <p:nvPr/>
        </p:nvSpPr>
        <p:spPr>
          <a:xfrm>
            <a:off x="99800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A4DB82B-D812-6343-DC67-7B75D25EBD32}"/>
              </a:ext>
            </a:extLst>
          </p:cNvPr>
          <p:cNvCxnSpPr/>
          <p:nvPr/>
        </p:nvCxnSpPr>
        <p:spPr>
          <a:xfrm>
            <a:off x="9512300" y="2607733"/>
            <a:ext cx="0" cy="165100"/>
          </a:xfrm>
          <a:prstGeom prst="line">
            <a:avLst/>
          </a:prstGeom>
          <a:ln w="38523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3BAC0BD-2515-A2FD-3B48-97EE922BF032}"/>
              </a:ext>
            </a:extLst>
          </p:cNvPr>
          <p:cNvCxnSpPr/>
          <p:nvPr/>
        </p:nvCxnSpPr>
        <p:spPr>
          <a:xfrm>
            <a:off x="10062633" y="2607733"/>
            <a:ext cx="0" cy="165100"/>
          </a:xfrm>
          <a:prstGeom prst="line">
            <a:avLst/>
          </a:prstGeom>
          <a:ln w="38523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29DF107-9C22-9B68-E044-049F307F6715}"/>
              </a:ext>
            </a:extLst>
          </p:cNvPr>
          <p:cNvSpPr/>
          <p:nvPr/>
        </p:nvSpPr>
        <p:spPr>
          <a:xfrm>
            <a:off x="8094133" y="3124200"/>
            <a:ext cx="3386667" cy="9779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102BF50-D364-4BA4-9BFF-09B2D531BB9F}"/>
              </a:ext>
            </a:extLst>
          </p:cNvPr>
          <p:cNvSpPr txBox="1"/>
          <p:nvPr/>
        </p:nvSpPr>
        <p:spPr>
          <a:xfrm>
            <a:off x="8271933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68FDA0C-A452-FF31-CA7C-BC89E09880F6}"/>
              </a:ext>
            </a:extLst>
          </p:cNvPr>
          <p:cNvSpPr txBox="1"/>
          <p:nvPr/>
        </p:nvSpPr>
        <p:spPr>
          <a:xfrm>
            <a:off x="8348133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8A52BA9-67F9-88CE-3CBF-AD8A0FEFFDD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706B19C-583D-F53A-3E68-4ABFDCE8D1C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60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0C2191-C221-D8F7-A168-8E9D8AFECE4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FEAB46-1030-59A7-2594-666607080E1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丸い番号と工程の図形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62D64D4-023E-3AFE-6318-BC1D49BE2D6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EAD82930-D7BE-B1C8-E9D7-E510BBD7BAF2}"/>
              </a:ext>
            </a:extLst>
          </p:cNvPr>
          <p:cNvSpPr/>
          <p:nvPr/>
        </p:nvSpPr>
        <p:spPr>
          <a:xfrm>
            <a:off x="1498600" y="2133600"/>
            <a:ext cx="889000" cy="8890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F74CB2-28D9-93D2-1A6D-F113F6FD5679}"/>
              </a:ext>
            </a:extLst>
          </p:cNvPr>
          <p:cNvSpPr txBox="1"/>
          <p:nvPr/>
        </p:nvSpPr>
        <p:spPr>
          <a:xfrm>
            <a:off x="16002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1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BBE68F5-4002-B581-F4A0-58DA228BC6A5}"/>
              </a:ext>
            </a:extLst>
          </p:cNvPr>
          <p:cNvSpPr/>
          <p:nvPr/>
        </p:nvSpPr>
        <p:spPr>
          <a:xfrm>
            <a:off x="711200" y="3327400"/>
            <a:ext cx="2463800" cy="1181100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4609A6-A460-3C63-9F07-DEA6AAC45246}"/>
              </a:ext>
            </a:extLst>
          </p:cNvPr>
          <p:cNvSpPr txBox="1"/>
          <p:nvPr/>
        </p:nvSpPr>
        <p:spPr>
          <a:xfrm>
            <a:off x="8636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397292-F1AF-A39A-B729-E7C5583375A2}"/>
              </a:ext>
            </a:extLst>
          </p:cNvPr>
          <p:cNvSpPr txBox="1"/>
          <p:nvPr/>
        </p:nvSpPr>
        <p:spPr>
          <a:xfrm>
            <a:off x="8382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AA5F6710-C6EB-0C15-F437-E7A2CA6257DB}"/>
              </a:ext>
            </a:extLst>
          </p:cNvPr>
          <p:cNvSpPr/>
          <p:nvPr/>
        </p:nvSpPr>
        <p:spPr>
          <a:xfrm>
            <a:off x="32258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08A0B683-AD8F-D6BD-6AC6-65F08749915D}"/>
              </a:ext>
            </a:extLst>
          </p:cNvPr>
          <p:cNvSpPr/>
          <p:nvPr/>
        </p:nvSpPr>
        <p:spPr>
          <a:xfrm>
            <a:off x="4267200" y="2133600"/>
            <a:ext cx="889000" cy="889000"/>
          </a:xfrm>
          <a:prstGeom prst="ellipse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CFFC83E-6A43-8FC8-D1FD-D205236B513E}"/>
              </a:ext>
            </a:extLst>
          </p:cNvPr>
          <p:cNvSpPr txBox="1"/>
          <p:nvPr/>
        </p:nvSpPr>
        <p:spPr>
          <a:xfrm>
            <a:off x="43688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087103F-59D0-9DBD-717A-64724ED78D0B}"/>
              </a:ext>
            </a:extLst>
          </p:cNvPr>
          <p:cNvSpPr/>
          <p:nvPr/>
        </p:nvSpPr>
        <p:spPr>
          <a:xfrm>
            <a:off x="3479800" y="3327400"/>
            <a:ext cx="2463800" cy="1181100"/>
          </a:xfrm>
          <a:prstGeom prst="roundRect">
            <a:avLst/>
          </a:prstGeom>
          <a:solidFill>
            <a:srgbClr val="ECF5F4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C810CE-1FA3-9F1B-F08B-89FC2F2266C6}"/>
              </a:ext>
            </a:extLst>
          </p:cNvPr>
          <p:cNvSpPr txBox="1"/>
          <p:nvPr/>
        </p:nvSpPr>
        <p:spPr>
          <a:xfrm>
            <a:off x="36322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D3D85CB-8A39-B9C3-2934-678F0D3D6D75}"/>
              </a:ext>
            </a:extLst>
          </p:cNvPr>
          <p:cNvSpPr txBox="1"/>
          <p:nvPr/>
        </p:nvSpPr>
        <p:spPr>
          <a:xfrm>
            <a:off x="36068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868C6F41-1473-1E7A-C934-7E85DBFCD305}"/>
              </a:ext>
            </a:extLst>
          </p:cNvPr>
          <p:cNvSpPr/>
          <p:nvPr/>
        </p:nvSpPr>
        <p:spPr>
          <a:xfrm>
            <a:off x="59944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196B906B-A910-845E-1282-AEFF292101AF}"/>
              </a:ext>
            </a:extLst>
          </p:cNvPr>
          <p:cNvSpPr/>
          <p:nvPr/>
        </p:nvSpPr>
        <p:spPr>
          <a:xfrm>
            <a:off x="7035800" y="2133600"/>
            <a:ext cx="889000" cy="889000"/>
          </a:xfrm>
          <a:prstGeom prst="ellipse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C0E73B0-BDE7-A853-4CC1-92C6B66F4F6F}"/>
              </a:ext>
            </a:extLst>
          </p:cNvPr>
          <p:cNvSpPr txBox="1"/>
          <p:nvPr/>
        </p:nvSpPr>
        <p:spPr>
          <a:xfrm>
            <a:off x="71374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E6CDC12-7C49-900C-7B51-B4E25549EF06}"/>
              </a:ext>
            </a:extLst>
          </p:cNvPr>
          <p:cNvSpPr/>
          <p:nvPr/>
        </p:nvSpPr>
        <p:spPr>
          <a:xfrm>
            <a:off x="6248400" y="3327400"/>
            <a:ext cx="2463800" cy="1181100"/>
          </a:xfrm>
          <a:prstGeom prst="roundRect">
            <a:avLst/>
          </a:prstGeom>
          <a:solidFill>
            <a:srgbClr val="F7F3EE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78FA6F7-EFEE-B00C-C211-00AD91F647BD}"/>
              </a:ext>
            </a:extLst>
          </p:cNvPr>
          <p:cNvSpPr txBox="1"/>
          <p:nvPr/>
        </p:nvSpPr>
        <p:spPr>
          <a:xfrm>
            <a:off x="64008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1227C00-59C6-0737-6F95-8ADF8B968093}"/>
              </a:ext>
            </a:extLst>
          </p:cNvPr>
          <p:cNvSpPr txBox="1"/>
          <p:nvPr/>
        </p:nvSpPr>
        <p:spPr>
          <a:xfrm>
            <a:off x="63754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C141313D-D671-6994-12D9-0690A51EC1BE}"/>
              </a:ext>
            </a:extLst>
          </p:cNvPr>
          <p:cNvSpPr/>
          <p:nvPr/>
        </p:nvSpPr>
        <p:spPr>
          <a:xfrm>
            <a:off x="87630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6AB09DA9-ACB5-BFA8-31D1-9A362FC7362B}"/>
              </a:ext>
            </a:extLst>
          </p:cNvPr>
          <p:cNvSpPr/>
          <p:nvPr/>
        </p:nvSpPr>
        <p:spPr>
          <a:xfrm>
            <a:off x="9804400" y="2133600"/>
            <a:ext cx="889000" cy="889000"/>
          </a:xfrm>
          <a:prstGeom prst="ellipse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3C5BF40-CA7B-F609-FAA4-F33FB03C0CA7}"/>
              </a:ext>
            </a:extLst>
          </p:cNvPr>
          <p:cNvSpPr txBox="1"/>
          <p:nvPr/>
        </p:nvSpPr>
        <p:spPr>
          <a:xfrm>
            <a:off x="99060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7C4D651-097E-B118-8655-6A3F711C0689}"/>
              </a:ext>
            </a:extLst>
          </p:cNvPr>
          <p:cNvSpPr/>
          <p:nvPr/>
        </p:nvSpPr>
        <p:spPr>
          <a:xfrm>
            <a:off x="9017000" y="3327400"/>
            <a:ext cx="2463800" cy="1181100"/>
          </a:xfrm>
          <a:prstGeom prst="roundRect">
            <a:avLst/>
          </a:prstGeom>
          <a:solidFill>
            <a:srgbClr val="F6F2F6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F46CDE4-1338-3563-1D49-3B7457284914}"/>
              </a:ext>
            </a:extLst>
          </p:cNvPr>
          <p:cNvSpPr txBox="1"/>
          <p:nvPr/>
        </p:nvSpPr>
        <p:spPr>
          <a:xfrm>
            <a:off x="91694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10481F6-6D4C-AEBF-DF04-0263D4AF2D2C}"/>
              </a:ext>
            </a:extLst>
          </p:cNvPr>
          <p:cNvSpPr txBox="1"/>
          <p:nvPr/>
        </p:nvSpPr>
        <p:spPr>
          <a:xfrm>
            <a:off x="91440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180D62A-3509-8647-0EDD-97E49A31FEB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ABC0369-2A39-C00A-7027-952C7622E0E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25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CA45CDC-8F81-7DBE-5D01-CB51C704F2E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A1E2D6-45DC-4338-18CF-82C9E688AC9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縦の工程と大きな段階番号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5140BCF-7D79-84D0-A91D-6461CFD706B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E781CC2-4BBF-FB4A-B1A1-4D4C759DE2EF}"/>
              </a:ext>
            </a:extLst>
          </p:cNvPr>
          <p:cNvCxnSpPr/>
          <p:nvPr/>
        </p:nvCxnSpPr>
        <p:spPr>
          <a:xfrm>
            <a:off x="1066800" y="26543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FA42CAD4-E232-A1C2-9DEC-B092EFBDEECE}"/>
              </a:ext>
            </a:extLst>
          </p:cNvPr>
          <p:cNvSpPr/>
          <p:nvPr/>
        </p:nvSpPr>
        <p:spPr>
          <a:xfrm>
            <a:off x="749300" y="2019300"/>
            <a:ext cx="635000" cy="6350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E60EDA-3998-4233-ECA7-0CEED179F698}"/>
              </a:ext>
            </a:extLst>
          </p:cNvPr>
          <p:cNvSpPr txBox="1"/>
          <p:nvPr/>
        </p:nvSpPr>
        <p:spPr>
          <a:xfrm>
            <a:off x="812800" y="20828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1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001272B-33C7-4019-4EDD-86AD162DB00B}"/>
              </a:ext>
            </a:extLst>
          </p:cNvPr>
          <p:cNvSpPr/>
          <p:nvPr/>
        </p:nvSpPr>
        <p:spPr>
          <a:xfrm>
            <a:off x="1651000" y="20193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32AD02-F7E8-1919-D06F-2D6BCC68CBDC}"/>
              </a:ext>
            </a:extLst>
          </p:cNvPr>
          <p:cNvSpPr/>
          <p:nvPr/>
        </p:nvSpPr>
        <p:spPr>
          <a:xfrm>
            <a:off x="1651000" y="2019300"/>
            <a:ext cx="38100" cy="876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A4FFFD8-A9EC-F187-445E-FD4A7C64540D}"/>
              </a:ext>
            </a:extLst>
          </p:cNvPr>
          <p:cNvSpPr txBox="1"/>
          <p:nvPr/>
        </p:nvSpPr>
        <p:spPr>
          <a:xfrm>
            <a:off x="1905000" y="21463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3D3B5E-DACB-ECDE-BCE3-2A69BE796ED8}"/>
              </a:ext>
            </a:extLst>
          </p:cNvPr>
          <p:cNvSpPr txBox="1"/>
          <p:nvPr/>
        </p:nvSpPr>
        <p:spPr>
          <a:xfrm>
            <a:off x="5181600" y="21463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1415143-6938-6399-8CE9-2D9A72ABE649}"/>
              </a:ext>
            </a:extLst>
          </p:cNvPr>
          <p:cNvCxnSpPr/>
          <p:nvPr/>
        </p:nvCxnSpPr>
        <p:spPr>
          <a:xfrm>
            <a:off x="1066800" y="36576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273751ED-64E4-F89B-C86A-C705EE2A1C24}"/>
              </a:ext>
            </a:extLst>
          </p:cNvPr>
          <p:cNvSpPr/>
          <p:nvPr/>
        </p:nvSpPr>
        <p:spPr>
          <a:xfrm>
            <a:off x="749300" y="3022600"/>
            <a:ext cx="635000" cy="635000"/>
          </a:xfrm>
          <a:prstGeom prst="ellipse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1ABD0E2-4354-FC54-C9EF-AF9E35A44187}"/>
              </a:ext>
            </a:extLst>
          </p:cNvPr>
          <p:cNvSpPr txBox="1"/>
          <p:nvPr/>
        </p:nvSpPr>
        <p:spPr>
          <a:xfrm>
            <a:off x="812800" y="30861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6490763-5677-EA51-4632-366897F49709}"/>
              </a:ext>
            </a:extLst>
          </p:cNvPr>
          <p:cNvSpPr/>
          <p:nvPr/>
        </p:nvSpPr>
        <p:spPr>
          <a:xfrm>
            <a:off x="1651000" y="30226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5C44684-18BF-9A26-19C6-4C6DFBEB4A7E}"/>
              </a:ext>
            </a:extLst>
          </p:cNvPr>
          <p:cNvSpPr/>
          <p:nvPr/>
        </p:nvSpPr>
        <p:spPr>
          <a:xfrm>
            <a:off x="1651000" y="3022600"/>
            <a:ext cx="38100" cy="8763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3AC98AC-3837-AD2C-5608-5A95A23415DA}"/>
              </a:ext>
            </a:extLst>
          </p:cNvPr>
          <p:cNvSpPr txBox="1"/>
          <p:nvPr/>
        </p:nvSpPr>
        <p:spPr>
          <a:xfrm>
            <a:off x="1905000" y="31496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6B71B68-0C43-7F9B-5434-540DA41F14D7}"/>
              </a:ext>
            </a:extLst>
          </p:cNvPr>
          <p:cNvSpPr txBox="1"/>
          <p:nvPr/>
        </p:nvSpPr>
        <p:spPr>
          <a:xfrm>
            <a:off x="5181600" y="31496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BBC9AC-2B5C-823B-594E-AD1350B8421D}"/>
              </a:ext>
            </a:extLst>
          </p:cNvPr>
          <p:cNvCxnSpPr/>
          <p:nvPr/>
        </p:nvCxnSpPr>
        <p:spPr>
          <a:xfrm>
            <a:off x="1066800" y="46609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0D147148-3953-B337-3E3A-4C8C1482BB98}"/>
              </a:ext>
            </a:extLst>
          </p:cNvPr>
          <p:cNvSpPr/>
          <p:nvPr/>
        </p:nvSpPr>
        <p:spPr>
          <a:xfrm>
            <a:off x="749300" y="4025900"/>
            <a:ext cx="635000" cy="635000"/>
          </a:xfrm>
          <a:prstGeom prst="ellipse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C28711-E7A7-2B1B-63E7-75C73686A55B}"/>
              </a:ext>
            </a:extLst>
          </p:cNvPr>
          <p:cNvSpPr txBox="1"/>
          <p:nvPr/>
        </p:nvSpPr>
        <p:spPr>
          <a:xfrm>
            <a:off x="812800" y="40894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74E587-CC9E-6281-2A7D-41FD4A385CE6}"/>
              </a:ext>
            </a:extLst>
          </p:cNvPr>
          <p:cNvSpPr/>
          <p:nvPr/>
        </p:nvSpPr>
        <p:spPr>
          <a:xfrm>
            <a:off x="1651000" y="40259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CFE0259-1F3D-0EA3-9822-005D685FFE52}"/>
              </a:ext>
            </a:extLst>
          </p:cNvPr>
          <p:cNvSpPr/>
          <p:nvPr/>
        </p:nvSpPr>
        <p:spPr>
          <a:xfrm>
            <a:off x="1651000" y="4025900"/>
            <a:ext cx="38100" cy="8763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6FC93E-B416-2731-CA55-8BA69B7456F8}"/>
              </a:ext>
            </a:extLst>
          </p:cNvPr>
          <p:cNvSpPr txBox="1"/>
          <p:nvPr/>
        </p:nvSpPr>
        <p:spPr>
          <a:xfrm>
            <a:off x="1905000" y="41529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80F2797-CECC-B837-ED43-BD98B64D9010}"/>
              </a:ext>
            </a:extLst>
          </p:cNvPr>
          <p:cNvSpPr txBox="1"/>
          <p:nvPr/>
        </p:nvSpPr>
        <p:spPr>
          <a:xfrm>
            <a:off x="5181600" y="41529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08085933-76F2-8E4B-F597-9F197B5B1ECB}"/>
              </a:ext>
            </a:extLst>
          </p:cNvPr>
          <p:cNvSpPr/>
          <p:nvPr/>
        </p:nvSpPr>
        <p:spPr>
          <a:xfrm>
            <a:off x="749300" y="5029200"/>
            <a:ext cx="635000" cy="635000"/>
          </a:xfrm>
          <a:prstGeom prst="ellipse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5BD5ADB-E7AF-24A9-5947-637CECAC38A9}"/>
              </a:ext>
            </a:extLst>
          </p:cNvPr>
          <p:cNvSpPr txBox="1"/>
          <p:nvPr/>
        </p:nvSpPr>
        <p:spPr>
          <a:xfrm>
            <a:off x="812800" y="50927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FC9EBB6-1FFC-E97F-7CCE-7075FFACF8C6}"/>
              </a:ext>
            </a:extLst>
          </p:cNvPr>
          <p:cNvSpPr/>
          <p:nvPr/>
        </p:nvSpPr>
        <p:spPr>
          <a:xfrm>
            <a:off x="1651000" y="50292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861636C-03E6-67FB-2FEF-7DB8C174E4E9}"/>
              </a:ext>
            </a:extLst>
          </p:cNvPr>
          <p:cNvSpPr/>
          <p:nvPr/>
        </p:nvSpPr>
        <p:spPr>
          <a:xfrm>
            <a:off x="1651000" y="5029200"/>
            <a:ext cx="38100" cy="8763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2AC56E7-4B68-EBD6-0DDE-55F3427E555F}"/>
              </a:ext>
            </a:extLst>
          </p:cNvPr>
          <p:cNvSpPr txBox="1"/>
          <p:nvPr/>
        </p:nvSpPr>
        <p:spPr>
          <a:xfrm>
            <a:off x="1905000" y="51562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21DA6F9-4490-8DD2-C891-90E6B16C39F2}"/>
              </a:ext>
            </a:extLst>
          </p:cNvPr>
          <p:cNvSpPr txBox="1"/>
          <p:nvPr/>
        </p:nvSpPr>
        <p:spPr>
          <a:xfrm>
            <a:off x="5181600" y="51562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2477522-D579-4B71-4F8C-6F376B35CD8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030F495-6D5C-65DC-A77B-FDFE89A5C4C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3527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56B141-0ADB-AFF9-4D18-43938D7B7D6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31F5E1-AD3B-7D09-00BF-18B718A3126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数式と意味を図形で分ける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2FCCBBF-A1E7-D5FA-B363-AC4BCA3A8F3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3115088-05A0-C053-1989-4FE2FDD253BE}"/>
              </a:ext>
            </a:extLst>
          </p:cNvPr>
          <p:cNvSpPr/>
          <p:nvPr/>
        </p:nvSpPr>
        <p:spPr>
          <a:xfrm>
            <a:off x="711200" y="2019300"/>
            <a:ext cx="5232400" cy="4013200"/>
          </a:xfrm>
          <a:prstGeom prst="round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B4FB090-BE5D-B5E2-E447-20F16CFE6E0B}"/>
              </a:ext>
            </a:extLst>
          </p:cNvPr>
          <p:cNvSpPr/>
          <p:nvPr/>
        </p:nvSpPr>
        <p:spPr>
          <a:xfrm>
            <a:off x="1079500" y="2317750"/>
            <a:ext cx="355600" cy="444500"/>
          </a:xfrm>
          <a:prstGeom prst="round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6DCBB3-B5A9-2EFD-C54E-4E77AFD3B4C1}"/>
              </a:ext>
            </a:extLst>
          </p:cNvPr>
          <p:cNvSpPr/>
          <p:nvPr/>
        </p:nvSpPr>
        <p:spPr>
          <a:xfrm>
            <a:off x="1146175" y="2384425"/>
            <a:ext cx="222250" cy="88900"/>
          </a:xfrm>
          <a:prstGeom prst="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8CF0B45-2342-C311-4922-9FC332C05414}"/>
              </a:ext>
            </a:extLst>
          </p:cNvPr>
          <p:cNvSpPr/>
          <p:nvPr/>
        </p:nvSpPr>
        <p:spPr>
          <a:xfrm>
            <a:off x="1168400" y="2540000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71E1F1E-FBDA-1ADC-6AB0-3A97F9514C45}"/>
              </a:ext>
            </a:extLst>
          </p:cNvPr>
          <p:cNvSpPr/>
          <p:nvPr/>
        </p:nvSpPr>
        <p:spPr>
          <a:xfrm>
            <a:off x="1323975" y="2540000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EAEC61F-F90A-0981-3D4C-566A4597E9BB}"/>
              </a:ext>
            </a:extLst>
          </p:cNvPr>
          <p:cNvSpPr/>
          <p:nvPr/>
        </p:nvSpPr>
        <p:spPr>
          <a:xfrm>
            <a:off x="1168400" y="2651125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C5C1BA4-950A-F15F-8E45-5C1F24C13A46}"/>
              </a:ext>
            </a:extLst>
          </p:cNvPr>
          <p:cNvSpPr/>
          <p:nvPr/>
        </p:nvSpPr>
        <p:spPr>
          <a:xfrm>
            <a:off x="1323975" y="2651125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3736CC-680D-8921-AB9F-42DDE3DBBD25}"/>
              </a:ext>
            </a:extLst>
          </p:cNvPr>
          <p:cNvSpPr txBox="1"/>
          <p:nvPr/>
        </p:nvSpPr>
        <p:spPr>
          <a:xfrm>
            <a:off x="1016000" y="3111500"/>
            <a:ext cx="46228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600" b="1">
                <a:solidFill>
                  <a:srgbClr val="245DA8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600" b="1">
              <a:solidFill>
                <a:srgbClr val="245DA8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BF3376-CC97-64B3-CCE4-AC5E3D27D0A3}"/>
              </a:ext>
            </a:extLst>
          </p:cNvPr>
          <p:cNvSpPr txBox="1"/>
          <p:nvPr/>
        </p:nvSpPr>
        <p:spPr>
          <a:xfrm>
            <a:off x="1016000" y="5016500"/>
            <a:ext cx="462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6EA2935-96F8-7B26-1EBF-0965BA6B287A}"/>
              </a:ext>
            </a:extLst>
          </p:cNvPr>
          <p:cNvSpPr/>
          <p:nvPr/>
        </p:nvSpPr>
        <p:spPr>
          <a:xfrm>
            <a:off x="6273800" y="2019300"/>
            <a:ext cx="52070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97DDBD6-A43C-45AD-5018-A243D45FBF05}"/>
              </a:ext>
            </a:extLst>
          </p:cNvPr>
          <p:cNvSpPr/>
          <p:nvPr/>
        </p:nvSpPr>
        <p:spPr>
          <a:xfrm>
            <a:off x="6273800" y="2019300"/>
            <a:ext cx="52070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216DE5-7DDB-E54C-4CE1-D031F759B8AC}"/>
              </a:ext>
            </a:extLst>
          </p:cNvPr>
          <p:cNvSpPr txBox="1"/>
          <p:nvPr/>
        </p:nvSpPr>
        <p:spPr>
          <a:xfrm>
            <a:off x="6527800" y="2133600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D7A714B-36E3-D352-15AF-EFFFDC8B5BC7}"/>
              </a:ext>
            </a:extLst>
          </p:cNvPr>
          <p:cNvSpPr txBox="1"/>
          <p:nvPr/>
        </p:nvSpPr>
        <p:spPr>
          <a:xfrm>
            <a:off x="6527800" y="2641600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0C93D67-ACBC-917A-7063-613D7A170949}"/>
              </a:ext>
            </a:extLst>
          </p:cNvPr>
          <p:cNvSpPr/>
          <p:nvPr/>
        </p:nvSpPr>
        <p:spPr>
          <a:xfrm>
            <a:off x="6273800" y="3357033"/>
            <a:ext cx="52070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54D5765-85CC-4260-ED6E-E0405B9FFF73}"/>
              </a:ext>
            </a:extLst>
          </p:cNvPr>
          <p:cNvSpPr/>
          <p:nvPr/>
        </p:nvSpPr>
        <p:spPr>
          <a:xfrm>
            <a:off x="6273800" y="3357033"/>
            <a:ext cx="5207000" cy="635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981DDA-1512-58F1-F3FD-9FEFCA0491AF}"/>
              </a:ext>
            </a:extLst>
          </p:cNvPr>
          <p:cNvSpPr txBox="1"/>
          <p:nvPr/>
        </p:nvSpPr>
        <p:spPr>
          <a:xfrm>
            <a:off x="6527800" y="3471333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3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A4E7845-1682-7D93-0018-483F59E22B67}"/>
              </a:ext>
            </a:extLst>
          </p:cNvPr>
          <p:cNvSpPr txBox="1"/>
          <p:nvPr/>
        </p:nvSpPr>
        <p:spPr>
          <a:xfrm>
            <a:off x="6527800" y="3979333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FC849B8-3FB4-2B07-633F-5144ED1887EE}"/>
              </a:ext>
            </a:extLst>
          </p:cNvPr>
          <p:cNvSpPr/>
          <p:nvPr/>
        </p:nvSpPr>
        <p:spPr>
          <a:xfrm>
            <a:off x="6273800" y="4694767"/>
            <a:ext cx="52070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6335A9-B85A-1BC0-1F27-707872D9736B}"/>
              </a:ext>
            </a:extLst>
          </p:cNvPr>
          <p:cNvSpPr/>
          <p:nvPr/>
        </p:nvSpPr>
        <p:spPr>
          <a:xfrm>
            <a:off x="6273800" y="4694767"/>
            <a:ext cx="5207000" cy="635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85DBEFB-FA4C-86E4-D302-2E1A16A8FA47}"/>
              </a:ext>
            </a:extLst>
          </p:cNvPr>
          <p:cNvSpPr txBox="1"/>
          <p:nvPr/>
        </p:nvSpPr>
        <p:spPr>
          <a:xfrm>
            <a:off x="6527800" y="4809067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3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2F38A4-9663-3F3C-67DC-D5C07FCD673B}"/>
              </a:ext>
            </a:extLst>
          </p:cNvPr>
          <p:cNvSpPr txBox="1"/>
          <p:nvPr/>
        </p:nvSpPr>
        <p:spPr>
          <a:xfrm>
            <a:off x="6527800" y="5317067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640482D-6CD8-DB0D-AEB5-E9AFEE833F2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0E7A812-6494-7E1F-4DB2-029E9393AD4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756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B928814-F2F6-06B4-CB9D-12577B5DC32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98DA0C-9774-F689-00FB-1B36C003EEA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意味を表す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18CA6DE-9A70-B448-637A-2FD0622CF52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485F42B2-593E-DDAF-B7BE-CDB48E12A69C}"/>
              </a:ext>
            </a:extLst>
          </p:cNvPr>
          <p:cNvSpPr/>
          <p:nvPr/>
        </p:nvSpPr>
        <p:spPr>
          <a:xfrm>
            <a:off x="1492250" y="2282825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7483EAA-6EB5-F791-8C9E-C8F532C1D7C9}"/>
              </a:ext>
            </a:extLst>
          </p:cNvPr>
          <p:cNvCxnSpPr/>
          <p:nvPr/>
        </p:nvCxnSpPr>
        <p:spPr>
          <a:xfrm>
            <a:off x="1590675" y="2643717"/>
            <a:ext cx="0" cy="13123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FBFC89B-CA4E-5566-D61E-0D955797B7FD}"/>
              </a:ext>
            </a:extLst>
          </p:cNvPr>
          <p:cNvCxnSpPr/>
          <p:nvPr/>
        </p:nvCxnSpPr>
        <p:spPr>
          <a:xfrm>
            <a:off x="1787525" y="2643717"/>
            <a:ext cx="0" cy="13123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AE49E36-36A9-8DD9-AF03-A030A6C6E382}"/>
              </a:ext>
            </a:extLst>
          </p:cNvPr>
          <p:cNvCxnSpPr/>
          <p:nvPr/>
        </p:nvCxnSpPr>
        <p:spPr>
          <a:xfrm>
            <a:off x="1590675" y="2807758"/>
            <a:ext cx="196850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6A1542A-B296-52FE-218A-959187C10581}"/>
              </a:ext>
            </a:extLst>
          </p:cNvPr>
          <p:cNvCxnSpPr/>
          <p:nvPr/>
        </p:nvCxnSpPr>
        <p:spPr>
          <a:xfrm>
            <a:off x="1623483" y="2906183"/>
            <a:ext cx="131234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EB71F69-A980-31FB-DDC6-42A0C78087DB}"/>
              </a:ext>
            </a:extLst>
          </p:cNvPr>
          <p:cNvCxnSpPr/>
          <p:nvPr/>
        </p:nvCxnSpPr>
        <p:spPr>
          <a:xfrm>
            <a:off x="1328208" y="2446867"/>
            <a:ext cx="6561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FBE4F03-99DD-507D-77AE-8E676199EDAE}"/>
              </a:ext>
            </a:extLst>
          </p:cNvPr>
          <p:cNvCxnSpPr/>
          <p:nvPr/>
        </p:nvCxnSpPr>
        <p:spPr>
          <a:xfrm>
            <a:off x="1984375" y="2446867"/>
            <a:ext cx="6561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D533B73-435D-EB95-050E-C0A1B3C09341}"/>
              </a:ext>
            </a:extLst>
          </p:cNvPr>
          <p:cNvCxnSpPr/>
          <p:nvPr/>
        </p:nvCxnSpPr>
        <p:spPr>
          <a:xfrm>
            <a:off x="1689100" y="2184400"/>
            <a:ext cx="0" cy="3280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DD75EF-E36A-ACDD-AF60-73CC218BE481}"/>
              </a:ext>
            </a:extLst>
          </p:cNvPr>
          <p:cNvSpPr txBox="1"/>
          <p:nvPr/>
        </p:nvSpPr>
        <p:spPr>
          <a:xfrm>
            <a:off x="863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132BCED-91C4-8FBB-3F86-223E6AF5750F}"/>
              </a:ext>
            </a:extLst>
          </p:cNvPr>
          <p:cNvSpPr/>
          <p:nvPr/>
        </p:nvSpPr>
        <p:spPr>
          <a:xfrm>
            <a:off x="3300942" y="2250017"/>
            <a:ext cx="459316" cy="656166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ECE549C-0892-F60A-11DD-CA716F8426C4}"/>
              </a:ext>
            </a:extLst>
          </p:cNvPr>
          <p:cNvCxnSpPr/>
          <p:nvPr/>
        </p:nvCxnSpPr>
        <p:spPr>
          <a:xfrm>
            <a:off x="3399367" y="2414058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0040294-E15D-3537-6563-11CBCD9A0135}"/>
              </a:ext>
            </a:extLst>
          </p:cNvPr>
          <p:cNvCxnSpPr/>
          <p:nvPr/>
        </p:nvCxnSpPr>
        <p:spPr>
          <a:xfrm>
            <a:off x="3399367" y="2545292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6899274-E3A0-5315-A1C0-2B80E4633BD1}"/>
              </a:ext>
            </a:extLst>
          </p:cNvPr>
          <p:cNvCxnSpPr/>
          <p:nvPr/>
        </p:nvCxnSpPr>
        <p:spPr>
          <a:xfrm>
            <a:off x="3399367" y="2676525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344DFA1-218A-BF6C-1AD0-FD73EBECD4F6}"/>
              </a:ext>
            </a:extLst>
          </p:cNvPr>
          <p:cNvSpPr txBox="1"/>
          <p:nvPr/>
        </p:nvSpPr>
        <p:spPr>
          <a:xfrm>
            <a:off x="2705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DDFE9A3-EB8C-E67F-3D1D-20EB495F4D92}"/>
              </a:ext>
            </a:extLst>
          </p:cNvPr>
          <p:cNvCxnSpPr/>
          <p:nvPr/>
        </p:nvCxnSpPr>
        <p:spPr>
          <a:xfrm>
            <a:off x="5076825" y="2282825"/>
            <a:ext cx="0" cy="5905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059B7FD-D182-A23C-FEE2-9C485A978AAF}"/>
              </a:ext>
            </a:extLst>
          </p:cNvPr>
          <p:cNvCxnSpPr/>
          <p:nvPr/>
        </p:nvCxnSpPr>
        <p:spPr>
          <a:xfrm>
            <a:off x="5076825" y="2873375"/>
            <a:ext cx="623358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31ADB5C-69D5-E8A3-87E6-A00411963739}"/>
              </a:ext>
            </a:extLst>
          </p:cNvPr>
          <p:cNvSpPr/>
          <p:nvPr/>
        </p:nvSpPr>
        <p:spPr>
          <a:xfrm>
            <a:off x="5175250" y="2578100"/>
            <a:ext cx="98425" cy="229658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A01DED6-4FA5-8778-D77B-A0F6869CA8A5}"/>
              </a:ext>
            </a:extLst>
          </p:cNvPr>
          <p:cNvSpPr/>
          <p:nvPr/>
        </p:nvSpPr>
        <p:spPr>
          <a:xfrm>
            <a:off x="5339292" y="2414058"/>
            <a:ext cx="98425" cy="393700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95C97D3-DC6F-9A29-6538-A2A9C046B3D0}"/>
              </a:ext>
            </a:extLst>
          </p:cNvPr>
          <p:cNvSpPr/>
          <p:nvPr/>
        </p:nvSpPr>
        <p:spPr>
          <a:xfrm>
            <a:off x="5503333" y="2282825"/>
            <a:ext cx="98425" cy="524933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094CF4-C20F-A177-0699-B41F322A5B9C}"/>
              </a:ext>
            </a:extLst>
          </p:cNvPr>
          <p:cNvSpPr txBox="1"/>
          <p:nvPr/>
        </p:nvSpPr>
        <p:spPr>
          <a:xfrm>
            <a:off x="4546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7F0792F-A01D-1149-D835-8E7048FF6948}"/>
              </a:ext>
            </a:extLst>
          </p:cNvPr>
          <p:cNvSpPr/>
          <p:nvPr/>
        </p:nvSpPr>
        <p:spPr>
          <a:xfrm>
            <a:off x="7082367" y="2282825"/>
            <a:ext cx="262467" cy="262467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8F82028-6BB7-54D8-640B-2C026D396C90}"/>
              </a:ext>
            </a:extLst>
          </p:cNvPr>
          <p:cNvSpPr/>
          <p:nvPr/>
        </p:nvSpPr>
        <p:spPr>
          <a:xfrm>
            <a:off x="6983942" y="2610908"/>
            <a:ext cx="459317" cy="295275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34E88C0-8DD2-4861-8494-B6E75F5660E5}"/>
              </a:ext>
            </a:extLst>
          </p:cNvPr>
          <p:cNvSpPr/>
          <p:nvPr/>
        </p:nvSpPr>
        <p:spPr>
          <a:xfrm>
            <a:off x="685270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F5A9B4AF-6448-F56E-7D16-34937822CAFB}"/>
              </a:ext>
            </a:extLst>
          </p:cNvPr>
          <p:cNvSpPr/>
          <p:nvPr/>
        </p:nvSpPr>
        <p:spPr>
          <a:xfrm>
            <a:off x="744325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7A8D07D-51C8-CA33-D00D-589011355D10}"/>
              </a:ext>
            </a:extLst>
          </p:cNvPr>
          <p:cNvCxnSpPr/>
          <p:nvPr/>
        </p:nvCxnSpPr>
        <p:spPr>
          <a:xfrm>
            <a:off x="6885517" y="2643717"/>
            <a:ext cx="0" cy="1968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A138F13-2610-AAF7-C9E4-0BA4CA5C8843}"/>
              </a:ext>
            </a:extLst>
          </p:cNvPr>
          <p:cNvCxnSpPr/>
          <p:nvPr/>
        </p:nvCxnSpPr>
        <p:spPr>
          <a:xfrm>
            <a:off x="7541683" y="2643717"/>
            <a:ext cx="0" cy="1968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904C1CB-15A2-E338-9B27-B92A8FDE0E1F}"/>
              </a:ext>
            </a:extLst>
          </p:cNvPr>
          <p:cNvSpPr txBox="1"/>
          <p:nvPr/>
        </p:nvSpPr>
        <p:spPr>
          <a:xfrm>
            <a:off x="6388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C687A3B4-3173-2DA2-24CC-E9F9C9E3F57D}"/>
              </a:ext>
            </a:extLst>
          </p:cNvPr>
          <p:cNvSpPr/>
          <p:nvPr/>
        </p:nvSpPr>
        <p:spPr>
          <a:xfrm>
            <a:off x="8727017" y="2250017"/>
            <a:ext cx="656167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BFC1F6A-17CD-27D1-D5F2-F09EAA4AD846}"/>
              </a:ext>
            </a:extLst>
          </p:cNvPr>
          <p:cNvSpPr/>
          <p:nvPr/>
        </p:nvSpPr>
        <p:spPr>
          <a:xfrm>
            <a:off x="8891058" y="2250017"/>
            <a:ext cx="328083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B4F3903-86D3-636C-0194-04287D5B68A7}"/>
              </a:ext>
            </a:extLst>
          </p:cNvPr>
          <p:cNvCxnSpPr/>
          <p:nvPr/>
        </p:nvCxnSpPr>
        <p:spPr>
          <a:xfrm>
            <a:off x="8727017" y="2578100"/>
            <a:ext cx="65616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8CB9EF2-8424-97DA-5D05-239D4C10AFD9}"/>
              </a:ext>
            </a:extLst>
          </p:cNvPr>
          <p:cNvSpPr txBox="1"/>
          <p:nvPr/>
        </p:nvSpPr>
        <p:spPr>
          <a:xfrm>
            <a:off x="8229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C19B5383-AF20-7B3E-F1AA-4ECC9BAEFE86}"/>
              </a:ext>
            </a:extLst>
          </p:cNvPr>
          <p:cNvCxnSpPr/>
          <p:nvPr/>
        </p:nvCxnSpPr>
        <p:spPr>
          <a:xfrm>
            <a:off x="10896600" y="2250017"/>
            <a:ext cx="295275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7EF3509-E493-93BA-57C0-18B065092537}"/>
              </a:ext>
            </a:extLst>
          </p:cNvPr>
          <p:cNvCxnSpPr/>
          <p:nvPr/>
        </p:nvCxnSpPr>
        <p:spPr>
          <a:xfrm flipV="1">
            <a:off x="11159067" y="2348442"/>
            <a:ext cx="32808" cy="32808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65182B82-811E-3D24-802C-3A2A2364279D}"/>
              </a:ext>
            </a:extLst>
          </p:cNvPr>
          <p:cNvCxnSpPr/>
          <p:nvPr/>
        </p:nvCxnSpPr>
        <p:spPr>
          <a:xfrm flipV="1">
            <a:off x="10896600" y="2676525"/>
            <a:ext cx="262467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A8D6D7FB-D80E-AEF5-FC24-6EEE61EF7E10}"/>
              </a:ext>
            </a:extLst>
          </p:cNvPr>
          <p:cNvCxnSpPr/>
          <p:nvPr/>
        </p:nvCxnSpPr>
        <p:spPr>
          <a:xfrm>
            <a:off x="10634133" y="2676525"/>
            <a:ext cx="262467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8CD96E5-4FB5-E7BB-60E8-97A9197A582E}"/>
              </a:ext>
            </a:extLst>
          </p:cNvPr>
          <p:cNvCxnSpPr/>
          <p:nvPr/>
        </p:nvCxnSpPr>
        <p:spPr>
          <a:xfrm>
            <a:off x="10601325" y="2348442"/>
            <a:ext cx="32808" cy="32808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3ECA8D30-23F2-215C-6F11-2EE151EA590D}"/>
              </a:ext>
            </a:extLst>
          </p:cNvPr>
          <p:cNvCxnSpPr/>
          <p:nvPr/>
        </p:nvCxnSpPr>
        <p:spPr>
          <a:xfrm flipV="1">
            <a:off x="10601325" y="2250017"/>
            <a:ext cx="295275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CB4935C-CE59-7714-6A80-B47B0A9B35C9}"/>
              </a:ext>
            </a:extLst>
          </p:cNvPr>
          <p:cNvSpPr/>
          <p:nvPr/>
        </p:nvSpPr>
        <p:spPr>
          <a:xfrm>
            <a:off x="10798175" y="2479675"/>
            <a:ext cx="196850" cy="196850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4D31ECC-3616-A2A7-7161-87DCA599DA6A}"/>
              </a:ext>
            </a:extLst>
          </p:cNvPr>
          <p:cNvCxnSpPr/>
          <p:nvPr/>
        </p:nvCxnSpPr>
        <p:spPr>
          <a:xfrm>
            <a:off x="10896600" y="2545292"/>
            <a:ext cx="0" cy="65616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C98CADE-A649-BD94-BB18-250E6AD07DC1}"/>
              </a:ext>
            </a:extLst>
          </p:cNvPr>
          <p:cNvSpPr txBox="1"/>
          <p:nvPr/>
        </p:nvSpPr>
        <p:spPr>
          <a:xfrm>
            <a:off x="10071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BCE507A-9466-93C6-F6E8-39240D68D00F}"/>
              </a:ext>
            </a:extLst>
          </p:cNvPr>
          <p:cNvSpPr/>
          <p:nvPr/>
        </p:nvSpPr>
        <p:spPr>
          <a:xfrm>
            <a:off x="1426633" y="4193117"/>
            <a:ext cx="524934" cy="656166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25B82F6-1421-2F92-64E8-BE98886C7411}"/>
              </a:ext>
            </a:extLst>
          </p:cNvPr>
          <p:cNvSpPr/>
          <p:nvPr/>
        </p:nvSpPr>
        <p:spPr>
          <a:xfrm>
            <a:off x="1525058" y="4291542"/>
            <a:ext cx="328084" cy="131233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247528F-C8C2-B636-F7CF-1142163E94E7}"/>
              </a:ext>
            </a:extLst>
          </p:cNvPr>
          <p:cNvSpPr/>
          <p:nvPr/>
        </p:nvSpPr>
        <p:spPr>
          <a:xfrm>
            <a:off x="1557867" y="4521200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3C7528F3-2D77-8F1A-6AE5-18993974A26B}"/>
              </a:ext>
            </a:extLst>
          </p:cNvPr>
          <p:cNvSpPr/>
          <p:nvPr/>
        </p:nvSpPr>
        <p:spPr>
          <a:xfrm>
            <a:off x="1787525" y="4521200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D926AC79-A273-5746-AB69-C377CF4CAB68}"/>
              </a:ext>
            </a:extLst>
          </p:cNvPr>
          <p:cNvSpPr/>
          <p:nvPr/>
        </p:nvSpPr>
        <p:spPr>
          <a:xfrm>
            <a:off x="1557867" y="4685242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6FBB7887-F116-922C-F6C8-A02E591AA298}"/>
              </a:ext>
            </a:extLst>
          </p:cNvPr>
          <p:cNvSpPr/>
          <p:nvPr/>
        </p:nvSpPr>
        <p:spPr>
          <a:xfrm>
            <a:off x="1787525" y="4685242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1A6478E-7DEE-8C86-E5CA-38E5CC44B095}"/>
              </a:ext>
            </a:extLst>
          </p:cNvPr>
          <p:cNvSpPr txBox="1"/>
          <p:nvPr/>
        </p:nvSpPr>
        <p:spPr>
          <a:xfrm>
            <a:off x="863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1E344F5-B0F2-CDB6-D33B-C128AE19A462}"/>
              </a:ext>
            </a:extLst>
          </p:cNvPr>
          <p:cNvSpPr/>
          <p:nvPr/>
        </p:nvSpPr>
        <p:spPr>
          <a:xfrm>
            <a:off x="32025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670EB56-AB02-9A8D-5918-108C1AFB5B11}"/>
              </a:ext>
            </a:extLst>
          </p:cNvPr>
          <p:cNvCxnSpPr/>
          <p:nvPr/>
        </p:nvCxnSpPr>
        <p:spPr>
          <a:xfrm>
            <a:off x="3530600" y="4291542"/>
            <a:ext cx="0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A49B351-19B1-76D7-0513-F3DDA2444FD9}"/>
              </a:ext>
            </a:extLst>
          </p:cNvPr>
          <p:cNvCxnSpPr/>
          <p:nvPr/>
        </p:nvCxnSpPr>
        <p:spPr>
          <a:xfrm>
            <a:off x="3530600" y="4521200"/>
            <a:ext cx="164042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5F6A0CC-5CF5-D94E-82B3-9D5635557570}"/>
              </a:ext>
            </a:extLst>
          </p:cNvPr>
          <p:cNvSpPr txBox="1"/>
          <p:nvPr/>
        </p:nvSpPr>
        <p:spPr>
          <a:xfrm>
            <a:off x="2705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413A1855-927A-CDDE-2695-D1904D1DA865}"/>
              </a:ext>
            </a:extLst>
          </p:cNvPr>
          <p:cNvSpPr/>
          <p:nvPr/>
        </p:nvSpPr>
        <p:spPr>
          <a:xfrm>
            <a:off x="50440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962E2109-1207-1D2A-8F38-EE5C2369555D}"/>
              </a:ext>
            </a:extLst>
          </p:cNvPr>
          <p:cNvSpPr/>
          <p:nvPr/>
        </p:nvSpPr>
        <p:spPr>
          <a:xfrm>
            <a:off x="5175250" y="4324350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B757308-F9B1-D079-C490-7E2B5439C4E9}"/>
              </a:ext>
            </a:extLst>
          </p:cNvPr>
          <p:cNvSpPr/>
          <p:nvPr/>
        </p:nvSpPr>
        <p:spPr>
          <a:xfrm>
            <a:off x="5306483" y="4455583"/>
            <a:ext cx="131234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081DEBF-6D29-456A-EED1-CF46F606A35E}"/>
              </a:ext>
            </a:extLst>
          </p:cNvPr>
          <p:cNvSpPr txBox="1"/>
          <p:nvPr/>
        </p:nvSpPr>
        <p:spPr>
          <a:xfrm>
            <a:off x="4546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FE84AECE-B2B6-7DE9-E6F6-DC64D0FD0AEA}"/>
              </a:ext>
            </a:extLst>
          </p:cNvPr>
          <p:cNvSpPr/>
          <p:nvPr/>
        </p:nvSpPr>
        <p:spPr>
          <a:xfrm>
            <a:off x="6983942" y="4193117"/>
            <a:ext cx="459317" cy="65616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E6CD01A-442F-E9F1-DB43-53574AF84FA4}"/>
              </a:ext>
            </a:extLst>
          </p:cNvPr>
          <p:cNvSpPr/>
          <p:nvPr/>
        </p:nvSpPr>
        <p:spPr>
          <a:xfrm>
            <a:off x="708236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90D0B53-518E-AAA7-5F22-964AA63A7664}"/>
              </a:ext>
            </a:extLst>
          </p:cNvPr>
          <p:cNvSpPr/>
          <p:nvPr/>
        </p:nvSpPr>
        <p:spPr>
          <a:xfrm>
            <a:off x="727921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EA149D5-0E18-216A-EA94-A7AE4D65ED0D}"/>
              </a:ext>
            </a:extLst>
          </p:cNvPr>
          <p:cNvSpPr/>
          <p:nvPr/>
        </p:nvSpPr>
        <p:spPr>
          <a:xfrm>
            <a:off x="708236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8D989B5F-BCFE-57A9-0188-FEC7FBFFEB4C}"/>
              </a:ext>
            </a:extLst>
          </p:cNvPr>
          <p:cNvSpPr/>
          <p:nvPr/>
        </p:nvSpPr>
        <p:spPr>
          <a:xfrm>
            <a:off x="727921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4D3D5914-C694-A3C4-C81B-E7A6D1CACA42}"/>
              </a:ext>
            </a:extLst>
          </p:cNvPr>
          <p:cNvSpPr/>
          <p:nvPr/>
        </p:nvSpPr>
        <p:spPr>
          <a:xfrm>
            <a:off x="708236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BDBA359-7ADE-1BE5-502F-2D210FF5E486}"/>
              </a:ext>
            </a:extLst>
          </p:cNvPr>
          <p:cNvSpPr/>
          <p:nvPr/>
        </p:nvSpPr>
        <p:spPr>
          <a:xfrm>
            <a:off x="727921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A2CBE975-AF00-062A-6E16-C300B1CE5B94}"/>
              </a:ext>
            </a:extLst>
          </p:cNvPr>
          <p:cNvCxnSpPr/>
          <p:nvPr/>
        </p:nvCxnSpPr>
        <p:spPr>
          <a:xfrm>
            <a:off x="6885517" y="4849283"/>
            <a:ext cx="65616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D268EB9-26B6-55D3-D735-26C8BEF590A1}"/>
              </a:ext>
            </a:extLst>
          </p:cNvPr>
          <p:cNvSpPr txBox="1"/>
          <p:nvPr/>
        </p:nvSpPr>
        <p:spPr>
          <a:xfrm>
            <a:off x="6388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D71E0387-5F15-21BF-6315-2B3C9E2505DA}"/>
              </a:ext>
            </a:extLst>
          </p:cNvPr>
          <p:cNvSpPr/>
          <p:nvPr/>
        </p:nvSpPr>
        <p:spPr>
          <a:xfrm>
            <a:off x="8759825" y="4324350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823B5345-98D8-8B11-9D76-DECD8392D2D5}"/>
              </a:ext>
            </a:extLst>
          </p:cNvPr>
          <p:cNvSpPr/>
          <p:nvPr/>
        </p:nvSpPr>
        <p:spPr>
          <a:xfrm>
            <a:off x="8759825" y="4455583"/>
            <a:ext cx="590550" cy="229659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5391CA88-0057-D1A0-30CE-A9330649CA2C}"/>
              </a:ext>
            </a:extLst>
          </p:cNvPr>
          <p:cNvSpPr/>
          <p:nvPr/>
        </p:nvSpPr>
        <p:spPr>
          <a:xfrm>
            <a:off x="8759825" y="4586817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46DE534-5930-7832-9E80-60F2E3062B9C}"/>
              </a:ext>
            </a:extLst>
          </p:cNvPr>
          <p:cNvSpPr txBox="1"/>
          <p:nvPr/>
        </p:nvSpPr>
        <p:spPr>
          <a:xfrm>
            <a:off x="8229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7DDCD1B8-FCF9-DD57-ACC4-1D5540D821BB}"/>
              </a:ext>
            </a:extLst>
          </p:cNvPr>
          <p:cNvSpPr/>
          <p:nvPr/>
        </p:nvSpPr>
        <p:spPr>
          <a:xfrm>
            <a:off x="10568517" y="4193117"/>
            <a:ext cx="459317" cy="45931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2B5C17D-1981-2EE7-9E50-71A531EE43D5}"/>
              </a:ext>
            </a:extLst>
          </p:cNvPr>
          <p:cNvCxnSpPr/>
          <p:nvPr/>
        </p:nvCxnSpPr>
        <p:spPr>
          <a:xfrm>
            <a:off x="10995025" y="4619625"/>
            <a:ext cx="229658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CF04B544-82F4-2FAA-782F-8E97111CD5D0}"/>
              </a:ext>
            </a:extLst>
          </p:cNvPr>
          <p:cNvSpPr txBox="1"/>
          <p:nvPr/>
        </p:nvSpPr>
        <p:spPr>
          <a:xfrm>
            <a:off x="10071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32F25FF-9E2F-3841-4797-6335229E9AC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0D348604-53E8-E68D-8601-FA300F97DEB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4139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2077</Words>
  <Application>Microsoft Office PowerPoint</Application>
  <PresentationFormat>ユーザー設定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2026-10-01T06:14:09Z</dcterms:created>
  <dcterms:modified xsi:type="dcterms:W3CDTF">2026-10-01T06:14:09Z</dcterms:modified>
</cp:coreProperties>
</file>