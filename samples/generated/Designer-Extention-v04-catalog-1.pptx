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AA6BAE-4B06-4738-97B6-DF30E50835C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A76EA2C5-C5AF-445D-94AE-350BABD95B9D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03AC05A2-4876-4664-B91E-931656A23946}" type="parTrans" cxnId="{267C9602-577E-490F-BF3F-0E70876F778C}">
      <dgm:prSet/>
      <dgm:spPr/>
    </dgm:pt>
    <dgm:pt modelId="{5656427C-CD5D-4837-81E1-92C148939053}" type="sibTrans" cxnId="{267C9602-577E-490F-BF3F-0E70876F778C}">
      <dgm:prSet/>
      <dgm:spPr/>
      <dgm:t>
        <a:bodyPr/>
        <a:lstStyle/>
        <a:p>
          <a:endParaRPr kumimoji="1" lang="ja-JP" altLang="en-US"/>
        </a:p>
      </dgm:t>
    </dgm:pt>
    <dgm:pt modelId="{DB523251-6A63-4CEA-BAFE-DE4209DA4E93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561F2267-1AA8-40DC-855F-A740188E473B}" type="parTrans" cxnId="{4AFCA67F-20E5-4CF0-831A-8E8C83710A22}">
      <dgm:prSet/>
      <dgm:spPr/>
    </dgm:pt>
    <dgm:pt modelId="{EEDB17CE-05E8-4366-AD30-0AE1993325A4}" type="sibTrans" cxnId="{4AFCA67F-20E5-4CF0-831A-8E8C83710A22}">
      <dgm:prSet/>
      <dgm:spPr/>
      <dgm:t>
        <a:bodyPr/>
        <a:lstStyle/>
        <a:p>
          <a:endParaRPr kumimoji="1" lang="ja-JP" altLang="en-US"/>
        </a:p>
      </dgm:t>
    </dgm:pt>
    <dgm:pt modelId="{7BAC07AF-1E4E-4158-8583-83DD67FB373F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DF77858E-2B8C-4868-89DB-24ECA09F7AC1}" type="parTrans" cxnId="{485D177D-47C2-4A67-B3B0-37506B8228F5}">
      <dgm:prSet/>
      <dgm:spPr/>
    </dgm:pt>
    <dgm:pt modelId="{50436C49-2FA3-4275-9473-2CDE5ABD6B90}" type="sibTrans" cxnId="{485D177D-47C2-4A67-B3B0-37506B8228F5}">
      <dgm:prSet/>
      <dgm:spPr/>
      <dgm:t>
        <a:bodyPr/>
        <a:lstStyle/>
        <a:p>
          <a:endParaRPr kumimoji="1" lang="ja-JP" altLang="en-US"/>
        </a:p>
      </dgm:t>
    </dgm:pt>
    <dgm:pt modelId="{80982EF5-0830-498A-989E-E824E3C9F11E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195F8FFE-550E-4FF2-B83B-BCD5E434494A}" type="parTrans" cxnId="{24CE5165-CB5F-43D3-9808-81D71E7E8127}">
      <dgm:prSet/>
      <dgm:spPr/>
    </dgm:pt>
    <dgm:pt modelId="{EED8A3FC-04F0-4B6A-A3F0-EE1FB9BC6DA4}" type="sibTrans" cxnId="{24CE5165-CB5F-43D3-9808-81D71E7E8127}">
      <dgm:prSet/>
      <dgm:spPr/>
    </dgm:pt>
    <dgm:pt modelId="{9DD370F5-3B3F-4867-81C2-D3CEAE48459B}" type="pres">
      <dgm:prSet presAssocID="{A4AA6BAE-4B06-4738-97B6-DF30E50835CE}" presName="Name0" presStyleCnt="0">
        <dgm:presLayoutVars>
          <dgm:dir/>
          <dgm:resizeHandles val="exact"/>
        </dgm:presLayoutVars>
      </dgm:prSet>
      <dgm:spPr/>
    </dgm:pt>
    <dgm:pt modelId="{502B940C-9F8F-4714-8E4C-460E1E2E7090}" type="pres">
      <dgm:prSet presAssocID="{A76EA2C5-C5AF-445D-94AE-350BABD95B9D}" presName="node" presStyleLbl="node1" presStyleIdx="0" presStyleCnt="4">
        <dgm:presLayoutVars>
          <dgm:bulletEnabled val="1"/>
        </dgm:presLayoutVars>
      </dgm:prSet>
      <dgm:spPr/>
    </dgm:pt>
    <dgm:pt modelId="{5D934F70-0DA9-4B44-9A4B-2E73FFAD5EE1}" type="pres">
      <dgm:prSet presAssocID="{5656427C-CD5D-4837-81E1-92C148939053}" presName="sibTrans" presStyleLbl="sibTrans2D1" presStyleIdx="0" presStyleCnt="3"/>
      <dgm:spPr/>
    </dgm:pt>
    <dgm:pt modelId="{9553414C-2AF8-493E-B4BA-E3687E839A9C}" type="pres">
      <dgm:prSet presAssocID="{5656427C-CD5D-4837-81E1-92C148939053}" presName="connectorText" presStyleLbl="sibTrans2D1" presStyleIdx="0" presStyleCnt="3"/>
      <dgm:spPr/>
    </dgm:pt>
    <dgm:pt modelId="{482B0610-B51A-4FC6-A9E7-11A6A08474E2}" type="pres">
      <dgm:prSet presAssocID="{DB523251-6A63-4CEA-BAFE-DE4209DA4E93}" presName="node" presStyleLbl="node1" presStyleIdx="1" presStyleCnt="4">
        <dgm:presLayoutVars>
          <dgm:bulletEnabled val="1"/>
        </dgm:presLayoutVars>
      </dgm:prSet>
      <dgm:spPr/>
    </dgm:pt>
    <dgm:pt modelId="{E21F9E82-D423-4EBA-8CC1-0820652D2048}" type="pres">
      <dgm:prSet presAssocID="{EEDB17CE-05E8-4366-AD30-0AE1993325A4}" presName="sibTrans" presStyleLbl="sibTrans2D1" presStyleIdx="1" presStyleCnt="3"/>
      <dgm:spPr/>
    </dgm:pt>
    <dgm:pt modelId="{A56C67F1-723C-456A-83BC-0F95FBF62DA7}" type="pres">
      <dgm:prSet presAssocID="{EEDB17CE-05E8-4366-AD30-0AE1993325A4}" presName="connectorText" presStyleLbl="sibTrans2D1" presStyleIdx="1" presStyleCnt="3"/>
      <dgm:spPr/>
    </dgm:pt>
    <dgm:pt modelId="{0FA8B8D0-7BCB-4E92-B826-F538240E3322}" type="pres">
      <dgm:prSet presAssocID="{7BAC07AF-1E4E-4158-8583-83DD67FB373F}" presName="node" presStyleLbl="node1" presStyleIdx="2" presStyleCnt="4">
        <dgm:presLayoutVars>
          <dgm:bulletEnabled val="1"/>
        </dgm:presLayoutVars>
      </dgm:prSet>
      <dgm:spPr/>
    </dgm:pt>
    <dgm:pt modelId="{DE00F8FA-2711-4497-B258-7ADB02ED8A6B}" type="pres">
      <dgm:prSet presAssocID="{50436C49-2FA3-4275-9473-2CDE5ABD6B90}" presName="sibTrans" presStyleLbl="sibTrans2D1" presStyleIdx="2" presStyleCnt="3"/>
      <dgm:spPr/>
    </dgm:pt>
    <dgm:pt modelId="{A0D466DB-8192-4794-9853-A23A897C8C24}" type="pres">
      <dgm:prSet presAssocID="{50436C49-2FA3-4275-9473-2CDE5ABD6B90}" presName="connectorText" presStyleLbl="sibTrans2D1" presStyleIdx="2" presStyleCnt="3"/>
      <dgm:spPr/>
    </dgm:pt>
    <dgm:pt modelId="{6FBD4814-3104-42E6-9D41-24AE7DD7455F}" type="pres">
      <dgm:prSet presAssocID="{80982EF5-0830-498A-989E-E824E3C9F11E}" presName="node" presStyleLbl="node1" presStyleIdx="3" presStyleCnt="4">
        <dgm:presLayoutVars>
          <dgm:bulletEnabled val="1"/>
        </dgm:presLayoutVars>
      </dgm:prSet>
      <dgm:spPr/>
    </dgm:pt>
  </dgm:ptLst>
  <dgm:cxnLst>
    <dgm:cxn modelId="{267C9602-577E-490F-BF3F-0E70876F778C}" srcId="{A4AA6BAE-4B06-4738-97B6-DF30E50835CE}" destId="{A76EA2C5-C5AF-445D-94AE-350BABD95B9D}" srcOrd="0" destOrd="0" parTransId="{03AC05A2-4876-4664-B91E-931656A23946}" sibTransId="{5656427C-CD5D-4837-81E1-92C148939053}"/>
    <dgm:cxn modelId="{5B834B0F-A14F-4224-9912-74061C4B368A}" type="presOf" srcId="{80982EF5-0830-498A-989E-E824E3C9F11E}" destId="{6FBD4814-3104-42E6-9D41-24AE7DD7455F}" srcOrd="0" destOrd="0" presId="urn:microsoft.com/office/officeart/2005/8/layout/process1"/>
    <dgm:cxn modelId="{FDE57F30-7CEC-453B-BDD5-4535CBA31C27}" type="presOf" srcId="{DB523251-6A63-4CEA-BAFE-DE4209DA4E93}" destId="{482B0610-B51A-4FC6-A9E7-11A6A08474E2}" srcOrd="0" destOrd="0" presId="urn:microsoft.com/office/officeart/2005/8/layout/process1"/>
    <dgm:cxn modelId="{54009260-CC35-4307-8BD8-3C254193CF5A}" type="presOf" srcId="{7BAC07AF-1E4E-4158-8583-83DD67FB373F}" destId="{0FA8B8D0-7BCB-4E92-B826-F538240E3322}" srcOrd="0" destOrd="0" presId="urn:microsoft.com/office/officeart/2005/8/layout/process1"/>
    <dgm:cxn modelId="{24CE5165-CB5F-43D3-9808-81D71E7E8127}" srcId="{A4AA6BAE-4B06-4738-97B6-DF30E50835CE}" destId="{80982EF5-0830-498A-989E-E824E3C9F11E}" srcOrd="3" destOrd="0" parTransId="{195F8FFE-550E-4FF2-B83B-BCD5E434494A}" sibTransId="{EED8A3FC-04F0-4B6A-A3F0-EE1FB9BC6DA4}"/>
    <dgm:cxn modelId="{DD199666-DBCE-4DF4-8164-59AEB3A6457C}" type="presOf" srcId="{A76EA2C5-C5AF-445D-94AE-350BABD95B9D}" destId="{502B940C-9F8F-4714-8E4C-460E1E2E7090}" srcOrd="0" destOrd="0" presId="urn:microsoft.com/office/officeart/2005/8/layout/process1"/>
    <dgm:cxn modelId="{5400416F-1FB7-467F-98BF-4F2063B1CF5E}" type="presOf" srcId="{5656427C-CD5D-4837-81E1-92C148939053}" destId="{5D934F70-0DA9-4B44-9A4B-2E73FFAD5EE1}" srcOrd="0" destOrd="0" presId="urn:microsoft.com/office/officeart/2005/8/layout/process1"/>
    <dgm:cxn modelId="{485D177D-47C2-4A67-B3B0-37506B8228F5}" srcId="{A4AA6BAE-4B06-4738-97B6-DF30E50835CE}" destId="{7BAC07AF-1E4E-4158-8583-83DD67FB373F}" srcOrd="2" destOrd="0" parTransId="{DF77858E-2B8C-4868-89DB-24ECA09F7AC1}" sibTransId="{50436C49-2FA3-4275-9473-2CDE5ABD6B90}"/>
    <dgm:cxn modelId="{4AFCA67F-20E5-4CF0-831A-8E8C83710A22}" srcId="{A4AA6BAE-4B06-4738-97B6-DF30E50835CE}" destId="{DB523251-6A63-4CEA-BAFE-DE4209DA4E93}" srcOrd="1" destOrd="0" parTransId="{561F2267-1AA8-40DC-855F-A740188E473B}" sibTransId="{EEDB17CE-05E8-4366-AD30-0AE1993325A4}"/>
    <dgm:cxn modelId="{271BB584-5283-4221-B3B8-5580A82C0923}" type="presOf" srcId="{A4AA6BAE-4B06-4738-97B6-DF30E50835CE}" destId="{9DD370F5-3B3F-4867-81C2-D3CEAE48459B}" srcOrd="0" destOrd="0" presId="urn:microsoft.com/office/officeart/2005/8/layout/process1"/>
    <dgm:cxn modelId="{F18EEEA4-69F9-4ED5-B6AE-B6A514E13F06}" type="presOf" srcId="{50436C49-2FA3-4275-9473-2CDE5ABD6B90}" destId="{DE00F8FA-2711-4497-B258-7ADB02ED8A6B}" srcOrd="0" destOrd="0" presId="urn:microsoft.com/office/officeart/2005/8/layout/process1"/>
    <dgm:cxn modelId="{FBFD73B0-0E9B-4D18-A8D8-91980D346CED}" type="presOf" srcId="{EEDB17CE-05E8-4366-AD30-0AE1993325A4}" destId="{E21F9E82-D423-4EBA-8CC1-0820652D2048}" srcOrd="0" destOrd="0" presId="urn:microsoft.com/office/officeart/2005/8/layout/process1"/>
    <dgm:cxn modelId="{9E3E81B0-5B72-46A8-863B-347A7A663035}" type="presOf" srcId="{5656427C-CD5D-4837-81E1-92C148939053}" destId="{9553414C-2AF8-493E-B4BA-E3687E839A9C}" srcOrd="1" destOrd="0" presId="urn:microsoft.com/office/officeart/2005/8/layout/process1"/>
    <dgm:cxn modelId="{AE8032D8-E1A1-43EA-82F5-61BD8AAD8D90}" type="presOf" srcId="{50436C49-2FA3-4275-9473-2CDE5ABD6B90}" destId="{A0D466DB-8192-4794-9853-A23A897C8C24}" srcOrd="1" destOrd="0" presId="urn:microsoft.com/office/officeart/2005/8/layout/process1"/>
    <dgm:cxn modelId="{063C45FF-4DE6-4C2F-9958-75DC28C4B3C4}" type="presOf" srcId="{EEDB17CE-05E8-4366-AD30-0AE1993325A4}" destId="{A56C67F1-723C-456A-83BC-0F95FBF62DA7}" srcOrd="1" destOrd="0" presId="urn:microsoft.com/office/officeart/2005/8/layout/process1"/>
    <dgm:cxn modelId="{9D0F80BC-B68A-4AA0-949E-2AB0F06C0E95}" type="presParOf" srcId="{9DD370F5-3B3F-4867-81C2-D3CEAE48459B}" destId="{502B940C-9F8F-4714-8E4C-460E1E2E7090}" srcOrd="0" destOrd="0" presId="urn:microsoft.com/office/officeart/2005/8/layout/process1"/>
    <dgm:cxn modelId="{CEC1F93D-66C5-4D7A-8144-8ED428E2F783}" type="presParOf" srcId="{9DD370F5-3B3F-4867-81C2-D3CEAE48459B}" destId="{5D934F70-0DA9-4B44-9A4B-2E73FFAD5EE1}" srcOrd="1" destOrd="0" presId="urn:microsoft.com/office/officeart/2005/8/layout/process1"/>
    <dgm:cxn modelId="{8271AFD8-6A92-4A9D-BA14-201A7A0D3738}" type="presParOf" srcId="{5D934F70-0DA9-4B44-9A4B-2E73FFAD5EE1}" destId="{9553414C-2AF8-493E-B4BA-E3687E839A9C}" srcOrd="0" destOrd="0" presId="urn:microsoft.com/office/officeart/2005/8/layout/process1"/>
    <dgm:cxn modelId="{721AC441-44C8-427C-AC83-50BD35E547F3}" type="presParOf" srcId="{9DD370F5-3B3F-4867-81C2-D3CEAE48459B}" destId="{482B0610-B51A-4FC6-A9E7-11A6A08474E2}" srcOrd="2" destOrd="0" presId="urn:microsoft.com/office/officeart/2005/8/layout/process1"/>
    <dgm:cxn modelId="{2D6E84AD-7E70-429A-BBD4-68CE9A6AA34B}" type="presParOf" srcId="{9DD370F5-3B3F-4867-81C2-D3CEAE48459B}" destId="{E21F9E82-D423-4EBA-8CC1-0820652D2048}" srcOrd="3" destOrd="0" presId="urn:microsoft.com/office/officeart/2005/8/layout/process1"/>
    <dgm:cxn modelId="{8249F793-E5EC-468A-8B30-268EDB02C12A}" type="presParOf" srcId="{E21F9E82-D423-4EBA-8CC1-0820652D2048}" destId="{A56C67F1-723C-456A-83BC-0F95FBF62DA7}" srcOrd="0" destOrd="0" presId="urn:microsoft.com/office/officeart/2005/8/layout/process1"/>
    <dgm:cxn modelId="{1D37479C-6C80-44A7-92AF-B4C2FE828FC7}" type="presParOf" srcId="{9DD370F5-3B3F-4867-81C2-D3CEAE48459B}" destId="{0FA8B8D0-7BCB-4E92-B826-F538240E3322}" srcOrd="4" destOrd="0" presId="urn:microsoft.com/office/officeart/2005/8/layout/process1"/>
    <dgm:cxn modelId="{96726FB5-3583-429B-8D4B-B7A848769F43}" type="presParOf" srcId="{9DD370F5-3B3F-4867-81C2-D3CEAE48459B}" destId="{DE00F8FA-2711-4497-B258-7ADB02ED8A6B}" srcOrd="5" destOrd="0" presId="urn:microsoft.com/office/officeart/2005/8/layout/process1"/>
    <dgm:cxn modelId="{4A2A5051-0568-473C-901B-1EEF75FAE1DE}" type="presParOf" srcId="{DE00F8FA-2711-4497-B258-7ADB02ED8A6B}" destId="{A0D466DB-8192-4794-9853-A23A897C8C24}" srcOrd="0" destOrd="0" presId="urn:microsoft.com/office/officeart/2005/8/layout/process1"/>
    <dgm:cxn modelId="{79F990AA-0645-4695-8CBA-FA94F2ED5A1C}" type="presParOf" srcId="{9DD370F5-3B3F-4867-81C2-D3CEAE48459B}" destId="{6FBD4814-3104-42E6-9D41-24AE7DD7455F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51ABA0-B2BC-475A-8A53-E485DFE763BA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C4CD4A8B-DBFA-4C8B-96C2-6F178B35C46D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5D127E63-1FD3-4CA5-BD9F-3ECA94A55430}" type="parTrans" cxnId="{48491C7F-3E6B-4691-BC04-3C142D746FD6}">
      <dgm:prSet/>
      <dgm:spPr/>
      <dgm:t>
        <a:bodyPr/>
        <a:lstStyle/>
        <a:p>
          <a:endParaRPr kumimoji="1" lang="ja-JP" altLang="en-US"/>
        </a:p>
      </dgm:t>
    </dgm:pt>
    <dgm:pt modelId="{3CF87ABC-6EE0-4B79-9798-14BF2B62789B}" type="sibTrans" cxnId="{48491C7F-3E6B-4691-BC04-3C142D746FD6}">
      <dgm:prSet/>
      <dgm:spPr/>
      <dgm:t>
        <a:bodyPr/>
        <a:lstStyle/>
        <a:p>
          <a:endParaRPr kumimoji="1" lang="ja-JP" altLang="en-US"/>
        </a:p>
      </dgm:t>
    </dgm:pt>
    <dgm:pt modelId="{E34C1B66-6A9F-448A-949B-E36174E318B6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BDB625A9-5D4F-4730-993E-FCD7B8DF9A1D}" type="parTrans" cxnId="{61A9560F-6C2D-473B-8BAD-2556E50C818F}">
      <dgm:prSet/>
      <dgm:spPr/>
    </dgm:pt>
    <dgm:pt modelId="{38584DAF-0071-448A-8378-15B9A4B2A4D0}" type="sibTrans" cxnId="{61A9560F-6C2D-473B-8BAD-2556E50C818F}">
      <dgm:prSet/>
      <dgm:spPr/>
    </dgm:pt>
    <dgm:pt modelId="{FEFAE815-21A3-493A-ADCA-1E9BAD7FA859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B271AC18-E144-4102-9521-7621533680DF}" type="parTrans" cxnId="{85B9B822-9418-443F-B7DF-3EA613FE79BE}">
      <dgm:prSet/>
      <dgm:spPr/>
    </dgm:pt>
    <dgm:pt modelId="{10D06279-D246-45B7-AADD-9D4CB72ED526}" type="sibTrans" cxnId="{85B9B822-9418-443F-B7DF-3EA613FE79BE}">
      <dgm:prSet/>
      <dgm:spPr/>
    </dgm:pt>
    <dgm:pt modelId="{7321AE6E-249C-449A-9F30-9EBC78571541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0187F8AB-83D1-4E1E-92DD-90EB025794A9}" type="parTrans" cxnId="{8982B892-87F8-4094-9EA3-87990573C091}">
      <dgm:prSet/>
      <dgm:spPr/>
    </dgm:pt>
    <dgm:pt modelId="{00E5C53D-EB40-4B58-A1F5-35E84C85CA22}" type="sibTrans" cxnId="{8982B892-87F8-4094-9EA3-87990573C091}">
      <dgm:prSet/>
      <dgm:spPr/>
    </dgm:pt>
    <dgm:pt modelId="{A39886A6-D682-483B-B067-757DC30ECEE1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5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CC02C27C-0EE9-497A-B816-4B087D6F52BF}" type="parTrans" cxnId="{AD905586-DA99-4D9C-9815-088D175F314C}">
      <dgm:prSet/>
      <dgm:spPr/>
    </dgm:pt>
    <dgm:pt modelId="{E272EA38-BD7F-41DF-8280-7ACA6BDCD681}" type="sibTrans" cxnId="{AD905586-DA99-4D9C-9815-088D175F314C}">
      <dgm:prSet/>
      <dgm:spPr/>
    </dgm:pt>
    <dgm:pt modelId="{225C6688-524A-4195-8A4F-3FC4D71E05D8}" type="pres">
      <dgm:prSet presAssocID="{7851ABA0-B2BC-475A-8A53-E485DFE763B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FE11425-B5B7-4EC5-A7D8-43E0B4D86208}" type="pres">
      <dgm:prSet presAssocID="{C4CD4A8B-DBFA-4C8B-96C2-6F178B35C46D}" presName="hierRoot1" presStyleCnt="0">
        <dgm:presLayoutVars>
          <dgm:hierBranch val="init"/>
        </dgm:presLayoutVars>
      </dgm:prSet>
      <dgm:spPr/>
    </dgm:pt>
    <dgm:pt modelId="{A325D05A-5F15-4A10-A37D-B4BE2197DAA7}" type="pres">
      <dgm:prSet presAssocID="{C4CD4A8B-DBFA-4C8B-96C2-6F178B35C46D}" presName="rootComposite1" presStyleCnt="0"/>
      <dgm:spPr/>
    </dgm:pt>
    <dgm:pt modelId="{AD853F8C-C307-470C-8673-77B17B5DDBFE}" type="pres">
      <dgm:prSet presAssocID="{C4CD4A8B-DBFA-4C8B-96C2-6F178B35C46D}" presName="rootText1" presStyleLbl="node0" presStyleIdx="0" presStyleCnt="1">
        <dgm:presLayoutVars>
          <dgm:chPref val="3"/>
        </dgm:presLayoutVars>
      </dgm:prSet>
      <dgm:spPr/>
    </dgm:pt>
    <dgm:pt modelId="{0DC33C5C-1B10-4083-A7C5-690D1758AA34}" type="pres">
      <dgm:prSet presAssocID="{C4CD4A8B-DBFA-4C8B-96C2-6F178B35C46D}" presName="rootConnector1" presStyleLbl="node1" presStyleIdx="0" presStyleCnt="0"/>
      <dgm:spPr/>
    </dgm:pt>
    <dgm:pt modelId="{BC3CD14C-4A8F-4F03-A2B4-6452BD29FBAD}" type="pres">
      <dgm:prSet presAssocID="{C4CD4A8B-DBFA-4C8B-96C2-6F178B35C46D}" presName="hierChild2" presStyleCnt="0"/>
      <dgm:spPr/>
    </dgm:pt>
    <dgm:pt modelId="{59DF7971-430B-42D7-BA47-E78103D04593}" type="pres">
      <dgm:prSet presAssocID="{BDB625A9-5D4F-4730-993E-FCD7B8DF9A1D}" presName="Name37" presStyleLbl="parChTrans1D2" presStyleIdx="0" presStyleCnt="2"/>
      <dgm:spPr/>
    </dgm:pt>
    <dgm:pt modelId="{00537CE4-3892-418B-B773-33DE0676A54D}" type="pres">
      <dgm:prSet presAssocID="{E34C1B66-6A9F-448A-949B-E36174E318B6}" presName="hierRoot2" presStyleCnt="0">
        <dgm:presLayoutVars>
          <dgm:hierBranch val="init"/>
        </dgm:presLayoutVars>
      </dgm:prSet>
      <dgm:spPr/>
    </dgm:pt>
    <dgm:pt modelId="{6697FFA6-1681-473C-A9FF-55A95A63B9F2}" type="pres">
      <dgm:prSet presAssocID="{E34C1B66-6A9F-448A-949B-E36174E318B6}" presName="rootComposite" presStyleCnt="0"/>
      <dgm:spPr/>
    </dgm:pt>
    <dgm:pt modelId="{9A8A0D09-A4B9-4C4A-AB4D-D9D08FAF55BC}" type="pres">
      <dgm:prSet presAssocID="{E34C1B66-6A9F-448A-949B-E36174E318B6}" presName="rootText" presStyleLbl="node2" presStyleIdx="0" presStyleCnt="2">
        <dgm:presLayoutVars>
          <dgm:chPref val="3"/>
        </dgm:presLayoutVars>
      </dgm:prSet>
      <dgm:spPr/>
    </dgm:pt>
    <dgm:pt modelId="{4D456F35-6AF2-4099-8463-A7E457A3172E}" type="pres">
      <dgm:prSet presAssocID="{E34C1B66-6A9F-448A-949B-E36174E318B6}" presName="rootConnector" presStyleLbl="node2" presStyleIdx="0" presStyleCnt="2"/>
      <dgm:spPr/>
    </dgm:pt>
    <dgm:pt modelId="{0FBE60DA-8D19-4A75-AA08-9E926949B472}" type="pres">
      <dgm:prSet presAssocID="{E34C1B66-6A9F-448A-949B-E36174E318B6}" presName="hierChild4" presStyleCnt="0"/>
      <dgm:spPr/>
    </dgm:pt>
    <dgm:pt modelId="{3A086F40-0062-4CD9-A6C5-7A8465B77E55}" type="pres">
      <dgm:prSet presAssocID="{0187F8AB-83D1-4E1E-92DD-90EB025794A9}" presName="Name37" presStyleLbl="parChTrans1D3" presStyleIdx="0" presStyleCnt="2"/>
      <dgm:spPr/>
    </dgm:pt>
    <dgm:pt modelId="{503FB155-823C-499C-99C5-01A817CD1CF9}" type="pres">
      <dgm:prSet presAssocID="{7321AE6E-249C-449A-9F30-9EBC78571541}" presName="hierRoot2" presStyleCnt="0">
        <dgm:presLayoutVars>
          <dgm:hierBranch val="init"/>
        </dgm:presLayoutVars>
      </dgm:prSet>
      <dgm:spPr/>
    </dgm:pt>
    <dgm:pt modelId="{77644C39-0E9F-4616-9287-D28669A8A2A1}" type="pres">
      <dgm:prSet presAssocID="{7321AE6E-249C-449A-9F30-9EBC78571541}" presName="rootComposite" presStyleCnt="0"/>
      <dgm:spPr/>
    </dgm:pt>
    <dgm:pt modelId="{F52A74D5-24CE-4DFB-A8DC-8B1E25519AA0}" type="pres">
      <dgm:prSet presAssocID="{7321AE6E-249C-449A-9F30-9EBC78571541}" presName="rootText" presStyleLbl="node3" presStyleIdx="0" presStyleCnt="2">
        <dgm:presLayoutVars>
          <dgm:chPref val="3"/>
        </dgm:presLayoutVars>
      </dgm:prSet>
      <dgm:spPr/>
    </dgm:pt>
    <dgm:pt modelId="{F536E53B-BDED-451C-818A-0A652E7CDFAB}" type="pres">
      <dgm:prSet presAssocID="{7321AE6E-249C-449A-9F30-9EBC78571541}" presName="rootConnector" presStyleLbl="node3" presStyleIdx="0" presStyleCnt="2"/>
      <dgm:spPr/>
    </dgm:pt>
    <dgm:pt modelId="{9F7AB67F-E836-4EAB-A252-417BB7B7954F}" type="pres">
      <dgm:prSet presAssocID="{7321AE6E-249C-449A-9F30-9EBC78571541}" presName="hierChild4" presStyleCnt="0"/>
      <dgm:spPr/>
    </dgm:pt>
    <dgm:pt modelId="{FD01E29C-87DF-4A23-8BE7-67A2A06B39B5}" type="pres">
      <dgm:prSet presAssocID="{7321AE6E-249C-449A-9F30-9EBC78571541}" presName="hierChild5" presStyleCnt="0"/>
      <dgm:spPr/>
    </dgm:pt>
    <dgm:pt modelId="{ABFD76D8-6464-4FE8-A888-972C588C33E6}" type="pres">
      <dgm:prSet presAssocID="{CC02C27C-0EE9-497A-B816-4B087D6F52BF}" presName="Name37" presStyleLbl="parChTrans1D3" presStyleIdx="1" presStyleCnt="2"/>
      <dgm:spPr/>
    </dgm:pt>
    <dgm:pt modelId="{9CD719BD-1D8C-4DBD-8A39-983A8318E6CA}" type="pres">
      <dgm:prSet presAssocID="{A39886A6-D682-483B-B067-757DC30ECEE1}" presName="hierRoot2" presStyleCnt="0">
        <dgm:presLayoutVars>
          <dgm:hierBranch val="init"/>
        </dgm:presLayoutVars>
      </dgm:prSet>
      <dgm:spPr/>
    </dgm:pt>
    <dgm:pt modelId="{3A2972B8-2007-45ED-982E-2101B0DE9F69}" type="pres">
      <dgm:prSet presAssocID="{A39886A6-D682-483B-B067-757DC30ECEE1}" presName="rootComposite" presStyleCnt="0"/>
      <dgm:spPr/>
    </dgm:pt>
    <dgm:pt modelId="{5262D4F5-D0BB-4B84-8442-DA453C1B4DE2}" type="pres">
      <dgm:prSet presAssocID="{A39886A6-D682-483B-B067-757DC30ECEE1}" presName="rootText" presStyleLbl="node3" presStyleIdx="1" presStyleCnt="2">
        <dgm:presLayoutVars>
          <dgm:chPref val="3"/>
        </dgm:presLayoutVars>
      </dgm:prSet>
      <dgm:spPr/>
    </dgm:pt>
    <dgm:pt modelId="{D827869A-1107-4FDD-AA7E-E80ADE589E83}" type="pres">
      <dgm:prSet presAssocID="{A39886A6-D682-483B-B067-757DC30ECEE1}" presName="rootConnector" presStyleLbl="node3" presStyleIdx="1" presStyleCnt="2"/>
      <dgm:spPr/>
    </dgm:pt>
    <dgm:pt modelId="{0A8127F8-CA6A-4E2A-9A77-E8CED37BD107}" type="pres">
      <dgm:prSet presAssocID="{A39886A6-D682-483B-B067-757DC30ECEE1}" presName="hierChild4" presStyleCnt="0"/>
      <dgm:spPr/>
    </dgm:pt>
    <dgm:pt modelId="{A0803FF9-E2BC-4A6C-B602-F40511B938BE}" type="pres">
      <dgm:prSet presAssocID="{A39886A6-D682-483B-B067-757DC30ECEE1}" presName="hierChild5" presStyleCnt="0"/>
      <dgm:spPr/>
    </dgm:pt>
    <dgm:pt modelId="{02E2201F-5D8C-4784-AA62-00C069B250F0}" type="pres">
      <dgm:prSet presAssocID="{E34C1B66-6A9F-448A-949B-E36174E318B6}" presName="hierChild5" presStyleCnt="0"/>
      <dgm:spPr/>
    </dgm:pt>
    <dgm:pt modelId="{8A716757-FAE0-4ED5-8CEB-869539FA149A}" type="pres">
      <dgm:prSet presAssocID="{B271AC18-E144-4102-9521-7621533680DF}" presName="Name37" presStyleLbl="parChTrans1D2" presStyleIdx="1" presStyleCnt="2"/>
      <dgm:spPr/>
    </dgm:pt>
    <dgm:pt modelId="{BBEB6FE9-C84D-40DE-8210-2EC0C2E6C590}" type="pres">
      <dgm:prSet presAssocID="{FEFAE815-21A3-493A-ADCA-1E9BAD7FA859}" presName="hierRoot2" presStyleCnt="0">
        <dgm:presLayoutVars>
          <dgm:hierBranch val="init"/>
        </dgm:presLayoutVars>
      </dgm:prSet>
      <dgm:spPr/>
    </dgm:pt>
    <dgm:pt modelId="{8E247CE9-F9CA-4344-85E9-01475009EFC3}" type="pres">
      <dgm:prSet presAssocID="{FEFAE815-21A3-493A-ADCA-1E9BAD7FA859}" presName="rootComposite" presStyleCnt="0"/>
      <dgm:spPr/>
    </dgm:pt>
    <dgm:pt modelId="{901427E7-4E5A-4C95-93CA-0834D7050A44}" type="pres">
      <dgm:prSet presAssocID="{FEFAE815-21A3-493A-ADCA-1E9BAD7FA859}" presName="rootText" presStyleLbl="node2" presStyleIdx="1" presStyleCnt="2">
        <dgm:presLayoutVars>
          <dgm:chPref val="3"/>
        </dgm:presLayoutVars>
      </dgm:prSet>
      <dgm:spPr/>
    </dgm:pt>
    <dgm:pt modelId="{B98E57B7-EC2B-48FD-A171-E3BB776AA857}" type="pres">
      <dgm:prSet presAssocID="{FEFAE815-21A3-493A-ADCA-1E9BAD7FA859}" presName="rootConnector" presStyleLbl="node2" presStyleIdx="1" presStyleCnt="2"/>
      <dgm:spPr/>
    </dgm:pt>
    <dgm:pt modelId="{18F7C4DC-D1D1-46BA-95A8-B43EE059D6C3}" type="pres">
      <dgm:prSet presAssocID="{FEFAE815-21A3-493A-ADCA-1E9BAD7FA859}" presName="hierChild4" presStyleCnt="0"/>
      <dgm:spPr/>
    </dgm:pt>
    <dgm:pt modelId="{6A455FCD-C39E-402D-9112-08613A4307F4}" type="pres">
      <dgm:prSet presAssocID="{FEFAE815-21A3-493A-ADCA-1E9BAD7FA859}" presName="hierChild5" presStyleCnt="0"/>
      <dgm:spPr/>
    </dgm:pt>
    <dgm:pt modelId="{F87895CD-4FCC-41F9-9F28-C5B97C817FE8}" type="pres">
      <dgm:prSet presAssocID="{C4CD4A8B-DBFA-4C8B-96C2-6F178B35C46D}" presName="hierChild3" presStyleCnt="0"/>
      <dgm:spPr/>
    </dgm:pt>
  </dgm:ptLst>
  <dgm:cxnLst>
    <dgm:cxn modelId="{226C1006-AFAC-46EB-ACE5-821BFBEEAED5}" type="presOf" srcId="{0187F8AB-83D1-4E1E-92DD-90EB025794A9}" destId="{3A086F40-0062-4CD9-A6C5-7A8465B77E55}" srcOrd="0" destOrd="0" presId="urn:microsoft.com/office/officeart/2005/8/layout/orgChart1"/>
    <dgm:cxn modelId="{9321D40E-A9AA-4A30-8FE8-F649D7EB864C}" type="presOf" srcId="{B271AC18-E144-4102-9521-7621533680DF}" destId="{8A716757-FAE0-4ED5-8CEB-869539FA149A}" srcOrd="0" destOrd="0" presId="urn:microsoft.com/office/officeart/2005/8/layout/orgChart1"/>
    <dgm:cxn modelId="{61A9560F-6C2D-473B-8BAD-2556E50C818F}" srcId="{C4CD4A8B-DBFA-4C8B-96C2-6F178B35C46D}" destId="{E34C1B66-6A9F-448A-949B-E36174E318B6}" srcOrd="0" destOrd="0" parTransId="{BDB625A9-5D4F-4730-993E-FCD7B8DF9A1D}" sibTransId="{38584DAF-0071-448A-8378-15B9A4B2A4D0}"/>
    <dgm:cxn modelId="{85B9B822-9418-443F-B7DF-3EA613FE79BE}" srcId="{C4CD4A8B-DBFA-4C8B-96C2-6F178B35C46D}" destId="{FEFAE815-21A3-493A-ADCA-1E9BAD7FA859}" srcOrd="1" destOrd="0" parTransId="{B271AC18-E144-4102-9521-7621533680DF}" sibTransId="{10D06279-D246-45B7-AADD-9D4CB72ED526}"/>
    <dgm:cxn modelId="{A3908428-3D64-4F07-9D7C-526AB0DC7B9F}" type="presOf" srcId="{BDB625A9-5D4F-4730-993E-FCD7B8DF9A1D}" destId="{59DF7971-430B-42D7-BA47-E78103D04593}" srcOrd="0" destOrd="0" presId="urn:microsoft.com/office/officeart/2005/8/layout/orgChart1"/>
    <dgm:cxn modelId="{3FBA1F36-A53B-4418-B70E-598936789691}" type="presOf" srcId="{E34C1B66-6A9F-448A-949B-E36174E318B6}" destId="{9A8A0D09-A4B9-4C4A-AB4D-D9D08FAF55BC}" srcOrd="0" destOrd="0" presId="urn:microsoft.com/office/officeart/2005/8/layout/orgChart1"/>
    <dgm:cxn modelId="{60D26946-E57D-4083-ABB1-87BD31D454FC}" type="presOf" srcId="{E34C1B66-6A9F-448A-949B-E36174E318B6}" destId="{4D456F35-6AF2-4099-8463-A7E457A3172E}" srcOrd="1" destOrd="0" presId="urn:microsoft.com/office/officeart/2005/8/layout/orgChart1"/>
    <dgm:cxn modelId="{625EDE69-584C-426E-A7D9-0492AC869123}" type="presOf" srcId="{FEFAE815-21A3-493A-ADCA-1E9BAD7FA859}" destId="{901427E7-4E5A-4C95-93CA-0834D7050A44}" srcOrd="0" destOrd="0" presId="urn:microsoft.com/office/officeart/2005/8/layout/orgChart1"/>
    <dgm:cxn modelId="{5D41754E-CCE7-4FFD-8244-FC648E5672A2}" type="presOf" srcId="{7321AE6E-249C-449A-9F30-9EBC78571541}" destId="{F536E53B-BDED-451C-818A-0A652E7CDFAB}" srcOrd="1" destOrd="0" presId="urn:microsoft.com/office/officeart/2005/8/layout/orgChart1"/>
    <dgm:cxn modelId="{A0489B6F-487A-40D0-A71D-F581D1FC6474}" type="presOf" srcId="{7321AE6E-249C-449A-9F30-9EBC78571541}" destId="{F52A74D5-24CE-4DFB-A8DC-8B1E25519AA0}" srcOrd="0" destOrd="0" presId="urn:microsoft.com/office/officeart/2005/8/layout/orgChart1"/>
    <dgm:cxn modelId="{66A9DB7B-A296-4C96-9239-D7FD4C77C127}" type="presOf" srcId="{C4CD4A8B-DBFA-4C8B-96C2-6F178B35C46D}" destId="{0DC33C5C-1B10-4083-A7C5-690D1758AA34}" srcOrd="1" destOrd="0" presId="urn:microsoft.com/office/officeart/2005/8/layout/orgChart1"/>
    <dgm:cxn modelId="{48491C7F-3E6B-4691-BC04-3C142D746FD6}" srcId="{7851ABA0-B2BC-475A-8A53-E485DFE763BA}" destId="{C4CD4A8B-DBFA-4C8B-96C2-6F178B35C46D}" srcOrd="0" destOrd="0" parTransId="{5D127E63-1FD3-4CA5-BD9F-3ECA94A55430}" sibTransId="{3CF87ABC-6EE0-4B79-9798-14BF2B62789B}"/>
    <dgm:cxn modelId="{AD905586-DA99-4D9C-9815-088D175F314C}" srcId="{E34C1B66-6A9F-448A-949B-E36174E318B6}" destId="{A39886A6-D682-483B-B067-757DC30ECEE1}" srcOrd="1" destOrd="0" parTransId="{CC02C27C-0EE9-497A-B816-4B087D6F52BF}" sibTransId="{E272EA38-BD7F-41DF-8280-7ACA6BDCD681}"/>
    <dgm:cxn modelId="{8982B892-87F8-4094-9EA3-87990573C091}" srcId="{E34C1B66-6A9F-448A-949B-E36174E318B6}" destId="{7321AE6E-249C-449A-9F30-9EBC78571541}" srcOrd="0" destOrd="0" parTransId="{0187F8AB-83D1-4E1E-92DD-90EB025794A9}" sibTransId="{00E5C53D-EB40-4B58-A1F5-35E84C85CA22}"/>
    <dgm:cxn modelId="{0901FB98-5861-4242-A4F7-F72555F935B7}" type="presOf" srcId="{A39886A6-D682-483B-B067-757DC30ECEE1}" destId="{5262D4F5-D0BB-4B84-8442-DA453C1B4DE2}" srcOrd="0" destOrd="0" presId="urn:microsoft.com/office/officeart/2005/8/layout/orgChart1"/>
    <dgm:cxn modelId="{BFFF2CA5-B5A0-4EE0-9A8F-B0249EC30224}" type="presOf" srcId="{FEFAE815-21A3-493A-ADCA-1E9BAD7FA859}" destId="{B98E57B7-EC2B-48FD-A171-E3BB776AA857}" srcOrd="1" destOrd="0" presId="urn:microsoft.com/office/officeart/2005/8/layout/orgChart1"/>
    <dgm:cxn modelId="{D50F4FAB-9F38-4A13-88A3-58D5918E51AE}" type="presOf" srcId="{A39886A6-D682-483B-B067-757DC30ECEE1}" destId="{D827869A-1107-4FDD-AA7E-E80ADE589E83}" srcOrd="1" destOrd="0" presId="urn:microsoft.com/office/officeart/2005/8/layout/orgChart1"/>
    <dgm:cxn modelId="{A88EB9BD-97C4-4D49-B287-A5FFB63BA360}" type="presOf" srcId="{CC02C27C-0EE9-497A-B816-4B087D6F52BF}" destId="{ABFD76D8-6464-4FE8-A888-972C588C33E6}" srcOrd="0" destOrd="0" presId="urn:microsoft.com/office/officeart/2005/8/layout/orgChart1"/>
    <dgm:cxn modelId="{C27078C0-341E-4EFB-B61C-2687AB1AC0AA}" type="presOf" srcId="{7851ABA0-B2BC-475A-8A53-E485DFE763BA}" destId="{225C6688-524A-4195-8A4F-3FC4D71E05D8}" srcOrd="0" destOrd="0" presId="urn:microsoft.com/office/officeart/2005/8/layout/orgChart1"/>
    <dgm:cxn modelId="{9AA49CF5-BA53-464B-955E-C99E4DF3A388}" type="presOf" srcId="{C4CD4A8B-DBFA-4C8B-96C2-6F178B35C46D}" destId="{AD853F8C-C307-470C-8673-77B17B5DDBFE}" srcOrd="0" destOrd="0" presId="urn:microsoft.com/office/officeart/2005/8/layout/orgChart1"/>
    <dgm:cxn modelId="{7E97D3D5-1FF4-4149-8DD7-045BB909DED9}" type="presParOf" srcId="{225C6688-524A-4195-8A4F-3FC4D71E05D8}" destId="{0FE11425-B5B7-4EC5-A7D8-43E0B4D86208}" srcOrd="0" destOrd="0" presId="urn:microsoft.com/office/officeart/2005/8/layout/orgChart1"/>
    <dgm:cxn modelId="{8296B8F0-D700-420C-A39D-7A6D2077E0BD}" type="presParOf" srcId="{0FE11425-B5B7-4EC5-A7D8-43E0B4D86208}" destId="{A325D05A-5F15-4A10-A37D-B4BE2197DAA7}" srcOrd="0" destOrd="0" presId="urn:microsoft.com/office/officeart/2005/8/layout/orgChart1"/>
    <dgm:cxn modelId="{9A0637CA-B96E-41A1-AEF2-D16B9557BC1A}" type="presParOf" srcId="{A325D05A-5F15-4A10-A37D-B4BE2197DAA7}" destId="{AD853F8C-C307-470C-8673-77B17B5DDBFE}" srcOrd="0" destOrd="0" presId="urn:microsoft.com/office/officeart/2005/8/layout/orgChart1"/>
    <dgm:cxn modelId="{197B3117-C99B-4F4A-AB81-CCEAEF664811}" type="presParOf" srcId="{A325D05A-5F15-4A10-A37D-B4BE2197DAA7}" destId="{0DC33C5C-1B10-4083-A7C5-690D1758AA34}" srcOrd="1" destOrd="0" presId="urn:microsoft.com/office/officeart/2005/8/layout/orgChart1"/>
    <dgm:cxn modelId="{CF2AB6DB-DD10-48A0-B0B8-283A024798FC}" type="presParOf" srcId="{0FE11425-B5B7-4EC5-A7D8-43E0B4D86208}" destId="{BC3CD14C-4A8F-4F03-A2B4-6452BD29FBAD}" srcOrd="1" destOrd="0" presId="urn:microsoft.com/office/officeart/2005/8/layout/orgChart1"/>
    <dgm:cxn modelId="{141A865C-1DF8-416A-8528-6A6F5165FDD9}" type="presParOf" srcId="{BC3CD14C-4A8F-4F03-A2B4-6452BD29FBAD}" destId="{59DF7971-430B-42D7-BA47-E78103D04593}" srcOrd="0" destOrd="0" presId="urn:microsoft.com/office/officeart/2005/8/layout/orgChart1"/>
    <dgm:cxn modelId="{461876FD-37FF-40C8-B7AA-489B5A9B588F}" type="presParOf" srcId="{BC3CD14C-4A8F-4F03-A2B4-6452BD29FBAD}" destId="{00537CE4-3892-418B-B773-33DE0676A54D}" srcOrd="1" destOrd="0" presId="urn:microsoft.com/office/officeart/2005/8/layout/orgChart1"/>
    <dgm:cxn modelId="{8A327B0F-8C33-454C-A449-8CC51B6EBD5B}" type="presParOf" srcId="{00537CE4-3892-418B-B773-33DE0676A54D}" destId="{6697FFA6-1681-473C-A9FF-55A95A63B9F2}" srcOrd="0" destOrd="0" presId="urn:microsoft.com/office/officeart/2005/8/layout/orgChart1"/>
    <dgm:cxn modelId="{95E1BE80-2873-4EA5-AC7A-38D68C7AE56C}" type="presParOf" srcId="{6697FFA6-1681-473C-A9FF-55A95A63B9F2}" destId="{9A8A0D09-A4B9-4C4A-AB4D-D9D08FAF55BC}" srcOrd="0" destOrd="0" presId="urn:microsoft.com/office/officeart/2005/8/layout/orgChart1"/>
    <dgm:cxn modelId="{DB004C26-08DD-4D2B-B2F6-0F7F1838BE9E}" type="presParOf" srcId="{6697FFA6-1681-473C-A9FF-55A95A63B9F2}" destId="{4D456F35-6AF2-4099-8463-A7E457A3172E}" srcOrd="1" destOrd="0" presId="urn:microsoft.com/office/officeart/2005/8/layout/orgChart1"/>
    <dgm:cxn modelId="{B485A970-A7AE-4C9F-8F01-6C5434F651FC}" type="presParOf" srcId="{00537CE4-3892-418B-B773-33DE0676A54D}" destId="{0FBE60DA-8D19-4A75-AA08-9E926949B472}" srcOrd="1" destOrd="0" presId="urn:microsoft.com/office/officeart/2005/8/layout/orgChart1"/>
    <dgm:cxn modelId="{B1E36194-27F2-4ECB-A9B3-24BF1223C7D7}" type="presParOf" srcId="{0FBE60DA-8D19-4A75-AA08-9E926949B472}" destId="{3A086F40-0062-4CD9-A6C5-7A8465B77E55}" srcOrd="0" destOrd="0" presId="urn:microsoft.com/office/officeart/2005/8/layout/orgChart1"/>
    <dgm:cxn modelId="{6FF730ED-A75C-48D1-B972-CDB3A3C460C4}" type="presParOf" srcId="{0FBE60DA-8D19-4A75-AA08-9E926949B472}" destId="{503FB155-823C-499C-99C5-01A817CD1CF9}" srcOrd="1" destOrd="0" presId="urn:microsoft.com/office/officeart/2005/8/layout/orgChart1"/>
    <dgm:cxn modelId="{BF23A549-D5DA-4E8E-B0AC-6A1580BF19B4}" type="presParOf" srcId="{503FB155-823C-499C-99C5-01A817CD1CF9}" destId="{77644C39-0E9F-4616-9287-D28669A8A2A1}" srcOrd="0" destOrd="0" presId="urn:microsoft.com/office/officeart/2005/8/layout/orgChart1"/>
    <dgm:cxn modelId="{16E1F2E4-AC70-4B83-95BA-20C2C4090154}" type="presParOf" srcId="{77644C39-0E9F-4616-9287-D28669A8A2A1}" destId="{F52A74D5-24CE-4DFB-A8DC-8B1E25519AA0}" srcOrd="0" destOrd="0" presId="urn:microsoft.com/office/officeart/2005/8/layout/orgChart1"/>
    <dgm:cxn modelId="{E1BD9C26-4937-4134-96F4-66E05944ECC8}" type="presParOf" srcId="{77644C39-0E9F-4616-9287-D28669A8A2A1}" destId="{F536E53B-BDED-451C-818A-0A652E7CDFAB}" srcOrd="1" destOrd="0" presId="urn:microsoft.com/office/officeart/2005/8/layout/orgChart1"/>
    <dgm:cxn modelId="{14745784-5B86-4678-9859-F4047B2C386D}" type="presParOf" srcId="{503FB155-823C-499C-99C5-01A817CD1CF9}" destId="{9F7AB67F-E836-4EAB-A252-417BB7B7954F}" srcOrd="1" destOrd="0" presId="urn:microsoft.com/office/officeart/2005/8/layout/orgChart1"/>
    <dgm:cxn modelId="{1321041C-0A85-4065-A132-94869BC4DB40}" type="presParOf" srcId="{503FB155-823C-499C-99C5-01A817CD1CF9}" destId="{FD01E29C-87DF-4A23-8BE7-67A2A06B39B5}" srcOrd="2" destOrd="0" presId="urn:microsoft.com/office/officeart/2005/8/layout/orgChart1"/>
    <dgm:cxn modelId="{CDC1D41A-0AA2-4203-A10F-B21914B0FF56}" type="presParOf" srcId="{0FBE60DA-8D19-4A75-AA08-9E926949B472}" destId="{ABFD76D8-6464-4FE8-A888-972C588C33E6}" srcOrd="2" destOrd="0" presId="urn:microsoft.com/office/officeart/2005/8/layout/orgChart1"/>
    <dgm:cxn modelId="{64F0D0A0-5CC1-4189-9D95-D1DB7BB63E96}" type="presParOf" srcId="{0FBE60DA-8D19-4A75-AA08-9E926949B472}" destId="{9CD719BD-1D8C-4DBD-8A39-983A8318E6CA}" srcOrd="3" destOrd="0" presId="urn:microsoft.com/office/officeart/2005/8/layout/orgChart1"/>
    <dgm:cxn modelId="{115C9871-042F-4724-8B99-647F6205DDB6}" type="presParOf" srcId="{9CD719BD-1D8C-4DBD-8A39-983A8318E6CA}" destId="{3A2972B8-2007-45ED-982E-2101B0DE9F69}" srcOrd="0" destOrd="0" presId="urn:microsoft.com/office/officeart/2005/8/layout/orgChart1"/>
    <dgm:cxn modelId="{6185F498-B538-4EB7-BBFE-84A29A6DF159}" type="presParOf" srcId="{3A2972B8-2007-45ED-982E-2101B0DE9F69}" destId="{5262D4F5-D0BB-4B84-8442-DA453C1B4DE2}" srcOrd="0" destOrd="0" presId="urn:microsoft.com/office/officeart/2005/8/layout/orgChart1"/>
    <dgm:cxn modelId="{A9653C43-ADD2-44C6-9A48-AC036CCB4752}" type="presParOf" srcId="{3A2972B8-2007-45ED-982E-2101B0DE9F69}" destId="{D827869A-1107-4FDD-AA7E-E80ADE589E83}" srcOrd="1" destOrd="0" presId="urn:microsoft.com/office/officeart/2005/8/layout/orgChart1"/>
    <dgm:cxn modelId="{AD3E413C-C5C3-444E-B03D-02E936202242}" type="presParOf" srcId="{9CD719BD-1D8C-4DBD-8A39-983A8318E6CA}" destId="{0A8127F8-CA6A-4E2A-9A77-E8CED37BD107}" srcOrd="1" destOrd="0" presId="urn:microsoft.com/office/officeart/2005/8/layout/orgChart1"/>
    <dgm:cxn modelId="{A0A758EC-E236-4B2F-8E4B-7AE66AB30760}" type="presParOf" srcId="{9CD719BD-1D8C-4DBD-8A39-983A8318E6CA}" destId="{A0803FF9-E2BC-4A6C-B602-F40511B938BE}" srcOrd="2" destOrd="0" presId="urn:microsoft.com/office/officeart/2005/8/layout/orgChart1"/>
    <dgm:cxn modelId="{A21D1F94-DE14-476B-A69E-220CCD1FEB41}" type="presParOf" srcId="{00537CE4-3892-418B-B773-33DE0676A54D}" destId="{02E2201F-5D8C-4784-AA62-00C069B250F0}" srcOrd="2" destOrd="0" presId="urn:microsoft.com/office/officeart/2005/8/layout/orgChart1"/>
    <dgm:cxn modelId="{11AE217F-7B1F-4B9D-9B5D-752CDA20F658}" type="presParOf" srcId="{BC3CD14C-4A8F-4F03-A2B4-6452BD29FBAD}" destId="{8A716757-FAE0-4ED5-8CEB-869539FA149A}" srcOrd="2" destOrd="0" presId="urn:microsoft.com/office/officeart/2005/8/layout/orgChart1"/>
    <dgm:cxn modelId="{C03B076A-091B-4686-9B4A-6788E457BCEC}" type="presParOf" srcId="{BC3CD14C-4A8F-4F03-A2B4-6452BD29FBAD}" destId="{BBEB6FE9-C84D-40DE-8210-2EC0C2E6C590}" srcOrd="3" destOrd="0" presId="urn:microsoft.com/office/officeart/2005/8/layout/orgChart1"/>
    <dgm:cxn modelId="{2EEE120D-A1C0-4F20-9867-0A12970D8B1B}" type="presParOf" srcId="{BBEB6FE9-C84D-40DE-8210-2EC0C2E6C590}" destId="{8E247CE9-F9CA-4344-85E9-01475009EFC3}" srcOrd="0" destOrd="0" presId="urn:microsoft.com/office/officeart/2005/8/layout/orgChart1"/>
    <dgm:cxn modelId="{DBB4FA0B-AC3E-443E-9981-79092FA2DB9E}" type="presParOf" srcId="{8E247CE9-F9CA-4344-85E9-01475009EFC3}" destId="{901427E7-4E5A-4C95-93CA-0834D7050A44}" srcOrd="0" destOrd="0" presId="urn:microsoft.com/office/officeart/2005/8/layout/orgChart1"/>
    <dgm:cxn modelId="{649686C6-DAB1-49B3-9FC0-B546DCC1FF3C}" type="presParOf" srcId="{8E247CE9-F9CA-4344-85E9-01475009EFC3}" destId="{B98E57B7-EC2B-48FD-A171-E3BB776AA857}" srcOrd="1" destOrd="0" presId="urn:microsoft.com/office/officeart/2005/8/layout/orgChart1"/>
    <dgm:cxn modelId="{5863E4FE-2C2A-4BE4-82BD-7F047500963C}" type="presParOf" srcId="{BBEB6FE9-C84D-40DE-8210-2EC0C2E6C590}" destId="{18F7C4DC-D1D1-46BA-95A8-B43EE059D6C3}" srcOrd="1" destOrd="0" presId="urn:microsoft.com/office/officeart/2005/8/layout/orgChart1"/>
    <dgm:cxn modelId="{62D40F25-6EE1-4B2F-BDC0-768721CA9AD3}" type="presParOf" srcId="{BBEB6FE9-C84D-40DE-8210-2EC0C2E6C590}" destId="{6A455FCD-C39E-402D-9112-08613A4307F4}" srcOrd="2" destOrd="0" presId="urn:microsoft.com/office/officeart/2005/8/layout/orgChart1"/>
    <dgm:cxn modelId="{CB892607-2719-4FDF-9055-333F0D16A323}" type="presParOf" srcId="{0FE11425-B5B7-4EC5-A7D8-43E0B4D86208}" destId="{F87895CD-4FCC-41F9-9F28-C5B97C817FE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C99215-349F-44EB-A762-6F3C29B1226A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DAD91B9F-283A-45BA-B2CB-19B209C57009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B6143795-BB26-454B-AB00-03B3F21415DA}" type="parTrans" cxnId="{087B98CA-AE71-4ED6-BEC9-178C596EDF95}">
      <dgm:prSet/>
      <dgm:spPr/>
      <dgm:t>
        <a:bodyPr/>
        <a:lstStyle/>
        <a:p>
          <a:endParaRPr kumimoji="1" lang="ja-JP" altLang="en-US"/>
        </a:p>
      </dgm:t>
    </dgm:pt>
    <dgm:pt modelId="{C6335AB2-858C-4752-A047-51129677251B}" type="sibTrans" cxnId="{087B98CA-AE71-4ED6-BEC9-178C596EDF95}">
      <dgm:prSet/>
      <dgm:spPr/>
      <dgm:t>
        <a:bodyPr/>
        <a:lstStyle/>
        <a:p>
          <a:endParaRPr kumimoji="1" lang="ja-JP" altLang="en-US"/>
        </a:p>
      </dgm:t>
    </dgm:pt>
    <dgm:pt modelId="{8EFA0C0F-E061-4B9B-9461-98C41F0A7BD3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0828C139-FCB9-4884-874F-4C9A236A0F0C}" type="parTrans" cxnId="{50D70388-3D0E-49BE-92E1-147152E585EA}">
      <dgm:prSet/>
      <dgm:spPr/>
    </dgm:pt>
    <dgm:pt modelId="{0CAB0C77-EB4A-412F-BFA4-2E631F874CC3}" type="sibTrans" cxnId="{50D70388-3D0E-49BE-92E1-147152E585EA}">
      <dgm:prSet/>
      <dgm:spPr/>
    </dgm:pt>
    <dgm:pt modelId="{87368B65-FFFE-4493-9B10-89A4F9BCF0E5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2F16CF90-38CB-4B4B-B042-DEFA6534F96B}" type="parTrans" cxnId="{D47CBFB8-D788-4EA7-8C42-8F3A474BC67E}">
      <dgm:prSet/>
      <dgm:spPr/>
    </dgm:pt>
    <dgm:pt modelId="{81A2EBF4-5591-4DC5-B0DA-E471985FF617}" type="sibTrans" cxnId="{D47CBFB8-D788-4EA7-8C42-8F3A474BC67E}">
      <dgm:prSet/>
      <dgm:spPr/>
    </dgm:pt>
    <dgm:pt modelId="{E583358C-8E08-4BD0-B0AB-7E888CDCCF10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9A5A13A7-5D05-4E61-B9ED-53AA1546E99D}" type="parTrans" cxnId="{3B4AFBA4-F33A-4B46-B33D-250C9CDE2ED6}">
      <dgm:prSet/>
      <dgm:spPr/>
    </dgm:pt>
    <dgm:pt modelId="{B9A19C98-7851-42DE-9BC0-59EB34BC7A99}" type="sibTrans" cxnId="{3B4AFBA4-F33A-4B46-B33D-250C9CDE2ED6}">
      <dgm:prSet/>
      <dgm:spPr/>
    </dgm:pt>
    <dgm:pt modelId="{834331C2-B51B-4D79-90A0-F484EBFE55D8}" type="pres">
      <dgm:prSet presAssocID="{22C99215-349F-44EB-A762-6F3C29B1226A}" presName="cycle" presStyleCnt="0">
        <dgm:presLayoutVars>
          <dgm:dir/>
          <dgm:resizeHandles val="exact"/>
        </dgm:presLayoutVars>
      </dgm:prSet>
      <dgm:spPr/>
    </dgm:pt>
    <dgm:pt modelId="{9628403A-0F88-4EAF-BF0F-557AD1B19485}" type="pres">
      <dgm:prSet presAssocID="{DAD91B9F-283A-45BA-B2CB-19B209C57009}" presName="dummy" presStyleCnt="0"/>
      <dgm:spPr/>
    </dgm:pt>
    <dgm:pt modelId="{B2EC7C4F-AA2A-4AB3-A398-6864C3F492E4}" type="pres">
      <dgm:prSet presAssocID="{DAD91B9F-283A-45BA-B2CB-19B209C57009}" presName="node" presStyleLbl="revTx" presStyleIdx="0" presStyleCnt="4">
        <dgm:presLayoutVars>
          <dgm:bulletEnabled val="1"/>
        </dgm:presLayoutVars>
      </dgm:prSet>
      <dgm:spPr/>
    </dgm:pt>
    <dgm:pt modelId="{570A5841-2FF8-48D2-B9CF-0DB32362813B}" type="pres">
      <dgm:prSet presAssocID="{C6335AB2-858C-4752-A047-51129677251B}" presName="sibTrans" presStyleLbl="node1" presStyleIdx="0" presStyleCnt="4"/>
      <dgm:spPr/>
    </dgm:pt>
    <dgm:pt modelId="{40AEF0C3-8FFB-4BC8-8934-A41903E77CF2}" type="pres">
      <dgm:prSet presAssocID="{8EFA0C0F-E061-4B9B-9461-98C41F0A7BD3}" presName="dummy" presStyleCnt="0"/>
      <dgm:spPr/>
    </dgm:pt>
    <dgm:pt modelId="{A5DE776F-CF4A-46E6-AD4D-208D02FC72AF}" type="pres">
      <dgm:prSet presAssocID="{8EFA0C0F-E061-4B9B-9461-98C41F0A7BD3}" presName="node" presStyleLbl="revTx" presStyleIdx="1" presStyleCnt="4">
        <dgm:presLayoutVars>
          <dgm:bulletEnabled val="1"/>
        </dgm:presLayoutVars>
      </dgm:prSet>
      <dgm:spPr/>
    </dgm:pt>
    <dgm:pt modelId="{FE1A36C3-0626-4893-9C62-10E84EDEFBA3}" type="pres">
      <dgm:prSet presAssocID="{0CAB0C77-EB4A-412F-BFA4-2E631F874CC3}" presName="sibTrans" presStyleLbl="node1" presStyleIdx="1" presStyleCnt="4"/>
      <dgm:spPr/>
    </dgm:pt>
    <dgm:pt modelId="{B5B9F0A2-5883-4F5F-8C4F-E2AD9638B9FA}" type="pres">
      <dgm:prSet presAssocID="{87368B65-FFFE-4493-9B10-89A4F9BCF0E5}" presName="dummy" presStyleCnt="0"/>
      <dgm:spPr/>
    </dgm:pt>
    <dgm:pt modelId="{562FE135-3467-4AA3-8661-0DB8EE1E3FA4}" type="pres">
      <dgm:prSet presAssocID="{87368B65-FFFE-4493-9B10-89A4F9BCF0E5}" presName="node" presStyleLbl="revTx" presStyleIdx="2" presStyleCnt="4">
        <dgm:presLayoutVars>
          <dgm:bulletEnabled val="1"/>
        </dgm:presLayoutVars>
      </dgm:prSet>
      <dgm:spPr/>
    </dgm:pt>
    <dgm:pt modelId="{04B3BB20-0BCC-419B-8746-BE6456778C08}" type="pres">
      <dgm:prSet presAssocID="{81A2EBF4-5591-4DC5-B0DA-E471985FF617}" presName="sibTrans" presStyleLbl="node1" presStyleIdx="2" presStyleCnt="4"/>
      <dgm:spPr/>
    </dgm:pt>
    <dgm:pt modelId="{30B47CEE-C097-4B99-B00A-A2546102300D}" type="pres">
      <dgm:prSet presAssocID="{E583358C-8E08-4BD0-B0AB-7E888CDCCF10}" presName="dummy" presStyleCnt="0"/>
      <dgm:spPr/>
    </dgm:pt>
    <dgm:pt modelId="{82804153-3E6A-443D-87E1-17375A9DA179}" type="pres">
      <dgm:prSet presAssocID="{E583358C-8E08-4BD0-B0AB-7E888CDCCF10}" presName="node" presStyleLbl="revTx" presStyleIdx="3" presStyleCnt="4">
        <dgm:presLayoutVars>
          <dgm:bulletEnabled val="1"/>
        </dgm:presLayoutVars>
      </dgm:prSet>
      <dgm:spPr/>
    </dgm:pt>
    <dgm:pt modelId="{3239268A-AE3E-4BEA-9639-1A27DF7C34BB}" type="pres">
      <dgm:prSet presAssocID="{B9A19C98-7851-42DE-9BC0-59EB34BC7A99}" presName="sibTrans" presStyleLbl="node1" presStyleIdx="3" presStyleCnt="4"/>
      <dgm:spPr/>
    </dgm:pt>
  </dgm:ptLst>
  <dgm:cxnLst>
    <dgm:cxn modelId="{3D19D016-7B5B-4DC2-A4CC-69E006D35EC3}" type="presOf" srcId="{87368B65-FFFE-4493-9B10-89A4F9BCF0E5}" destId="{562FE135-3467-4AA3-8661-0DB8EE1E3FA4}" srcOrd="0" destOrd="0" presId="urn:microsoft.com/office/officeart/2005/8/layout/cycle1"/>
    <dgm:cxn modelId="{36FF7A1E-C596-48D2-B366-3DD9FABBEE3D}" type="presOf" srcId="{22C99215-349F-44EB-A762-6F3C29B1226A}" destId="{834331C2-B51B-4D79-90A0-F484EBFE55D8}" srcOrd="0" destOrd="0" presId="urn:microsoft.com/office/officeart/2005/8/layout/cycle1"/>
    <dgm:cxn modelId="{1FEF8B1F-3819-45FC-8FE2-2155008A3C9F}" type="presOf" srcId="{8EFA0C0F-E061-4B9B-9461-98C41F0A7BD3}" destId="{A5DE776F-CF4A-46E6-AD4D-208D02FC72AF}" srcOrd="0" destOrd="0" presId="urn:microsoft.com/office/officeart/2005/8/layout/cycle1"/>
    <dgm:cxn modelId="{4ADD4934-FFDE-46D1-A63E-D83C933212FF}" type="presOf" srcId="{E583358C-8E08-4BD0-B0AB-7E888CDCCF10}" destId="{82804153-3E6A-443D-87E1-17375A9DA179}" srcOrd="0" destOrd="0" presId="urn:microsoft.com/office/officeart/2005/8/layout/cycle1"/>
    <dgm:cxn modelId="{50D70388-3D0E-49BE-92E1-147152E585EA}" srcId="{22C99215-349F-44EB-A762-6F3C29B1226A}" destId="{8EFA0C0F-E061-4B9B-9461-98C41F0A7BD3}" srcOrd="1" destOrd="0" parTransId="{0828C139-FCB9-4884-874F-4C9A236A0F0C}" sibTransId="{0CAB0C77-EB4A-412F-BFA4-2E631F874CC3}"/>
    <dgm:cxn modelId="{3B4AFBA4-F33A-4B46-B33D-250C9CDE2ED6}" srcId="{22C99215-349F-44EB-A762-6F3C29B1226A}" destId="{E583358C-8E08-4BD0-B0AB-7E888CDCCF10}" srcOrd="3" destOrd="0" parTransId="{9A5A13A7-5D05-4E61-B9ED-53AA1546E99D}" sibTransId="{B9A19C98-7851-42DE-9BC0-59EB34BC7A99}"/>
    <dgm:cxn modelId="{42CA2DAF-ECAE-481D-8E2F-42DFC582A60B}" type="presOf" srcId="{B9A19C98-7851-42DE-9BC0-59EB34BC7A99}" destId="{3239268A-AE3E-4BEA-9639-1A27DF7C34BB}" srcOrd="0" destOrd="0" presId="urn:microsoft.com/office/officeart/2005/8/layout/cycle1"/>
    <dgm:cxn modelId="{0248BEB8-9B15-4DED-B572-10598BE8E6FC}" type="presOf" srcId="{DAD91B9F-283A-45BA-B2CB-19B209C57009}" destId="{B2EC7C4F-AA2A-4AB3-A398-6864C3F492E4}" srcOrd="0" destOrd="0" presId="urn:microsoft.com/office/officeart/2005/8/layout/cycle1"/>
    <dgm:cxn modelId="{D47CBFB8-D788-4EA7-8C42-8F3A474BC67E}" srcId="{22C99215-349F-44EB-A762-6F3C29B1226A}" destId="{87368B65-FFFE-4493-9B10-89A4F9BCF0E5}" srcOrd="2" destOrd="0" parTransId="{2F16CF90-38CB-4B4B-B042-DEFA6534F96B}" sibTransId="{81A2EBF4-5591-4DC5-B0DA-E471985FF617}"/>
    <dgm:cxn modelId="{087B98CA-AE71-4ED6-BEC9-178C596EDF95}" srcId="{22C99215-349F-44EB-A762-6F3C29B1226A}" destId="{DAD91B9F-283A-45BA-B2CB-19B209C57009}" srcOrd="0" destOrd="0" parTransId="{B6143795-BB26-454B-AB00-03B3F21415DA}" sibTransId="{C6335AB2-858C-4752-A047-51129677251B}"/>
    <dgm:cxn modelId="{F5CC52DC-F249-4CD7-876F-66D540454885}" type="presOf" srcId="{81A2EBF4-5591-4DC5-B0DA-E471985FF617}" destId="{04B3BB20-0BCC-419B-8746-BE6456778C08}" srcOrd="0" destOrd="0" presId="urn:microsoft.com/office/officeart/2005/8/layout/cycle1"/>
    <dgm:cxn modelId="{DE81F7E8-A363-43F7-8903-8F1F6599CBD6}" type="presOf" srcId="{C6335AB2-858C-4752-A047-51129677251B}" destId="{570A5841-2FF8-48D2-B9CF-0DB32362813B}" srcOrd="0" destOrd="0" presId="urn:microsoft.com/office/officeart/2005/8/layout/cycle1"/>
    <dgm:cxn modelId="{AB0E52F4-303B-4441-B65D-7611E3255299}" type="presOf" srcId="{0CAB0C77-EB4A-412F-BFA4-2E631F874CC3}" destId="{FE1A36C3-0626-4893-9C62-10E84EDEFBA3}" srcOrd="0" destOrd="0" presId="urn:microsoft.com/office/officeart/2005/8/layout/cycle1"/>
    <dgm:cxn modelId="{10749BCC-0A3B-421C-A3EC-5EC1935647AC}" type="presParOf" srcId="{834331C2-B51B-4D79-90A0-F484EBFE55D8}" destId="{9628403A-0F88-4EAF-BF0F-557AD1B19485}" srcOrd="0" destOrd="0" presId="urn:microsoft.com/office/officeart/2005/8/layout/cycle1"/>
    <dgm:cxn modelId="{10F6D5D9-7B48-4AD0-9040-EEDFCA230EC4}" type="presParOf" srcId="{834331C2-B51B-4D79-90A0-F484EBFE55D8}" destId="{B2EC7C4F-AA2A-4AB3-A398-6864C3F492E4}" srcOrd="1" destOrd="0" presId="urn:microsoft.com/office/officeart/2005/8/layout/cycle1"/>
    <dgm:cxn modelId="{0EE725AF-DDCC-4123-BBC8-E47E539524AE}" type="presParOf" srcId="{834331C2-B51B-4D79-90A0-F484EBFE55D8}" destId="{570A5841-2FF8-48D2-B9CF-0DB32362813B}" srcOrd="2" destOrd="0" presId="urn:microsoft.com/office/officeart/2005/8/layout/cycle1"/>
    <dgm:cxn modelId="{BBAF4D7D-78C7-48A4-8D5B-7C2B31A74D28}" type="presParOf" srcId="{834331C2-B51B-4D79-90A0-F484EBFE55D8}" destId="{40AEF0C3-8FFB-4BC8-8934-A41903E77CF2}" srcOrd="3" destOrd="0" presId="urn:microsoft.com/office/officeart/2005/8/layout/cycle1"/>
    <dgm:cxn modelId="{0EA4D3E7-B906-452F-8B84-942CF1DDB608}" type="presParOf" srcId="{834331C2-B51B-4D79-90A0-F484EBFE55D8}" destId="{A5DE776F-CF4A-46E6-AD4D-208D02FC72AF}" srcOrd="4" destOrd="0" presId="urn:microsoft.com/office/officeart/2005/8/layout/cycle1"/>
    <dgm:cxn modelId="{BEE15157-AE43-4D7C-B05D-5619B573973F}" type="presParOf" srcId="{834331C2-B51B-4D79-90A0-F484EBFE55D8}" destId="{FE1A36C3-0626-4893-9C62-10E84EDEFBA3}" srcOrd="5" destOrd="0" presId="urn:microsoft.com/office/officeart/2005/8/layout/cycle1"/>
    <dgm:cxn modelId="{1E267B45-5DD6-4F6E-A4ED-9A17C6430C00}" type="presParOf" srcId="{834331C2-B51B-4D79-90A0-F484EBFE55D8}" destId="{B5B9F0A2-5883-4F5F-8C4F-E2AD9638B9FA}" srcOrd="6" destOrd="0" presId="urn:microsoft.com/office/officeart/2005/8/layout/cycle1"/>
    <dgm:cxn modelId="{D79C99A0-B72B-4193-BC57-51927F038CF8}" type="presParOf" srcId="{834331C2-B51B-4D79-90A0-F484EBFE55D8}" destId="{562FE135-3467-4AA3-8661-0DB8EE1E3FA4}" srcOrd="7" destOrd="0" presId="urn:microsoft.com/office/officeart/2005/8/layout/cycle1"/>
    <dgm:cxn modelId="{5B960CB4-9B29-4C8D-B558-1AACB7D0F533}" type="presParOf" srcId="{834331C2-B51B-4D79-90A0-F484EBFE55D8}" destId="{04B3BB20-0BCC-419B-8746-BE6456778C08}" srcOrd="8" destOrd="0" presId="urn:microsoft.com/office/officeart/2005/8/layout/cycle1"/>
    <dgm:cxn modelId="{27A2CA41-CD55-4D1C-B0BE-52FAE31D9BB0}" type="presParOf" srcId="{834331C2-B51B-4D79-90A0-F484EBFE55D8}" destId="{30B47CEE-C097-4B99-B00A-A2546102300D}" srcOrd="9" destOrd="0" presId="urn:microsoft.com/office/officeart/2005/8/layout/cycle1"/>
    <dgm:cxn modelId="{F7083FC7-9E86-4619-B5B8-F1704D903A5E}" type="presParOf" srcId="{834331C2-B51B-4D79-90A0-F484EBFE55D8}" destId="{82804153-3E6A-443D-87E1-17375A9DA179}" srcOrd="10" destOrd="0" presId="urn:microsoft.com/office/officeart/2005/8/layout/cycle1"/>
    <dgm:cxn modelId="{B1FF7A7A-D9FA-478C-83A8-925B0AD2E378}" type="presParOf" srcId="{834331C2-B51B-4D79-90A0-F484EBFE55D8}" destId="{3239268A-AE3E-4BEA-9639-1A27DF7C34BB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94367D2-A9F8-4721-AA6E-16973FCC95D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BD0339AC-2337-446B-B8B8-CDCB48D479BF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B6C10113-19E0-47C7-80F3-FB88C464193E}" type="parTrans" cxnId="{59B90F03-3CDE-46CC-BFCB-FBDF4009C3D7}">
      <dgm:prSet/>
      <dgm:spPr/>
      <dgm:t>
        <a:bodyPr/>
        <a:lstStyle/>
        <a:p>
          <a:endParaRPr kumimoji="1" lang="ja-JP" altLang="en-US"/>
        </a:p>
      </dgm:t>
    </dgm:pt>
    <dgm:pt modelId="{AC2D8A56-C22A-4900-88C0-8268EF62D3ED}" type="sibTrans" cxnId="{59B90F03-3CDE-46CC-BFCB-FBDF4009C3D7}">
      <dgm:prSet/>
      <dgm:spPr/>
      <dgm:t>
        <a:bodyPr/>
        <a:lstStyle/>
        <a:p>
          <a:endParaRPr kumimoji="1" lang="ja-JP" altLang="en-US"/>
        </a:p>
      </dgm:t>
    </dgm:pt>
    <dgm:pt modelId="{E5C48D1C-C6B3-4206-BCEB-1189968F23EB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9ED91CBA-0A5D-403D-B2A3-04248F86EDAB}" type="parTrans" cxnId="{1C6B29C1-455F-452C-A225-3F6372F5FE48}">
      <dgm:prSet/>
      <dgm:spPr/>
    </dgm:pt>
    <dgm:pt modelId="{397700CD-6318-4637-BA95-1B886AD005B6}" type="sibTrans" cxnId="{1C6B29C1-455F-452C-A225-3F6372F5FE48}">
      <dgm:prSet/>
      <dgm:spPr/>
    </dgm:pt>
    <dgm:pt modelId="{F0850D41-DBBB-4DF5-8422-482722E99C05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267A5E81-AA5B-4178-A5EC-64E14C8F14ED}" type="parTrans" cxnId="{CA4F75B4-FA23-4D20-AE0C-632F86EAF00F}">
      <dgm:prSet/>
      <dgm:spPr/>
    </dgm:pt>
    <dgm:pt modelId="{15C30E04-BBF5-47F1-8715-52DA82B7711F}" type="sibTrans" cxnId="{CA4F75B4-FA23-4D20-AE0C-632F86EAF00F}">
      <dgm:prSet/>
      <dgm:spPr/>
    </dgm:pt>
    <dgm:pt modelId="{437E5C64-0CF5-49A1-80D9-38B5F34A6A91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810DCED1-9153-49E5-AAE6-41BACFB47402}" type="parTrans" cxnId="{5FD6A216-5102-4EBB-A691-BB9F4872128B}">
      <dgm:prSet/>
      <dgm:spPr/>
    </dgm:pt>
    <dgm:pt modelId="{B5E928D9-ED8B-4BF7-9E29-0EEE1AC9CE35}" type="sibTrans" cxnId="{5FD6A216-5102-4EBB-A691-BB9F4872128B}">
      <dgm:prSet/>
      <dgm:spPr/>
    </dgm:pt>
    <dgm:pt modelId="{D068A561-11C5-4BF1-9A69-96D7AD18F9DE}" type="pres">
      <dgm:prSet presAssocID="{094367D2-A9F8-4721-AA6E-16973FCC95D7}" presName="Name0" presStyleCnt="0">
        <dgm:presLayoutVars>
          <dgm:dir/>
          <dgm:animLvl val="lvl"/>
          <dgm:resizeHandles val="exact"/>
        </dgm:presLayoutVars>
      </dgm:prSet>
      <dgm:spPr/>
    </dgm:pt>
    <dgm:pt modelId="{6C915BAA-EC1B-440E-AABB-1E959E549826}" type="pres">
      <dgm:prSet presAssocID="{BD0339AC-2337-446B-B8B8-CDCB48D479BF}" presName="linNode" presStyleCnt="0"/>
      <dgm:spPr/>
    </dgm:pt>
    <dgm:pt modelId="{CCA37273-816F-42EE-931B-FF61B3A4DE27}" type="pres">
      <dgm:prSet presAssocID="{BD0339AC-2337-446B-B8B8-CDCB48D479BF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C482B869-0AE6-49F7-A9EA-4726F6362F96}" type="pres">
      <dgm:prSet presAssocID="{AC2D8A56-C22A-4900-88C0-8268EF62D3ED}" presName="sp" presStyleCnt="0"/>
      <dgm:spPr/>
    </dgm:pt>
    <dgm:pt modelId="{CE46D08B-F846-4F2A-B466-915DEE1DDBC5}" type="pres">
      <dgm:prSet presAssocID="{E5C48D1C-C6B3-4206-BCEB-1189968F23EB}" presName="linNode" presStyleCnt="0"/>
      <dgm:spPr/>
    </dgm:pt>
    <dgm:pt modelId="{160D6225-8227-43CD-BAEE-CF6077344750}" type="pres">
      <dgm:prSet presAssocID="{E5C48D1C-C6B3-4206-BCEB-1189968F23EB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CBA99256-6810-4509-83B2-AD8A4A7BC8BF}" type="pres">
      <dgm:prSet presAssocID="{397700CD-6318-4637-BA95-1B886AD005B6}" presName="sp" presStyleCnt="0"/>
      <dgm:spPr/>
    </dgm:pt>
    <dgm:pt modelId="{2986A2EC-5F71-4EC8-88BD-DCA3310C86C1}" type="pres">
      <dgm:prSet presAssocID="{F0850D41-DBBB-4DF5-8422-482722E99C05}" presName="linNode" presStyleCnt="0"/>
      <dgm:spPr/>
    </dgm:pt>
    <dgm:pt modelId="{E17D24E4-C1E7-4BD3-9E04-4FC5200523F7}" type="pres">
      <dgm:prSet presAssocID="{F0850D41-DBBB-4DF5-8422-482722E99C05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7932077E-A047-4DC0-9612-BC15AB5CFAEF}" type="pres">
      <dgm:prSet presAssocID="{15C30E04-BBF5-47F1-8715-52DA82B7711F}" presName="sp" presStyleCnt="0"/>
      <dgm:spPr/>
    </dgm:pt>
    <dgm:pt modelId="{3831CDFA-AB28-4E87-88B0-354CFA703CDE}" type="pres">
      <dgm:prSet presAssocID="{437E5C64-0CF5-49A1-80D9-38B5F34A6A91}" presName="linNode" presStyleCnt="0"/>
      <dgm:spPr/>
    </dgm:pt>
    <dgm:pt modelId="{429CE9E1-86E4-4804-B32A-FF4A373860B6}" type="pres">
      <dgm:prSet presAssocID="{437E5C64-0CF5-49A1-80D9-38B5F34A6A91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59B90F03-3CDE-46CC-BFCB-FBDF4009C3D7}" srcId="{094367D2-A9F8-4721-AA6E-16973FCC95D7}" destId="{BD0339AC-2337-446B-B8B8-CDCB48D479BF}" srcOrd="0" destOrd="0" parTransId="{B6C10113-19E0-47C7-80F3-FB88C464193E}" sibTransId="{AC2D8A56-C22A-4900-88C0-8268EF62D3ED}"/>
    <dgm:cxn modelId="{5FD6A216-5102-4EBB-A691-BB9F4872128B}" srcId="{094367D2-A9F8-4721-AA6E-16973FCC95D7}" destId="{437E5C64-0CF5-49A1-80D9-38B5F34A6A91}" srcOrd="3" destOrd="0" parTransId="{810DCED1-9153-49E5-AAE6-41BACFB47402}" sibTransId="{B5E928D9-ED8B-4BF7-9E29-0EEE1AC9CE35}"/>
    <dgm:cxn modelId="{3D399F26-62C2-4D72-B82E-EADE8AA92DF8}" type="presOf" srcId="{F0850D41-DBBB-4DF5-8422-482722E99C05}" destId="{E17D24E4-C1E7-4BD3-9E04-4FC5200523F7}" srcOrd="0" destOrd="0" presId="urn:microsoft.com/office/officeart/2005/8/layout/vList5"/>
    <dgm:cxn modelId="{0E4AFC65-2C5F-488C-A33B-0473AEF62BA4}" type="presOf" srcId="{437E5C64-0CF5-49A1-80D9-38B5F34A6A91}" destId="{429CE9E1-86E4-4804-B32A-FF4A373860B6}" srcOrd="0" destOrd="0" presId="urn:microsoft.com/office/officeart/2005/8/layout/vList5"/>
    <dgm:cxn modelId="{8F780F46-5EB0-4719-9FDC-9B360E6C436C}" type="presOf" srcId="{094367D2-A9F8-4721-AA6E-16973FCC95D7}" destId="{D068A561-11C5-4BF1-9A69-96D7AD18F9DE}" srcOrd="0" destOrd="0" presId="urn:microsoft.com/office/officeart/2005/8/layout/vList5"/>
    <dgm:cxn modelId="{E5BF1E6C-214B-4644-8471-79432063C031}" type="presOf" srcId="{BD0339AC-2337-446B-B8B8-CDCB48D479BF}" destId="{CCA37273-816F-42EE-931B-FF61B3A4DE27}" srcOrd="0" destOrd="0" presId="urn:microsoft.com/office/officeart/2005/8/layout/vList5"/>
    <dgm:cxn modelId="{CA4F75B4-FA23-4D20-AE0C-632F86EAF00F}" srcId="{094367D2-A9F8-4721-AA6E-16973FCC95D7}" destId="{F0850D41-DBBB-4DF5-8422-482722E99C05}" srcOrd="2" destOrd="0" parTransId="{267A5E81-AA5B-4178-A5EC-64E14C8F14ED}" sibTransId="{15C30E04-BBF5-47F1-8715-52DA82B7711F}"/>
    <dgm:cxn modelId="{1C6B29C1-455F-452C-A225-3F6372F5FE48}" srcId="{094367D2-A9F8-4721-AA6E-16973FCC95D7}" destId="{E5C48D1C-C6B3-4206-BCEB-1189968F23EB}" srcOrd="1" destOrd="0" parTransId="{9ED91CBA-0A5D-403D-B2A3-04248F86EDAB}" sibTransId="{397700CD-6318-4637-BA95-1B886AD005B6}"/>
    <dgm:cxn modelId="{0091F7D3-F943-49C3-BF98-88B09CC71ACA}" type="presOf" srcId="{E5C48D1C-C6B3-4206-BCEB-1189968F23EB}" destId="{160D6225-8227-43CD-BAEE-CF6077344750}" srcOrd="0" destOrd="0" presId="urn:microsoft.com/office/officeart/2005/8/layout/vList5"/>
    <dgm:cxn modelId="{797AC1A2-1575-4A7D-8B98-780536B7C6C6}" type="presParOf" srcId="{D068A561-11C5-4BF1-9A69-96D7AD18F9DE}" destId="{6C915BAA-EC1B-440E-AABB-1E959E549826}" srcOrd="0" destOrd="0" presId="urn:microsoft.com/office/officeart/2005/8/layout/vList5"/>
    <dgm:cxn modelId="{8F143748-4FCC-4F69-9BF7-13E582A18BE8}" type="presParOf" srcId="{6C915BAA-EC1B-440E-AABB-1E959E549826}" destId="{CCA37273-816F-42EE-931B-FF61B3A4DE27}" srcOrd="0" destOrd="0" presId="urn:microsoft.com/office/officeart/2005/8/layout/vList5"/>
    <dgm:cxn modelId="{3CC7DBA0-C847-4A69-BCE4-19CF725CE4E4}" type="presParOf" srcId="{D068A561-11C5-4BF1-9A69-96D7AD18F9DE}" destId="{C482B869-0AE6-49F7-A9EA-4726F6362F96}" srcOrd="1" destOrd="0" presId="urn:microsoft.com/office/officeart/2005/8/layout/vList5"/>
    <dgm:cxn modelId="{2705A6E3-96B3-4098-93AB-AC2A5F89208D}" type="presParOf" srcId="{D068A561-11C5-4BF1-9A69-96D7AD18F9DE}" destId="{CE46D08B-F846-4F2A-B466-915DEE1DDBC5}" srcOrd="2" destOrd="0" presId="urn:microsoft.com/office/officeart/2005/8/layout/vList5"/>
    <dgm:cxn modelId="{C494F6BF-5AF8-469E-855D-22A2B9AAA976}" type="presParOf" srcId="{CE46D08B-F846-4F2A-B466-915DEE1DDBC5}" destId="{160D6225-8227-43CD-BAEE-CF6077344750}" srcOrd="0" destOrd="0" presId="urn:microsoft.com/office/officeart/2005/8/layout/vList5"/>
    <dgm:cxn modelId="{41EB9AF2-8430-4182-A411-02C4CA717DB6}" type="presParOf" srcId="{D068A561-11C5-4BF1-9A69-96D7AD18F9DE}" destId="{CBA99256-6810-4509-83B2-AD8A4A7BC8BF}" srcOrd="3" destOrd="0" presId="urn:microsoft.com/office/officeart/2005/8/layout/vList5"/>
    <dgm:cxn modelId="{33371AF9-D580-499E-BBB7-945BEF2EFF59}" type="presParOf" srcId="{D068A561-11C5-4BF1-9A69-96D7AD18F9DE}" destId="{2986A2EC-5F71-4EC8-88BD-DCA3310C86C1}" srcOrd="4" destOrd="0" presId="urn:microsoft.com/office/officeart/2005/8/layout/vList5"/>
    <dgm:cxn modelId="{1F2FAD5E-5F24-474F-8274-66D19D6D532C}" type="presParOf" srcId="{2986A2EC-5F71-4EC8-88BD-DCA3310C86C1}" destId="{E17D24E4-C1E7-4BD3-9E04-4FC5200523F7}" srcOrd="0" destOrd="0" presId="urn:microsoft.com/office/officeart/2005/8/layout/vList5"/>
    <dgm:cxn modelId="{7D740D00-9742-4F57-A64C-BC3B93627546}" type="presParOf" srcId="{D068A561-11C5-4BF1-9A69-96D7AD18F9DE}" destId="{7932077E-A047-4DC0-9612-BC15AB5CFAEF}" srcOrd="5" destOrd="0" presId="urn:microsoft.com/office/officeart/2005/8/layout/vList5"/>
    <dgm:cxn modelId="{A93D9687-0C02-453A-8AD8-9FE4C8F43C3E}" type="presParOf" srcId="{D068A561-11C5-4BF1-9A69-96D7AD18F9DE}" destId="{3831CDFA-AB28-4E87-88B0-354CFA703CDE}" srcOrd="6" destOrd="0" presId="urn:microsoft.com/office/officeart/2005/8/layout/vList5"/>
    <dgm:cxn modelId="{CEBA9931-9F54-4E65-A7D7-D3F2236DFA41}" type="presParOf" srcId="{3831CDFA-AB28-4E87-88B0-354CFA703CDE}" destId="{429CE9E1-86E4-4804-B32A-FF4A373860B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2B940C-9F8F-4714-8E4C-460E1E2E7090}">
      <dsp:nvSpPr>
        <dsp:cNvPr id="0" name=""/>
        <dsp:cNvSpPr/>
      </dsp:nvSpPr>
      <dsp:spPr>
        <a:xfrm>
          <a:off x="4732" y="871473"/>
          <a:ext cx="2069256" cy="1241553"/>
        </a:xfrm>
        <a:prstGeom prst="roundRect">
          <a:avLst>
            <a:gd name="adj" fmla="val 10000"/>
          </a:avLst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1096" y="907837"/>
        <a:ext cx="1996528" cy="1168825"/>
      </dsp:txXfrm>
    </dsp:sp>
    <dsp:sp modelId="{5D934F70-0DA9-4B44-9A4B-2E73FFAD5EE1}">
      <dsp:nvSpPr>
        <dsp:cNvPr id="0" name=""/>
        <dsp:cNvSpPr/>
      </dsp:nvSpPr>
      <dsp:spPr>
        <a:xfrm>
          <a:off x="2280915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2280915" y="1338297"/>
        <a:ext cx="307077" cy="307905"/>
      </dsp:txXfrm>
    </dsp:sp>
    <dsp:sp modelId="{482B0610-B51A-4FC6-A9E7-11A6A08474E2}">
      <dsp:nvSpPr>
        <dsp:cNvPr id="0" name=""/>
        <dsp:cNvSpPr/>
      </dsp:nvSpPr>
      <dsp:spPr>
        <a:xfrm>
          <a:off x="2901692" y="871473"/>
          <a:ext cx="2069256" cy="1241553"/>
        </a:xfrm>
        <a:prstGeom prst="roundRect">
          <a:avLst>
            <a:gd name="adj" fmla="val 10000"/>
          </a:avLst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2938056" y="907837"/>
        <a:ext cx="1996528" cy="1168825"/>
      </dsp:txXfrm>
    </dsp:sp>
    <dsp:sp modelId="{E21F9E82-D423-4EBA-8CC1-0820652D2048}">
      <dsp:nvSpPr>
        <dsp:cNvPr id="0" name=""/>
        <dsp:cNvSpPr/>
      </dsp:nvSpPr>
      <dsp:spPr>
        <a:xfrm>
          <a:off x="5177874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5177874" y="1338297"/>
        <a:ext cx="307077" cy="307905"/>
      </dsp:txXfrm>
    </dsp:sp>
    <dsp:sp modelId="{0FA8B8D0-7BCB-4E92-B826-F538240E3322}">
      <dsp:nvSpPr>
        <dsp:cNvPr id="0" name=""/>
        <dsp:cNvSpPr/>
      </dsp:nvSpPr>
      <dsp:spPr>
        <a:xfrm>
          <a:off x="5798651" y="871473"/>
          <a:ext cx="2069256" cy="1241553"/>
        </a:xfrm>
        <a:prstGeom prst="roundRect">
          <a:avLst>
            <a:gd name="adj" fmla="val 10000"/>
          </a:avLst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5835015" y="907837"/>
        <a:ext cx="1996528" cy="1168825"/>
      </dsp:txXfrm>
    </dsp:sp>
    <dsp:sp modelId="{DE00F8FA-2711-4497-B258-7ADB02ED8A6B}">
      <dsp:nvSpPr>
        <dsp:cNvPr id="0" name=""/>
        <dsp:cNvSpPr/>
      </dsp:nvSpPr>
      <dsp:spPr>
        <a:xfrm>
          <a:off x="8074833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8074833" y="1338297"/>
        <a:ext cx="307077" cy="307905"/>
      </dsp:txXfrm>
    </dsp:sp>
    <dsp:sp modelId="{6FBD4814-3104-42E6-9D41-24AE7DD7455F}">
      <dsp:nvSpPr>
        <dsp:cNvPr id="0" name=""/>
        <dsp:cNvSpPr/>
      </dsp:nvSpPr>
      <dsp:spPr>
        <a:xfrm>
          <a:off x="8695610" y="871473"/>
          <a:ext cx="2069256" cy="1241553"/>
        </a:xfrm>
        <a:prstGeom prst="roundRect">
          <a:avLst>
            <a:gd name="adj" fmla="val 10000"/>
          </a:avLst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8731974" y="907837"/>
        <a:ext cx="1996528" cy="11688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716757-FAE0-4ED5-8CEB-869539FA149A}">
      <dsp:nvSpPr>
        <dsp:cNvPr id="0" name=""/>
        <dsp:cNvSpPr/>
      </dsp:nvSpPr>
      <dsp:spPr>
        <a:xfrm>
          <a:off x="5384800" y="739071"/>
          <a:ext cx="893788" cy="310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120"/>
              </a:lnTo>
              <a:lnTo>
                <a:pt x="893788" y="155120"/>
              </a:lnTo>
              <a:lnTo>
                <a:pt x="893788" y="3102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FD76D8-6464-4FE8-A888-972C588C33E6}">
      <dsp:nvSpPr>
        <dsp:cNvPr id="0" name=""/>
        <dsp:cNvSpPr/>
      </dsp:nvSpPr>
      <dsp:spPr>
        <a:xfrm>
          <a:off x="3900077" y="1787979"/>
          <a:ext cx="221600" cy="1728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28483"/>
              </a:lnTo>
              <a:lnTo>
                <a:pt x="221600" y="172848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086F40-0062-4CD9-A6C5-7A8465B77E55}">
      <dsp:nvSpPr>
        <dsp:cNvPr id="0" name=""/>
        <dsp:cNvSpPr/>
      </dsp:nvSpPr>
      <dsp:spPr>
        <a:xfrm>
          <a:off x="3900077" y="1787979"/>
          <a:ext cx="221600" cy="6795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9574"/>
              </a:lnTo>
              <a:lnTo>
                <a:pt x="221600" y="6795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DF7971-430B-42D7-BA47-E78103D04593}">
      <dsp:nvSpPr>
        <dsp:cNvPr id="0" name=""/>
        <dsp:cNvSpPr/>
      </dsp:nvSpPr>
      <dsp:spPr>
        <a:xfrm>
          <a:off x="4491011" y="739071"/>
          <a:ext cx="893788" cy="310240"/>
        </a:xfrm>
        <a:custGeom>
          <a:avLst/>
          <a:gdLst/>
          <a:ahLst/>
          <a:cxnLst/>
          <a:rect l="0" t="0" r="0" b="0"/>
          <a:pathLst>
            <a:path>
              <a:moveTo>
                <a:pt x="893788" y="0"/>
              </a:moveTo>
              <a:lnTo>
                <a:pt x="893788" y="155120"/>
              </a:lnTo>
              <a:lnTo>
                <a:pt x="0" y="155120"/>
              </a:lnTo>
              <a:lnTo>
                <a:pt x="0" y="31024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853F8C-C307-470C-8673-77B17B5DDBFE}">
      <dsp:nvSpPr>
        <dsp:cNvPr id="0" name=""/>
        <dsp:cNvSpPr/>
      </dsp:nvSpPr>
      <dsp:spPr>
        <a:xfrm>
          <a:off x="4646131" y="402"/>
          <a:ext cx="1477336" cy="738668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646131" y="402"/>
        <a:ext cx="1477336" cy="738668"/>
      </dsp:txXfrm>
    </dsp:sp>
    <dsp:sp modelId="{9A8A0D09-A4B9-4C4A-AB4D-D9D08FAF55BC}">
      <dsp:nvSpPr>
        <dsp:cNvPr id="0" name=""/>
        <dsp:cNvSpPr/>
      </dsp:nvSpPr>
      <dsp:spPr>
        <a:xfrm>
          <a:off x="3752343" y="1049311"/>
          <a:ext cx="1477336" cy="738668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752343" y="1049311"/>
        <a:ext cx="1477336" cy="738668"/>
      </dsp:txXfrm>
    </dsp:sp>
    <dsp:sp modelId="{F52A74D5-24CE-4DFB-A8DC-8B1E25519AA0}">
      <dsp:nvSpPr>
        <dsp:cNvPr id="0" name=""/>
        <dsp:cNvSpPr/>
      </dsp:nvSpPr>
      <dsp:spPr>
        <a:xfrm>
          <a:off x="4121677" y="2098220"/>
          <a:ext cx="1477336" cy="738668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121677" y="2098220"/>
        <a:ext cx="1477336" cy="738668"/>
      </dsp:txXfrm>
    </dsp:sp>
    <dsp:sp modelId="{5262D4F5-D0BB-4B84-8442-DA453C1B4DE2}">
      <dsp:nvSpPr>
        <dsp:cNvPr id="0" name=""/>
        <dsp:cNvSpPr/>
      </dsp:nvSpPr>
      <dsp:spPr>
        <a:xfrm>
          <a:off x="4121677" y="3147128"/>
          <a:ext cx="1477336" cy="738668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5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121677" y="3147128"/>
        <a:ext cx="1477336" cy="738668"/>
      </dsp:txXfrm>
    </dsp:sp>
    <dsp:sp modelId="{901427E7-4E5A-4C95-93CA-0834D7050A44}">
      <dsp:nvSpPr>
        <dsp:cNvPr id="0" name=""/>
        <dsp:cNvSpPr/>
      </dsp:nvSpPr>
      <dsp:spPr>
        <a:xfrm>
          <a:off x="5539920" y="1049311"/>
          <a:ext cx="1477336" cy="738668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5539920" y="1049311"/>
        <a:ext cx="1477336" cy="7386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EC7C4F-AA2A-4AB3-A398-6864C3F492E4}">
      <dsp:nvSpPr>
        <dsp:cNvPr id="0" name=""/>
        <dsp:cNvSpPr/>
      </dsp:nvSpPr>
      <dsp:spPr>
        <a:xfrm>
          <a:off x="3895220" y="90247"/>
          <a:ext cx="1443781" cy="1443781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895220" y="90247"/>
        <a:ext cx="1443781" cy="1443781"/>
      </dsp:txXfrm>
    </dsp:sp>
    <dsp:sp modelId="{570A5841-2FF8-48D2-B9CF-0DB32362813B}">
      <dsp:nvSpPr>
        <dsp:cNvPr id="0" name=""/>
        <dsp:cNvSpPr/>
      </dsp:nvSpPr>
      <dsp:spPr>
        <a:xfrm>
          <a:off x="1351776" y="-773"/>
          <a:ext cx="4078246" cy="4078246"/>
        </a:xfrm>
        <a:prstGeom prst="circularArrow">
          <a:avLst>
            <a:gd name="adj1" fmla="val 6903"/>
            <a:gd name="adj2" fmla="val 465458"/>
            <a:gd name="adj3" fmla="val 548970"/>
            <a:gd name="adj4" fmla="val 20585572"/>
            <a:gd name="adj5" fmla="val 805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E776F-CF4A-46E6-AD4D-208D02FC72AF}">
      <dsp:nvSpPr>
        <dsp:cNvPr id="0" name=""/>
        <dsp:cNvSpPr/>
      </dsp:nvSpPr>
      <dsp:spPr>
        <a:xfrm>
          <a:off x="3895220" y="2542670"/>
          <a:ext cx="1443781" cy="1443781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895220" y="2542670"/>
        <a:ext cx="1443781" cy="1443781"/>
      </dsp:txXfrm>
    </dsp:sp>
    <dsp:sp modelId="{FE1A36C3-0626-4893-9C62-10E84EDEFBA3}">
      <dsp:nvSpPr>
        <dsp:cNvPr id="0" name=""/>
        <dsp:cNvSpPr/>
      </dsp:nvSpPr>
      <dsp:spPr>
        <a:xfrm>
          <a:off x="1351776" y="-773"/>
          <a:ext cx="4078246" cy="4078246"/>
        </a:xfrm>
        <a:prstGeom prst="circularArrow">
          <a:avLst>
            <a:gd name="adj1" fmla="val 6903"/>
            <a:gd name="adj2" fmla="val 465458"/>
            <a:gd name="adj3" fmla="val 5948970"/>
            <a:gd name="adj4" fmla="val 4385572"/>
            <a:gd name="adj5" fmla="val 805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2FE135-3467-4AA3-8661-0DB8EE1E3FA4}">
      <dsp:nvSpPr>
        <dsp:cNvPr id="0" name=""/>
        <dsp:cNvSpPr/>
      </dsp:nvSpPr>
      <dsp:spPr>
        <a:xfrm>
          <a:off x="1442797" y="2542670"/>
          <a:ext cx="1443781" cy="1443781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1442797" y="2542670"/>
        <a:ext cx="1443781" cy="1443781"/>
      </dsp:txXfrm>
    </dsp:sp>
    <dsp:sp modelId="{04B3BB20-0BCC-419B-8746-BE6456778C08}">
      <dsp:nvSpPr>
        <dsp:cNvPr id="0" name=""/>
        <dsp:cNvSpPr/>
      </dsp:nvSpPr>
      <dsp:spPr>
        <a:xfrm>
          <a:off x="1351776" y="-773"/>
          <a:ext cx="4078246" cy="4078246"/>
        </a:xfrm>
        <a:prstGeom prst="circularArrow">
          <a:avLst>
            <a:gd name="adj1" fmla="val 6903"/>
            <a:gd name="adj2" fmla="val 465458"/>
            <a:gd name="adj3" fmla="val 11348970"/>
            <a:gd name="adj4" fmla="val 9785572"/>
            <a:gd name="adj5" fmla="val 805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04153-3E6A-443D-87E1-17375A9DA179}">
      <dsp:nvSpPr>
        <dsp:cNvPr id="0" name=""/>
        <dsp:cNvSpPr/>
      </dsp:nvSpPr>
      <dsp:spPr>
        <a:xfrm>
          <a:off x="1442797" y="90247"/>
          <a:ext cx="1443781" cy="1443781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1442797" y="90247"/>
        <a:ext cx="1443781" cy="1443781"/>
      </dsp:txXfrm>
    </dsp:sp>
    <dsp:sp modelId="{3239268A-AE3E-4BEA-9639-1A27DF7C34BB}">
      <dsp:nvSpPr>
        <dsp:cNvPr id="0" name=""/>
        <dsp:cNvSpPr/>
      </dsp:nvSpPr>
      <dsp:spPr>
        <a:xfrm>
          <a:off x="1351776" y="-773"/>
          <a:ext cx="4078246" cy="4078246"/>
        </a:xfrm>
        <a:prstGeom prst="circularArrow">
          <a:avLst>
            <a:gd name="adj1" fmla="val 6903"/>
            <a:gd name="adj2" fmla="val 465458"/>
            <a:gd name="adj3" fmla="val 16748970"/>
            <a:gd name="adj4" fmla="val 15185572"/>
            <a:gd name="adj5" fmla="val 805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A37273-816F-42EE-931B-FF61B3A4DE27}">
      <dsp:nvSpPr>
        <dsp:cNvPr id="0" name=""/>
        <dsp:cNvSpPr/>
      </dsp:nvSpPr>
      <dsp:spPr>
        <a:xfrm>
          <a:off x="3446272" y="1925"/>
          <a:ext cx="3877056" cy="926324"/>
        </a:xfrm>
        <a:prstGeom prst="round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491491" y="47144"/>
        <a:ext cx="3786618" cy="835886"/>
      </dsp:txXfrm>
    </dsp:sp>
    <dsp:sp modelId="{160D6225-8227-43CD-BAEE-CF6077344750}">
      <dsp:nvSpPr>
        <dsp:cNvPr id="0" name=""/>
        <dsp:cNvSpPr/>
      </dsp:nvSpPr>
      <dsp:spPr>
        <a:xfrm>
          <a:off x="3446272" y="974567"/>
          <a:ext cx="3877056" cy="926324"/>
        </a:xfrm>
        <a:prstGeom prst="round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491491" y="1019786"/>
        <a:ext cx="3786618" cy="835886"/>
      </dsp:txXfrm>
    </dsp:sp>
    <dsp:sp modelId="{E17D24E4-C1E7-4BD3-9E04-4FC5200523F7}">
      <dsp:nvSpPr>
        <dsp:cNvPr id="0" name=""/>
        <dsp:cNvSpPr/>
      </dsp:nvSpPr>
      <dsp:spPr>
        <a:xfrm>
          <a:off x="3446272" y="1947208"/>
          <a:ext cx="3877056" cy="926324"/>
        </a:xfrm>
        <a:prstGeom prst="round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491491" y="1992427"/>
        <a:ext cx="3786618" cy="835886"/>
      </dsp:txXfrm>
    </dsp:sp>
    <dsp:sp modelId="{429CE9E1-86E4-4804-B32A-FF4A373860B6}">
      <dsp:nvSpPr>
        <dsp:cNvPr id="0" name=""/>
        <dsp:cNvSpPr/>
      </dsp:nvSpPr>
      <dsp:spPr>
        <a:xfrm>
          <a:off x="3446272" y="2919849"/>
          <a:ext cx="3877056" cy="926324"/>
        </a:xfrm>
        <a:prstGeom prst="round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491491" y="2965068"/>
        <a:ext cx="3786618" cy="835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1AC7A-8ADD-48A8-99D4-AE0F5B992C6B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C1B3-8973-4738-B2D8-8C6A154C99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3207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構図の見本 </a:t>
            </a:r>
            <a:r>
              <a:rPr kumimoji="1" lang="en-US" altLang="ja-JP"/>
              <a:t>/ AI</a:t>
            </a:r>
            <a:r>
              <a:rPr kumimoji="1" lang="ja-JP" altLang="en-US"/>
              <a:t>未使用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9230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左の主張・図表に約</a:t>
            </a:r>
            <a:r>
              <a:rPr kumimoji="1" lang="en-US" altLang="ja-JP"/>
              <a:t>2/3</a:t>
            </a:r>
            <a:r>
              <a:rPr kumimoji="1" lang="ja-JP" altLang="en-US"/>
              <a:t>、右の根拠に約</a:t>
            </a:r>
            <a:r>
              <a:rPr kumimoji="1" lang="en-US" altLang="ja-JP"/>
              <a:t>1/3</a:t>
            </a:r>
            <a:r>
              <a:rPr kumimoji="1" lang="ja-JP" altLang="en-US"/>
              <a:t>を使う
用途</a:t>
            </a:r>
            <a:r>
              <a:rPr kumimoji="1" lang="en-US" altLang="ja-JP"/>
              <a:t>: </a:t>
            </a:r>
            <a:r>
              <a:rPr kumimoji="1" lang="ja-JP" altLang="en-US"/>
              <a:t>図表の横に短い読み取り。長い表は</a:t>
            </a:r>
            <a:r>
              <a:rPr kumimoji="1" lang="en-US" altLang="ja-JP"/>
              <a:t>table_full</a:t>
            </a:r>
            <a:r>
              <a:rPr kumimoji="1" lang="ja-JP" altLang="en-US"/>
              <a:t>を使う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右欄の項目名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18</a:t>
            </a:r>
            <a:r>
              <a:rPr kumimoji="1" lang="ja-JP" altLang="en-US"/>
              <a:t>文字以内。表は短い数値中心。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4007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対象を等幅の縦列に並べ、同じ高さで比較する
用途</a:t>
            </a:r>
            <a:r>
              <a:rPr kumimoji="1" lang="en-US" altLang="ja-JP"/>
              <a:t>: </a:t>
            </a:r>
            <a:r>
              <a:rPr kumimoji="1" lang="ja-JP" altLang="en-US"/>
              <a:t>同じ基準で</a:t>
            </a:r>
            <a:r>
              <a:rPr kumimoji="1" lang="en-US" altLang="ja-JP"/>
              <a:t>2〜3</a:t>
            </a:r>
            <a:r>
              <a:rPr kumimoji="1" lang="ja-JP" altLang="en-US"/>
              <a:t>の対象を比較する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70</a:t>
            </a:r>
            <a:r>
              <a:rPr kumimoji="1" lang="ja-JP" altLang="en-US"/>
              <a:t>文字以内。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6002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横向きの</a:t>
            </a:r>
            <a:r>
              <a:rPr kumimoji="1" lang="en-US" altLang="ja-JP"/>
              <a:t>SmartArt</a:t>
            </a:r>
            <a:r>
              <a:rPr kumimoji="1" lang="ja-JP" altLang="en-US"/>
              <a:t>工程図と、下部の補足
用途</a:t>
            </a:r>
            <a:r>
              <a:rPr kumimoji="1" lang="en-US" altLang="ja-JP"/>
              <a:t>: 3〜5</a:t>
            </a:r>
            <a:r>
              <a:rPr kumimoji="1" lang="ja-JP" altLang="en-US"/>
              <a:t>段階の工程や説明の順序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8</a:t>
            </a:r>
            <a:r>
              <a:rPr kumimoji="1" lang="ja-JP" altLang="en-US"/>
              <a:t>文字以内。本文</a:t>
            </a:r>
            <a:r>
              <a:rPr kumimoji="1" lang="en-US" altLang="ja-JP"/>
              <a:t>40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1414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親から子へ広がる</a:t>
            </a:r>
            <a:r>
              <a:rPr kumimoji="1" lang="en-US" altLang="ja-JP"/>
              <a:t>SmartArt</a:t>
            </a:r>
            <a:r>
              <a:rPr kumimoji="1" lang="ja-JP" altLang="en-US"/>
              <a:t>階層図を中央に置く
用途</a:t>
            </a:r>
            <a:r>
              <a:rPr kumimoji="1" lang="en-US" altLang="ja-JP"/>
              <a:t>: </a:t>
            </a:r>
            <a:r>
              <a:rPr kumimoji="1" lang="ja-JP" altLang="en-US"/>
              <a:t>分類や全体と部分の関係を示す
注意</a:t>
            </a:r>
            <a:r>
              <a:rPr kumimoji="1" lang="en-US" altLang="ja-JP"/>
              <a:t>: </a:t>
            </a:r>
            <a:r>
              <a:rPr kumimoji="1" lang="ja-JP" altLang="en-US"/>
              <a:t>親子関係を変えない。全項目を同じ階層に平坦化しない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8</a:t>
            </a:r>
            <a:r>
              <a:rPr kumimoji="1" lang="ja-JP" altLang="en-US"/>
              <a:t>文字。詳しい説明はノート。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5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855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左に循環</a:t>
            </a:r>
            <a:r>
              <a:rPr kumimoji="1" lang="en-US" altLang="ja-JP"/>
              <a:t>SmartArt</a:t>
            </a:r>
            <a:r>
              <a:rPr kumimoji="1" lang="ja-JP" altLang="en-US"/>
              <a:t>、右に短い説明
用途</a:t>
            </a:r>
            <a:r>
              <a:rPr kumimoji="1" lang="en-US" altLang="ja-JP"/>
              <a:t>: </a:t>
            </a:r>
            <a:r>
              <a:rPr kumimoji="1" lang="ja-JP" altLang="en-US"/>
              <a:t>繰り返しや循環の関係を示す
注意</a:t>
            </a:r>
            <a:r>
              <a:rPr kumimoji="1" lang="en-US" altLang="ja-JP"/>
              <a:t>: </a:t>
            </a:r>
            <a:r>
              <a:rPr kumimoji="1" lang="ja-JP" altLang="en-US"/>
              <a:t>最終段階から最初へ戻る関係が必要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8</a:t>
            </a:r>
            <a:r>
              <a:rPr kumimoji="1" lang="ja-JP" altLang="en-US"/>
              <a:t>文字。本文</a:t>
            </a:r>
            <a:r>
              <a:rPr kumimoji="1" lang="en-US" altLang="ja-JP"/>
              <a:t>70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7533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横軸の上に時点、下に出来事を置く
用途</a:t>
            </a:r>
            <a:r>
              <a:rPr kumimoji="1" lang="en-US" altLang="ja-JP"/>
              <a:t>: </a:t>
            </a:r>
            <a:r>
              <a:rPr kumimoji="1" lang="ja-JP" altLang="en-US"/>
              <a:t>時点ごとの出来事や段階を示す
注意</a:t>
            </a:r>
            <a:r>
              <a:rPr kumimoji="1" lang="en-US" altLang="ja-JP"/>
              <a:t>: </a:t>
            </a:r>
            <a:r>
              <a:rPr kumimoji="1" lang="ja-JP" altLang="en-US"/>
              <a:t>実際の時点をラベルに記載。距離は期間の長さを表さない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</a:t>
            </a:r>
            <a:r>
              <a:rPr kumimoji="1" lang="en-US" altLang="ja-JP"/>
              <a:t>2023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2024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2025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2026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7697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左に大きな概念・数式、右に具体例や説明
用途</a:t>
            </a:r>
            <a:r>
              <a:rPr kumimoji="1" lang="en-US" altLang="ja-JP"/>
              <a:t>: </a:t>
            </a:r>
            <a:r>
              <a:rPr kumimoji="1" lang="ja-JP" altLang="en-US"/>
              <a:t>概念、数式、具体例を読みやすく示す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493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項目名と説明を縦に並べ、細い線で区切る
用途</a:t>
            </a:r>
            <a:r>
              <a:rPr kumimoji="1" lang="en-US" altLang="ja-JP"/>
              <a:t>: </a:t>
            </a:r>
            <a:r>
              <a:rPr kumimoji="1" lang="ja-JP" altLang="en-US"/>
              <a:t>要点と必要な説明を整理する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4600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本文領域の横幅いっぱいを表に使う
用途</a:t>
            </a:r>
            <a:r>
              <a:rPr kumimoji="1" lang="en-US" altLang="ja-JP"/>
              <a:t>: </a:t>
            </a:r>
            <a:r>
              <a:rPr kumimoji="1" lang="ja-JP" altLang="en-US"/>
              <a:t>列の多い比較表を全面に配置。数値と単位を省かない
注意</a:t>
            </a:r>
            <a:r>
              <a:rPr kumimoji="1" lang="en-US" altLang="ja-JP"/>
              <a:t>: </a:t>
            </a:r>
            <a:r>
              <a:rPr kumimoji="1" lang="ja-JP" altLang="en-US"/>
              <a:t>値・単位・列と行の対応を変えない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列名</a:t>
            </a:r>
            <a:r>
              <a:rPr kumimoji="1" lang="en-US" altLang="ja-JP"/>
              <a:t>14</a:t>
            </a:r>
            <a:r>
              <a:rPr kumimoji="1" lang="ja-JP" altLang="en-US"/>
              <a:t>文字、セル</a:t>
            </a:r>
            <a:r>
              <a:rPr kumimoji="1" lang="en-US" altLang="ja-JP"/>
              <a:t>24</a:t>
            </a:r>
            <a:r>
              <a:rPr kumimoji="1" lang="ja-JP" altLang="en-US"/>
              <a:t>文字程度。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912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上に結論、下に横幅いっぱいの表
用途</a:t>
            </a:r>
            <a:r>
              <a:rPr kumimoji="1" lang="en-US" altLang="ja-JP"/>
              <a:t>: </a:t>
            </a:r>
            <a:r>
              <a:rPr kumimoji="1" lang="ja-JP" altLang="en-US"/>
              <a:t>短い読み取りを上段、根拠の表を下段に配置
注意</a:t>
            </a:r>
            <a:r>
              <a:rPr kumimoji="1" lang="en-US" altLang="ja-JP"/>
              <a:t>: </a:t>
            </a:r>
            <a:r>
              <a:rPr kumimoji="1" lang="ja-JP" altLang="en-US"/>
              <a:t>値・単位・列と行の対応を変えない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要旨</a:t>
            </a:r>
            <a:r>
              <a:rPr kumimoji="1" lang="en-US" altLang="ja-JP"/>
              <a:t>38</a:t>
            </a:r>
            <a:r>
              <a:rPr kumimoji="1" lang="ja-JP" altLang="en-US"/>
              <a:t>文字。列名</a:t>
            </a:r>
            <a:r>
              <a:rPr kumimoji="1" lang="en-US" altLang="ja-JP"/>
              <a:t>12</a:t>
            </a:r>
            <a:r>
              <a:rPr kumimoji="1" lang="ja-JP" altLang="en-US"/>
              <a:t>文字、セル</a:t>
            </a:r>
            <a:r>
              <a:rPr kumimoji="1" lang="en-US" altLang="ja-JP"/>
              <a:t>20</a:t>
            </a:r>
            <a:r>
              <a:rPr kumimoji="1" lang="ja-JP" altLang="en-US"/>
              <a:t>文字程度。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8755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1</a:t>
            </a:r>
            <a:r>
              <a:rPr kumimoji="1" lang="ja-JP" altLang="en-US"/>
              <a:t>対象を</a:t>
            </a:r>
            <a:r>
              <a:rPr kumimoji="1" lang="en-US" altLang="ja-JP"/>
              <a:t>1</a:t>
            </a:r>
            <a:r>
              <a:rPr kumimoji="1" lang="ja-JP" altLang="en-US"/>
              <a:t>本の横帯とし、帯の中で列をそろえる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表の各行を横の帯に展開。</a:t>
            </a:r>
            <a:r>
              <a:rPr kumimoji="1" lang="en-US" altLang="ja-JP"/>
              <a:t>2〜3</a:t>
            </a:r>
            <a:r>
              <a:rPr kumimoji="1" lang="ja-JP" altLang="en-US"/>
              <a:t>対象の特徴・条件の比較
注意</a:t>
            </a:r>
            <a:r>
              <a:rPr kumimoji="1" lang="en-US" altLang="ja-JP"/>
              <a:t>: </a:t>
            </a:r>
            <a:r>
              <a:rPr kumimoji="1" lang="ja-JP" altLang="en-US"/>
              <a:t>値・単位・列と行の対応を変えない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表は</a:t>
            </a:r>
            <a:r>
              <a:rPr kumimoji="1" lang="en-US" altLang="ja-JP"/>
              <a:t>3</a:t>
            </a:r>
            <a:r>
              <a:rPr kumimoji="1" lang="ja-JP" altLang="en-US"/>
              <a:t>データ行まで。対象名</a:t>
            </a:r>
            <a:r>
              <a:rPr kumimoji="1" lang="en-US" altLang="ja-JP"/>
              <a:t>12</a:t>
            </a:r>
            <a:r>
              <a:rPr kumimoji="1" lang="ja-JP" altLang="en-US"/>
              <a:t>文字、セル</a:t>
            </a:r>
            <a:r>
              <a:rPr kumimoji="1" lang="en-US" altLang="ja-JP"/>
              <a:t>22</a:t>
            </a:r>
            <a:r>
              <a:rPr kumimoji="1" lang="ja-JP" altLang="en-US"/>
              <a:t>文字程度。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8839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上に項目番号、中央に項目名、下に説明を横並びにする
用途</a:t>
            </a:r>
            <a:r>
              <a:rPr kumimoji="1" lang="en-US" altLang="ja-JP"/>
              <a:t>: </a:t>
            </a:r>
            <a:r>
              <a:rPr kumimoji="1" lang="ja-JP" altLang="en-US"/>
              <a:t>順序のない</a:t>
            </a:r>
            <a:r>
              <a:rPr kumimoji="1" lang="en-US" altLang="ja-JP"/>
              <a:t>3〜4</a:t>
            </a:r>
            <a:r>
              <a:rPr kumimoji="1" lang="ja-JP" altLang="en-US"/>
              <a:t>の要点を横に並べる。最後のまとめや方針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42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2303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本文領域を</a:t>
            </a:r>
            <a:r>
              <a:rPr kumimoji="1" lang="en-US" altLang="ja-JP"/>
              <a:t>2×2</a:t>
            </a:r>
            <a:r>
              <a:rPr kumimoji="1" lang="ja-JP" altLang="en-US"/>
              <a:t>に分けて観点を配置する
用途</a:t>
            </a:r>
            <a:r>
              <a:rPr kumimoji="1" lang="en-US" altLang="ja-JP"/>
              <a:t>: 4</a:t>
            </a:r>
            <a:r>
              <a:rPr kumimoji="1" lang="ja-JP" altLang="en-US"/>
              <a:t>つの独立した観点や分類を</a:t>
            </a:r>
            <a:r>
              <a:rPr kumimoji="1" lang="en-US" altLang="ja-JP"/>
              <a:t>2×2</a:t>
            </a:r>
            <a:r>
              <a:rPr kumimoji="1" lang="ja-JP" altLang="en-US"/>
              <a:t>で整理。項目間に因果や順位を作らない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16</a:t>
            </a:r>
            <a:r>
              <a:rPr kumimoji="1" lang="ja-JP" altLang="en-US"/>
              <a:t>文字、説明</a:t>
            </a:r>
            <a:r>
              <a:rPr kumimoji="1" lang="en-US" altLang="ja-JP"/>
              <a:t>50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2855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上位を狭い上段、具体的な下位を広い下段に置く
用途</a:t>
            </a:r>
            <a:r>
              <a:rPr kumimoji="1" lang="en-US" altLang="ja-JP"/>
              <a:t>: </a:t>
            </a:r>
            <a:r>
              <a:rPr kumimoji="1" lang="ja-JP" altLang="en-US"/>
              <a:t>上位概念・中位・具体例の階層。重要度の順位が明示された場合にも使う
注意</a:t>
            </a:r>
            <a:r>
              <a:rPr kumimoji="1" lang="en-US" altLang="ja-JP"/>
              <a:t>: </a:t>
            </a:r>
            <a:r>
              <a:rPr kumimoji="1" lang="ja-JP" altLang="en-US"/>
              <a:t>上位と下位が説明できない分類には使わない。幅は数量ではない
文字量</a:t>
            </a:r>
            <a:r>
              <a:rPr kumimoji="1" lang="en-US" altLang="ja-JP"/>
              <a:t>: </a:t>
            </a:r>
            <a:r>
              <a:rPr kumimoji="1" lang="ja-JP" altLang="en-US"/>
              <a:t>上段の項目名</a:t>
            </a:r>
            <a:r>
              <a:rPr kumimoji="1" lang="en-US" altLang="ja-JP"/>
              <a:t>8</a:t>
            </a:r>
            <a:r>
              <a:rPr kumimoji="1" lang="ja-JP" altLang="en-US"/>
              <a:t>文字、各説明</a:t>
            </a:r>
            <a:r>
              <a:rPr kumimoji="1" lang="en-US" altLang="ja-JP"/>
              <a:t>12</a:t>
            </a:r>
            <a:r>
              <a:rPr kumimoji="1" lang="ja-JP" altLang="en-US"/>
              <a:t>文字。項目は上段から。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
</a:t>
            </a:r>
            <a:r>
              <a:rPr kumimoji="1" lang="ja-JP" altLang="en-US"/>
              <a:t>項目</a:t>
            </a:r>
            <a:r>
              <a:rPr kumimoji="1" lang="en-US" altLang="ja-JP"/>
              <a:t>2
</a:t>
            </a:r>
            <a:r>
              <a:rPr kumimoji="1" lang="ja-JP" altLang="en-US"/>
              <a:t>項目</a:t>
            </a:r>
            <a:r>
              <a:rPr kumimoji="1" lang="en-US" altLang="ja-JP"/>
              <a:t>3
</a:t>
            </a:r>
            <a:r>
              <a:rPr kumimoji="1" lang="ja-JP" altLang="en-US"/>
              <a:t>項目</a:t>
            </a:r>
            <a:r>
              <a:rPr kumimoji="1" lang="en-US" altLang="ja-JP"/>
              <a:t>4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55916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左の帯を段階ごとに狭め、右に条件を添える
用途</a:t>
            </a:r>
            <a:r>
              <a:rPr kumimoji="1" lang="en-US" altLang="ja-JP"/>
              <a:t>: </a:t>
            </a:r>
            <a:r>
              <a:rPr kumimoji="1" lang="ja-JP" altLang="en-US"/>
              <a:t>候補から条件を通して絞る段階。数値の面積比較には使わない
注意</a:t>
            </a:r>
            <a:r>
              <a:rPr kumimoji="1" lang="en-US" altLang="ja-JP"/>
              <a:t>: </a:t>
            </a:r>
            <a:r>
              <a:rPr kumimoji="1" lang="ja-JP" altLang="en-US"/>
              <a:t>絞り込みがない情報に使わない。幅は数量ではない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文字。上流から並べる。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17315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中央に概念、四隅に関連する要素
用途</a:t>
            </a:r>
            <a:r>
              <a:rPr kumimoji="1" lang="en-US" altLang="ja-JP"/>
              <a:t>: </a:t>
            </a:r>
            <a:r>
              <a:rPr kumimoji="1" lang="ja-JP" altLang="en-US"/>
              <a:t>中心の概念と</a:t>
            </a:r>
            <a:r>
              <a:rPr kumimoji="1" lang="en-US" altLang="ja-JP"/>
              <a:t>4</a:t>
            </a:r>
            <a:r>
              <a:rPr kumimoji="1" lang="ja-JP" altLang="en-US"/>
              <a:t>つまでの関連要素。循環や上下関係を意味しない
注意</a:t>
            </a:r>
            <a:r>
              <a:rPr kumimoji="1" lang="en-US" altLang="ja-JP"/>
              <a:t>: </a:t>
            </a:r>
            <a:r>
              <a:rPr kumimoji="1" lang="ja-JP" altLang="en-US"/>
              <a:t>周辺要素の因果や順位を示すものではない
文字量</a:t>
            </a:r>
            <a:r>
              <a:rPr kumimoji="1" lang="en-US" altLang="ja-JP"/>
              <a:t>: </a:t>
            </a:r>
            <a:r>
              <a:rPr kumimoji="1" lang="ja-JP" altLang="en-US"/>
              <a:t>中心の要旨</a:t>
            </a:r>
            <a:r>
              <a:rPr kumimoji="1" lang="en-US" altLang="ja-JP"/>
              <a:t>12</a:t>
            </a:r>
            <a:r>
              <a:rPr kumimoji="1" lang="ja-JP" altLang="en-US"/>
              <a:t>文字、項目名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28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中心の問い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29021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左の縦軸に番号、右に手順と説明
用途</a:t>
            </a:r>
            <a:r>
              <a:rPr kumimoji="1" lang="en-US" altLang="ja-JP"/>
              <a:t>: </a:t>
            </a:r>
            <a:r>
              <a:rPr kumimoji="1" lang="ja-JP" altLang="en-US"/>
              <a:t>説明の長い手順を縦方向に並べる。順序がある情報に使う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55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2568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指標名・大きな値・条件を縦組みで横に並べる
用途</a:t>
            </a:r>
            <a:r>
              <a:rPr kumimoji="1" lang="en-US" altLang="ja-JP"/>
              <a:t>: 3〜4</a:t>
            </a:r>
            <a:r>
              <a:rPr kumimoji="1" lang="ja-JP" altLang="en-US"/>
              <a:t>個の重要な数値と単位を大きく表示。出典と比較条件を残す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値は単位付き</a:t>
            </a:r>
            <a:r>
              <a:rPr kumimoji="1" lang="en-US" altLang="ja-JP"/>
              <a:t>12</a:t>
            </a:r>
            <a:r>
              <a:rPr kumimoji="1" lang="ja-JP" altLang="en-US"/>
              <a:t>文字、項目名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20753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変更前と変更後を左右に置き、中央に矢印
用途</a:t>
            </a:r>
            <a:r>
              <a:rPr kumimoji="1" lang="en-US" altLang="ja-JP"/>
              <a:t>: </a:t>
            </a:r>
            <a:r>
              <a:rPr kumimoji="1" lang="ja-JP" altLang="en-US"/>
              <a:t>同じ対象の変更前と変更後を対置する。異なる</a:t>
            </a:r>
            <a:r>
              <a:rPr kumimoji="1" lang="en-US" altLang="ja-JP"/>
              <a:t>2</a:t>
            </a:r>
            <a:r>
              <a:rPr kumimoji="1" lang="ja-JP" altLang="en-US"/>
              <a:t>社の比較には使わない
注意</a:t>
            </a:r>
            <a:r>
              <a:rPr kumimoji="1" lang="en-US" altLang="ja-JP"/>
              <a:t>: </a:t>
            </a:r>
            <a:r>
              <a:rPr kumimoji="1" lang="ja-JP" altLang="en-US"/>
              <a:t>無関係な</a:t>
            </a:r>
            <a:r>
              <a:rPr kumimoji="1" lang="en-US" altLang="ja-JP"/>
              <a:t>2</a:t>
            </a:r>
            <a:r>
              <a:rPr kumimoji="1" lang="ja-JP" altLang="en-US"/>
              <a:t>対象の比較には使わない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16</a:t>
            </a:r>
            <a:r>
              <a:rPr kumimoji="1" lang="ja-JP" altLang="en-US"/>
              <a:t>文字、説明</a:t>
            </a:r>
            <a:r>
              <a:rPr kumimoji="1" lang="en-US" altLang="ja-JP"/>
              <a:t>100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3310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左に大きな結論、右に根拠や次の行動を縦に配置
用途</a:t>
            </a:r>
            <a:r>
              <a:rPr kumimoji="1" lang="en-US" altLang="ja-JP"/>
              <a:t>: </a:t>
            </a:r>
            <a:r>
              <a:rPr kumimoji="1" lang="ja-JP" altLang="en-US"/>
              <a:t>大きな結論とそれを受けた最大</a:t>
            </a:r>
            <a:r>
              <a:rPr kumimoji="1" lang="en-US" altLang="ja-JP"/>
              <a:t>3</a:t>
            </a:r>
            <a:r>
              <a:rPr kumimoji="1" lang="ja-JP" altLang="en-US"/>
              <a:t>つの要点・提案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要旨</a:t>
            </a:r>
            <a:r>
              <a:rPr kumimoji="1" lang="en-US" altLang="ja-JP"/>
              <a:t>45</a:t>
            </a:r>
            <a:r>
              <a:rPr kumimoji="1" lang="ja-JP" altLang="en-US"/>
              <a:t>文字、項目名</a:t>
            </a:r>
            <a:r>
              <a:rPr kumimoji="1" lang="en-US" altLang="ja-JP"/>
              <a:t>16</a:t>
            </a:r>
            <a:r>
              <a:rPr kumimoji="1" lang="ja-JP" altLang="en-US"/>
              <a:t>文字、説明</a:t>
            </a:r>
            <a:r>
              <a:rPr kumimoji="1" lang="en-US" altLang="ja-JP"/>
              <a:t>35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25945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SmartArt</a:t>
            </a:r>
            <a:r>
              <a:rPr kumimoji="1" lang="ja-JP" altLang="en-US"/>
              <a:t>の縦方向ボックスに項目を並べる
用途</a:t>
            </a:r>
            <a:r>
              <a:rPr kumimoji="1" lang="en-US" altLang="ja-JP"/>
              <a:t>: </a:t>
            </a:r>
            <a:r>
              <a:rPr kumimoji="1" lang="ja-JP" altLang="en-US"/>
              <a:t>関連項目を</a:t>
            </a:r>
            <a:r>
              <a:rPr kumimoji="1" lang="en-US" altLang="ja-JP"/>
              <a:t>SmartArt</a:t>
            </a:r>
            <a:r>
              <a:rPr kumimoji="1" lang="ja-JP" altLang="en-US"/>
              <a:t>のブロック一覧で整理する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12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55641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上部の広い要旨と、下部の</a:t>
            </a:r>
            <a:r>
              <a:rPr kumimoji="1" lang="en-US" altLang="ja-JP"/>
              <a:t>2〜4</a:t>
            </a:r>
            <a:r>
              <a:rPr kumimoji="1" lang="ja-JP" altLang="en-US"/>
              <a:t>列の説明
用途</a:t>
            </a:r>
            <a:r>
              <a:rPr kumimoji="1" lang="en-US" altLang="ja-JP"/>
              <a:t>: </a:t>
            </a:r>
            <a:r>
              <a:rPr kumimoji="1" lang="ja-JP" altLang="en-US"/>
              <a:t>大きな主張を複数の観点で説明するとき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97774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各行の左に題名、右に説明。交互に背景を敷く
用途</a:t>
            </a:r>
            <a:r>
              <a:rPr kumimoji="1" lang="en-US" altLang="ja-JP"/>
              <a:t>: </a:t>
            </a:r>
            <a:r>
              <a:rPr kumimoji="1" lang="ja-JP" altLang="en-US"/>
              <a:t>文章の長さが違う要点を読み比べるとき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63151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2</a:t>
            </a:r>
            <a:r>
              <a:rPr kumimoji="1" lang="ja-JP" altLang="en-US"/>
              <a:t>列の格子。左の小さな番号と、右の見出し・説明
用途</a:t>
            </a:r>
            <a:r>
              <a:rPr kumimoji="1" lang="en-US" altLang="ja-JP"/>
              <a:t>: 4〜6</a:t>
            </a:r>
            <a:r>
              <a:rPr kumimoji="1" lang="ja-JP" altLang="en-US"/>
              <a:t>の独立した要点や確認観点を一覧にするとき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6</a:t>
            </a:r>
            <a:r>
              <a:rPr kumimoji="1" lang="ja-JP" altLang="en-US"/>
              <a:t>項目なら項目名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文字。番号は参照用で順位ではない。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28133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奇数列は上寄せ、偶数列は下寄せにした</a:t>
            </a:r>
            <a:r>
              <a:rPr kumimoji="1" lang="en-US" altLang="ja-JP"/>
              <a:t>3〜4</a:t>
            </a:r>
            <a:r>
              <a:rPr kumimoji="1" lang="ja-JP" altLang="en-US"/>
              <a:t>列
用途</a:t>
            </a:r>
            <a:r>
              <a:rPr kumimoji="1" lang="en-US" altLang="ja-JP"/>
              <a:t>: </a:t>
            </a:r>
            <a:r>
              <a:rPr kumimoji="1" lang="ja-JP" altLang="en-US"/>
              <a:t>短い独立した考えをリズムをつけて提示するとき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35033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上半分に中央揃えの結論、下半分に横並びの根拠
用途</a:t>
            </a:r>
            <a:r>
              <a:rPr kumimoji="1" lang="en-US" altLang="ja-JP"/>
              <a:t>: </a:t>
            </a:r>
            <a:r>
              <a:rPr kumimoji="1" lang="ja-JP" altLang="en-US"/>
              <a:t>一つの結論と複数の独立した根拠を伝えるとき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35385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上に観点を並べ、下の全幅の帯に結論を置く
用途</a:t>
            </a:r>
            <a:r>
              <a:rPr kumimoji="1" lang="en-US" altLang="ja-JP"/>
              <a:t>: </a:t>
            </a:r>
            <a:r>
              <a:rPr kumimoji="1" lang="ja-JP" altLang="en-US"/>
              <a:t>根拠を見た後に結論を読んでもらうとき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99495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左に細い主張欄、右の広い領域に説明を縦積み
用途</a:t>
            </a:r>
            <a:r>
              <a:rPr kumimoji="1" lang="en-US" altLang="ja-JP"/>
              <a:t>: </a:t>
            </a:r>
            <a:r>
              <a:rPr kumimoji="1" lang="ja-JP" altLang="en-US"/>
              <a:t>結論を見失わずに補足説明を読みたいとき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07892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細い罫線だけの一覧。左の短い見出しと右の広い文章欄
用途</a:t>
            </a:r>
            <a:r>
              <a:rPr kumimoji="1" lang="en-US" altLang="ja-JP"/>
              <a:t>: </a:t>
            </a:r>
            <a:r>
              <a:rPr kumimoji="1" lang="ja-JP" altLang="en-US"/>
              <a:t>読む資料で条件や補足も載せたいとき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16</a:t>
            </a:r>
            <a:r>
              <a:rPr kumimoji="1" lang="ja-JP" altLang="en-US"/>
              <a:t>文字、説明</a:t>
            </a:r>
            <a:r>
              <a:rPr kumimoji="1" lang="en-US" altLang="ja-JP"/>
              <a:t>65</a:t>
            </a:r>
            <a:r>
              <a:rPr kumimoji="1" lang="ja-JP" altLang="en-US"/>
              <a:t>文字を目安。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2C1B3-8973-4738-B2D8-8C6A154C99DD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0418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B1B9F3-F032-801B-4412-B0911497D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CC778F8-2DC2-7984-F71D-50F167879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1E4E1C-267A-7A06-4CBA-C62873E9F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7908-F84C-470F-9CF6-7456DADD42BC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09C127-CD4A-777F-F449-E8C1C55A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BA82C3-9DA8-C72B-41E7-38E8DF04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1747-7DE3-4D63-A2A8-0FAC7C5F23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4379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010AF8-22F5-70A8-24FA-DC2F438E5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5650D8-F374-6025-E425-4C6F00FD7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B8D41F-AF75-6592-4022-20C822F9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7908-F84C-470F-9CF6-7456DADD42BC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0BD253-6E34-1752-4750-DBEC027EA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ED4D77-A87B-3258-E902-59387BA9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1747-7DE3-4D63-A2A8-0FAC7C5F23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949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1115EB-D8C8-68A0-87B6-4422D6E1C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56E605-AD3A-7E4A-ABF7-1C63E818C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F2939B-7359-77BD-BBBC-EDBA0507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7908-F84C-470F-9CF6-7456DADD42BC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C49519-D7DC-3982-FE7C-EE7886D2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63CC77-8E42-2422-162A-794085F1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1747-7DE3-4D63-A2A8-0FAC7C5F23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6709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F8CB51-C16F-308B-748D-A613220B8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B339B6-152E-9843-4D50-2FFA050D5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5773399-96EF-762F-31E1-2B4C69FE3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04E92C5-13CB-0B63-B2C8-CE300334F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7908-F84C-470F-9CF6-7456DADD42BC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1C3CBF-235C-C3D7-8733-170FF5AB7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023205-7183-B6DA-EE80-FB74D8A77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1747-7DE3-4D63-A2A8-0FAC7C5F23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706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81E478-3A15-EBB9-8ABA-2DD0EECD2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B6739B-9DF3-4F4A-3F50-4CC066B18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33EA2A7-57CA-C313-48FE-4836DD03B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D3184B2-EA70-B4D3-40B7-75B671BC5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66453BC-DDEA-0E39-4757-8F1C7EAA43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B5186B7-90D3-8439-B995-EA53D49A5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7908-F84C-470F-9CF6-7456DADD42BC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E3F70BF-BD45-EF67-532E-580F035E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ECB4E51-AD50-F063-CA54-E03B7C5C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1747-7DE3-4D63-A2A8-0FAC7C5F23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899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AA517B-0516-EC1D-D24B-F746A4752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A221C41-9CA7-8395-4C87-A8DF81A2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7908-F84C-470F-9CF6-7456DADD42BC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F09242D-1E63-3429-BDE6-B0D7C3631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F27F9D7-60C2-91A6-0111-3183F30E0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1747-7DE3-4D63-A2A8-0FAC7C5F23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3124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77B17AC-AFDB-CB38-6121-913D4CB2B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7908-F84C-470F-9CF6-7456DADD42BC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37E5EDA-33AE-E8D8-2EFE-2186199A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1BC179-8925-8FDD-4E7B-CE5277E9D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1747-7DE3-4D63-A2A8-0FAC7C5F23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78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D3D1AE-3676-57B8-805F-DF4082C8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9F0A2F-44AD-8A2D-CE5A-F41B56CFD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A2868C-1EF6-9831-48D7-D6F261A03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A38522-5200-F5DB-C5A4-7E54AA23E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7908-F84C-470F-9CF6-7456DADD42BC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5AA878-422A-D125-FFF5-DADEAC6D4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DDA27F-865E-5504-458B-73D906232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1747-7DE3-4D63-A2A8-0FAC7C5F23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479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EE9626-5448-37F9-C949-C536424CA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7C7B0CA-2835-7BE2-3433-02D848D9ED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173534-4B85-A84A-B5F5-058903063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2C685F-09D1-0ECA-88E7-60525B13F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7908-F84C-470F-9CF6-7456DADD42BC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31829B-5D53-2595-218E-207B7225B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B682F4-1883-EBB3-CF2F-F3B50E847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1747-7DE3-4D63-A2A8-0FAC7C5F23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245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9C3069-A009-7283-E75F-525E46768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AE6DE84-CE9C-75D6-6EF2-8289B5815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C59420-BB8C-2B91-B1B3-CC74141AF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7908-F84C-470F-9CF6-7456DADD42BC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3D2571-B0C9-0976-6056-D083C5275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4C15DF-B8D1-18FC-9C73-F98B2FCD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1747-7DE3-4D63-A2A8-0FAC7C5F23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030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717BDEE-8091-B3A9-4F66-BD07F0806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F64201C-1028-9439-F4E4-970D8E6E3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CC465D-E2D7-D5E5-47AB-49E05723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37908-F84C-470F-9CF6-7456DADD42BC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654A2D-AFC1-AA1C-CDD7-281D2DD0E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00F4B7-177D-EE1F-5B7E-5E2D3BEE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21747-7DE3-4D63-A2A8-0FAC7C5F23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853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D289264-A28E-9EAE-FE8F-BE2243D87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ACA8B8-5A5A-D423-6BD7-9DE4CC674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F175ED-CAF4-AC5F-EAE1-D703713D4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37908-F84C-470F-9CF6-7456DADD42BC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27C9D1-7DA9-3BC7-1087-894D57FFC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A7C39A-B02A-EC80-5DF4-ACE03034F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21747-7DE3-4D63-A2A8-0FAC7C5F23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7289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FFE45D3-8139-2BFA-493A-53A8C88BDC68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00CCBF2-8865-CE97-BE22-349F83D77FF6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6E0E866-187A-FBF8-E380-2EDE7EB97C0D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構図カタログ </a:t>
            </a:r>
            <a:r>
              <a:rPr kumimoji="1" lang="en-US" altLang="ja-JP" sz="4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4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FF2E762-FFF9-2248-4942-2D8C60844752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構図の見本 </a:t>
            </a:r>
            <a:r>
              <a:rPr kumimoji="1" lang="en-US" altLang="ja-JP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/ AI</a:t>
            </a:r>
            <a:r>
              <a:rPr kumimoji="1" lang="ja-JP" altLang="en-US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未使用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853F6A8-E27C-1BFB-43DF-507E7420BE8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008F215-970B-BF38-3032-202070C7FAE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8128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5DD9D76-14CE-75A0-18B0-E0C85D878A69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C61BDB-3BAA-6628-B078-06FEDBF28DBC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主張と根拠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368E59E-5088-DA98-DF20-4E928F4F07E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9CA0A03-C30B-C3DC-42F7-AF69F0A35A29}"/>
              </a:ext>
            </a:extLst>
          </p:cNvPr>
          <p:cNvSpPr/>
          <p:nvPr/>
        </p:nvSpPr>
        <p:spPr>
          <a:xfrm>
            <a:off x="685800" y="2057400"/>
            <a:ext cx="7289800" cy="9271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CFDCD7F-58D3-D808-E3B7-ED66BCFAE33A}"/>
              </a:ext>
            </a:extLst>
          </p:cNvPr>
          <p:cNvSpPr txBox="1"/>
          <p:nvPr/>
        </p:nvSpPr>
        <p:spPr>
          <a:xfrm>
            <a:off x="812800" y="21717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7DD291A-7992-4915-856C-E757F8E261AF}"/>
              </a:ext>
            </a:extLst>
          </p:cNvPr>
          <p:cNvSpPr txBox="1"/>
          <p:nvPr/>
        </p:nvSpPr>
        <p:spPr>
          <a:xfrm>
            <a:off x="3242733" y="21717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71D3CC6-58D1-C7B4-A052-17572EB5431A}"/>
              </a:ext>
            </a:extLst>
          </p:cNvPr>
          <p:cNvSpPr txBox="1"/>
          <p:nvPr/>
        </p:nvSpPr>
        <p:spPr>
          <a:xfrm>
            <a:off x="5672667" y="21717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EAAA988-1799-CCC7-B0C7-CC672B22F6E8}"/>
              </a:ext>
            </a:extLst>
          </p:cNvPr>
          <p:cNvCxnSpPr/>
          <p:nvPr/>
        </p:nvCxnSpPr>
        <p:spPr>
          <a:xfrm>
            <a:off x="685800" y="3911600"/>
            <a:ext cx="7289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640408F-4025-7A77-3990-CDC8808B2F5B}"/>
              </a:ext>
            </a:extLst>
          </p:cNvPr>
          <p:cNvSpPr txBox="1"/>
          <p:nvPr/>
        </p:nvSpPr>
        <p:spPr>
          <a:xfrm>
            <a:off x="812800" y="30988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E890A95-4D52-D355-2277-C211D9D31028}"/>
              </a:ext>
            </a:extLst>
          </p:cNvPr>
          <p:cNvSpPr txBox="1"/>
          <p:nvPr/>
        </p:nvSpPr>
        <p:spPr>
          <a:xfrm>
            <a:off x="3242733" y="30988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70CDD62-82F6-471C-69F2-37620AB713D0}"/>
              </a:ext>
            </a:extLst>
          </p:cNvPr>
          <p:cNvSpPr txBox="1"/>
          <p:nvPr/>
        </p:nvSpPr>
        <p:spPr>
          <a:xfrm>
            <a:off x="5672667" y="30988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BF884E9-0844-C6B6-5D0D-2E6B29610CF7}"/>
              </a:ext>
            </a:extLst>
          </p:cNvPr>
          <p:cNvSpPr/>
          <p:nvPr/>
        </p:nvSpPr>
        <p:spPr>
          <a:xfrm>
            <a:off x="685800" y="3911600"/>
            <a:ext cx="7289800" cy="9271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5886733-5406-A5FF-2755-34EDBF44E95B}"/>
              </a:ext>
            </a:extLst>
          </p:cNvPr>
          <p:cNvCxnSpPr/>
          <p:nvPr/>
        </p:nvCxnSpPr>
        <p:spPr>
          <a:xfrm>
            <a:off x="685800" y="4838700"/>
            <a:ext cx="7289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92A09CA-4696-E72F-961C-83EA094CD0AC}"/>
              </a:ext>
            </a:extLst>
          </p:cNvPr>
          <p:cNvSpPr txBox="1"/>
          <p:nvPr/>
        </p:nvSpPr>
        <p:spPr>
          <a:xfrm>
            <a:off x="812800" y="40259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1EE8752-9A88-8889-DF7F-BABDE5BA6D14}"/>
              </a:ext>
            </a:extLst>
          </p:cNvPr>
          <p:cNvSpPr txBox="1"/>
          <p:nvPr/>
        </p:nvSpPr>
        <p:spPr>
          <a:xfrm>
            <a:off x="3242733" y="40259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9954B66-2072-2671-C98C-4E73840D2EDA}"/>
              </a:ext>
            </a:extLst>
          </p:cNvPr>
          <p:cNvSpPr txBox="1"/>
          <p:nvPr/>
        </p:nvSpPr>
        <p:spPr>
          <a:xfrm>
            <a:off x="5672667" y="40259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5FA96BBD-555D-13A6-506F-33502683A37E}"/>
              </a:ext>
            </a:extLst>
          </p:cNvPr>
          <p:cNvCxnSpPr/>
          <p:nvPr/>
        </p:nvCxnSpPr>
        <p:spPr>
          <a:xfrm>
            <a:off x="685800" y="5765800"/>
            <a:ext cx="7289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5B20F6D-4524-71D9-95F2-91161C82D5CE}"/>
              </a:ext>
            </a:extLst>
          </p:cNvPr>
          <p:cNvSpPr txBox="1"/>
          <p:nvPr/>
        </p:nvSpPr>
        <p:spPr>
          <a:xfrm>
            <a:off x="812800" y="49530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10E5A8B-A867-C9FA-9D56-F3BF81C1214B}"/>
              </a:ext>
            </a:extLst>
          </p:cNvPr>
          <p:cNvSpPr txBox="1"/>
          <p:nvPr/>
        </p:nvSpPr>
        <p:spPr>
          <a:xfrm>
            <a:off x="3242733" y="49530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D2FFC7C-0AF8-FCC6-8145-EFE0AEB7A824}"/>
              </a:ext>
            </a:extLst>
          </p:cNvPr>
          <p:cNvSpPr txBox="1"/>
          <p:nvPr/>
        </p:nvSpPr>
        <p:spPr>
          <a:xfrm>
            <a:off x="5672667" y="4953000"/>
            <a:ext cx="2175933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BB6D173-6E13-3B7A-E846-52167AD2604E}"/>
              </a:ext>
            </a:extLst>
          </p:cNvPr>
          <p:cNvSpPr/>
          <p:nvPr/>
        </p:nvSpPr>
        <p:spPr>
          <a:xfrm>
            <a:off x="8394700" y="1993900"/>
            <a:ext cx="38100" cy="3670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EED60E8-C146-A482-2C3C-EF8F7F77EDAA}"/>
              </a:ext>
            </a:extLst>
          </p:cNvPr>
          <p:cNvSpPr txBox="1"/>
          <p:nvPr/>
        </p:nvSpPr>
        <p:spPr>
          <a:xfrm>
            <a:off x="8699500" y="2006600"/>
            <a:ext cx="2768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9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5E82341-DC46-B205-88CF-90F2751C2BC8}"/>
              </a:ext>
            </a:extLst>
          </p:cNvPr>
          <p:cNvSpPr txBox="1"/>
          <p:nvPr/>
        </p:nvSpPr>
        <p:spPr>
          <a:xfrm>
            <a:off x="8699500" y="2451100"/>
            <a:ext cx="27686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3F67569B-E75E-BDD6-F159-10D05B694063}"/>
              </a:ext>
            </a:extLst>
          </p:cNvPr>
          <p:cNvCxnSpPr/>
          <p:nvPr/>
        </p:nvCxnSpPr>
        <p:spPr>
          <a:xfrm>
            <a:off x="8699500" y="3086100"/>
            <a:ext cx="2768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B873ECC-0187-1E03-1A05-5B5B1DEB4C9D}"/>
              </a:ext>
            </a:extLst>
          </p:cNvPr>
          <p:cNvSpPr txBox="1"/>
          <p:nvPr/>
        </p:nvSpPr>
        <p:spPr>
          <a:xfrm>
            <a:off x="8699500" y="3238500"/>
            <a:ext cx="2768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19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33A02AF-EDD5-C0C2-0DA9-07BE8EF96CB1}"/>
              </a:ext>
            </a:extLst>
          </p:cNvPr>
          <p:cNvSpPr txBox="1"/>
          <p:nvPr/>
        </p:nvSpPr>
        <p:spPr>
          <a:xfrm>
            <a:off x="8699500" y="3683000"/>
            <a:ext cx="27686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5F13C135-F54D-675E-148C-12909951F4D0}"/>
              </a:ext>
            </a:extLst>
          </p:cNvPr>
          <p:cNvCxnSpPr/>
          <p:nvPr/>
        </p:nvCxnSpPr>
        <p:spPr>
          <a:xfrm>
            <a:off x="8699500" y="4318000"/>
            <a:ext cx="2768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650C0DE-0D92-686B-7AF3-656D29551C3A}"/>
              </a:ext>
            </a:extLst>
          </p:cNvPr>
          <p:cNvSpPr txBox="1"/>
          <p:nvPr/>
        </p:nvSpPr>
        <p:spPr>
          <a:xfrm>
            <a:off x="8699500" y="4470400"/>
            <a:ext cx="2768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19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847C085-C936-50B4-C6EA-CBD50CD01DC9}"/>
              </a:ext>
            </a:extLst>
          </p:cNvPr>
          <p:cNvSpPr txBox="1"/>
          <p:nvPr/>
        </p:nvSpPr>
        <p:spPr>
          <a:xfrm>
            <a:off x="8699500" y="4914900"/>
            <a:ext cx="27686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6B193BBD-DB82-683A-5290-1FA36EAFB5A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51E37E9-BAA6-F5B7-BF37-264C23FFA66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178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F0A8AFD-4F37-37E2-9C98-3FFFB36E5805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43C0D8-75C3-2779-7D8B-963DFFE0B5C3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比較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902D306-BBC1-6B3C-EA8E-3C15B71B9F6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A5D1156-0856-6B13-6603-1B03A715F397}"/>
              </a:ext>
            </a:extLst>
          </p:cNvPr>
          <p:cNvSpPr/>
          <p:nvPr/>
        </p:nvSpPr>
        <p:spPr>
          <a:xfrm>
            <a:off x="711200" y="2032000"/>
            <a:ext cx="10769600" cy="936625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2703CD8-E4F8-737E-3C1D-79968B523015}"/>
              </a:ext>
            </a:extLst>
          </p:cNvPr>
          <p:cNvSpPr txBox="1"/>
          <p:nvPr/>
        </p:nvSpPr>
        <p:spPr>
          <a:xfrm>
            <a:off x="838200" y="2146300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E1D87D-A8BF-F8E0-D947-8FFB522E014D}"/>
              </a:ext>
            </a:extLst>
          </p:cNvPr>
          <p:cNvSpPr txBox="1"/>
          <p:nvPr/>
        </p:nvSpPr>
        <p:spPr>
          <a:xfrm>
            <a:off x="4428067" y="2146300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48D80D6-2891-966D-9D49-3723DB67C995}"/>
              </a:ext>
            </a:extLst>
          </p:cNvPr>
          <p:cNvSpPr txBox="1"/>
          <p:nvPr/>
        </p:nvSpPr>
        <p:spPr>
          <a:xfrm>
            <a:off x="8017933" y="2146300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B43D5EC-F11C-9E35-0B7C-A330AF2EB9B0}"/>
              </a:ext>
            </a:extLst>
          </p:cNvPr>
          <p:cNvCxnSpPr/>
          <p:nvPr/>
        </p:nvCxnSpPr>
        <p:spPr>
          <a:xfrm>
            <a:off x="711200" y="390525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B32FE9C-8F22-28B0-A55C-B55EC2D4991A}"/>
              </a:ext>
            </a:extLst>
          </p:cNvPr>
          <p:cNvSpPr txBox="1"/>
          <p:nvPr/>
        </p:nvSpPr>
        <p:spPr>
          <a:xfrm>
            <a:off x="838200" y="3082925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5D591C9-2F4F-0D35-CD43-DF991F491943}"/>
              </a:ext>
            </a:extLst>
          </p:cNvPr>
          <p:cNvSpPr txBox="1"/>
          <p:nvPr/>
        </p:nvSpPr>
        <p:spPr>
          <a:xfrm>
            <a:off x="4428067" y="3082925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8832D5F-2937-648B-A4A9-47B81885F805}"/>
              </a:ext>
            </a:extLst>
          </p:cNvPr>
          <p:cNvSpPr txBox="1"/>
          <p:nvPr/>
        </p:nvSpPr>
        <p:spPr>
          <a:xfrm>
            <a:off x="8017933" y="3082925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C16241B-1ED4-B916-1576-DC6C4260B1E2}"/>
              </a:ext>
            </a:extLst>
          </p:cNvPr>
          <p:cNvSpPr/>
          <p:nvPr/>
        </p:nvSpPr>
        <p:spPr>
          <a:xfrm>
            <a:off x="711200" y="3905250"/>
            <a:ext cx="10769600" cy="936625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DE8C805A-2B6B-9E66-9066-5341F5FDAEF4}"/>
              </a:ext>
            </a:extLst>
          </p:cNvPr>
          <p:cNvCxnSpPr/>
          <p:nvPr/>
        </p:nvCxnSpPr>
        <p:spPr>
          <a:xfrm>
            <a:off x="711200" y="4841875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EE5D46C-FFAF-5337-0DD2-560FC6A2D4BD}"/>
              </a:ext>
            </a:extLst>
          </p:cNvPr>
          <p:cNvSpPr txBox="1"/>
          <p:nvPr/>
        </p:nvSpPr>
        <p:spPr>
          <a:xfrm>
            <a:off x="838200" y="4019550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FB51E99-5009-A6CF-70CD-33BBE4945A5F}"/>
              </a:ext>
            </a:extLst>
          </p:cNvPr>
          <p:cNvSpPr txBox="1"/>
          <p:nvPr/>
        </p:nvSpPr>
        <p:spPr>
          <a:xfrm>
            <a:off x="4428067" y="4019550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C2C4652-4AE4-36E0-322B-926F10F9FF15}"/>
              </a:ext>
            </a:extLst>
          </p:cNvPr>
          <p:cNvSpPr txBox="1"/>
          <p:nvPr/>
        </p:nvSpPr>
        <p:spPr>
          <a:xfrm>
            <a:off x="8017933" y="4019550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CC3A44D-01F6-863F-580B-F8F6A571CA9B}"/>
              </a:ext>
            </a:extLst>
          </p:cNvPr>
          <p:cNvCxnSpPr/>
          <p:nvPr/>
        </p:nvCxnSpPr>
        <p:spPr>
          <a:xfrm>
            <a:off x="711200" y="57785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5A2C614-3A73-38A6-CF91-B1ADE5A10A4E}"/>
              </a:ext>
            </a:extLst>
          </p:cNvPr>
          <p:cNvSpPr txBox="1"/>
          <p:nvPr/>
        </p:nvSpPr>
        <p:spPr>
          <a:xfrm>
            <a:off x="838200" y="4956175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123D1B8-7215-524A-2354-B82C061C6A48}"/>
              </a:ext>
            </a:extLst>
          </p:cNvPr>
          <p:cNvSpPr txBox="1"/>
          <p:nvPr/>
        </p:nvSpPr>
        <p:spPr>
          <a:xfrm>
            <a:off x="4428067" y="4956175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E9C78C6-22A9-58EC-822A-D89E06044310}"/>
              </a:ext>
            </a:extLst>
          </p:cNvPr>
          <p:cNvSpPr txBox="1"/>
          <p:nvPr/>
        </p:nvSpPr>
        <p:spPr>
          <a:xfrm>
            <a:off x="8017933" y="4956175"/>
            <a:ext cx="3335867" cy="7080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CD9F6DD5-39F4-BAAF-7E5F-03FF7D13109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01A4388-E92B-376A-A0D4-1E939A13CFC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3470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CB58E82-C815-4E1C-A761-4F66E9BF2B5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25FEF23-5B01-615F-6976-02910FBDE6D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手順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99C1011-859F-6618-1FDA-0B35CC3A5CC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52AB3CF6-EF4B-CDCF-28C9-8A85D87430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9547067"/>
              </p:ext>
            </p:extLst>
          </p:nvPr>
        </p:nvGraphicFramePr>
        <p:xfrm>
          <a:off x="711200" y="2108200"/>
          <a:ext cx="10769600" cy="2984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F293BAD-01E9-4746-67A5-BA0E65B089C3}"/>
              </a:ext>
            </a:extLst>
          </p:cNvPr>
          <p:cNvSpPr txBox="1"/>
          <p:nvPr/>
        </p:nvSpPr>
        <p:spPr>
          <a:xfrm>
            <a:off x="736600" y="5397500"/>
            <a:ext cx="1071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同じ条件で情報を確かめます。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2EE8D23-673B-1558-E71F-9521B9613F3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D14B1B1-A812-D315-5AEF-D1400BFD185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0752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7509D8C-29B2-228E-0CEE-06850810F12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52240C-0A22-53E0-FD5D-DE107D9CF11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構造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0D0A4C5-ABA8-BBE7-16AD-53802DBB4C0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D9CED7BB-7329-9F02-10BC-65CCF6BB32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9752680"/>
              </p:ext>
            </p:extLst>
          </p:nvPr>
        </p:nvGraphicFramePr>
        <p:xfrm>
          <a:off x="711200" y="1866900"/>
          <a:ext cx="107696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4EE88FA-A842-1947-FBB2-2DF66EF3C97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B310156-DEC5-3CEC-0242-FA3239189CD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98896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D00225A-A3F0-73EE-0EBB-FD713B6BC70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C9ACB7-2D25-F4CB-D31E-EE30A2D94478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循環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369E426-C9AF-6406-6598-A8761B9F5F5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1A542A1E-7CC1-380E-EE35-F9325A3EE8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9990304"/>
              </p:ext>
            </p:extLst>
          </p:nvPr>
        </p:nvGraphicFramePr>
        <p:xfrm>
          <a:off x="863600" y="1854200"/>
          <a:ext cx="6781800" cy="4076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0675BE5-7BC7-03CD-057C-042A59C893A8}"/>
              </a:ext>
            </a:extLst>
          </p:cNvPr>
          <p:cNvSpPr txBox="1"/>
          <p:nvPr/>
        </p:nvSpPr>
        <p:spPr>
          <a:xfrm>
            <a:off x="8229600" y="2743200"/>
            <a:ext cx="3073400" cy="256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同じ条件で情報を確
かめます。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A62A8BC-52A6-95FE-C888-A59027A9AFA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826FB13-7E52-E80B-AFB0-C64AC576C40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6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7646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623CDC5-3C4A-AD83-3F91-2B2CB6AE840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A9AD3A2-F8ED-3E57-B1C4-5AECF2A0276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時間の流れ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12A1A68-41F4-02B6-0770-2F78D5386A9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A511E74-F4BE-9C2F-EC3B-5EAA7714B97F}"/>
              </a:ext>
            </a:extLst>
          </p:cNvPr>
          <p:cNvCxnSpPr/>
          <p:nvPr/>
        </p:nvCxnSpPr>
        <p:spPr>
          <a:xfrm>
            <a:off x="838200" y="3619500"/>
            <a:ext cx="101600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12E5FEFB-4F72-669C-7978-62B43F3CCE7D}"/>
              </a:ext>
            </a:extLst>
          </p:cNvPr>
          <p:cNvSpPr/>
          <p:nvPr/>
        </p:nvSpPr>
        <p:spPr>
          <a:xfrm>
            <a:off x="863600" y="3530600"/>
            <a:ext cx="177800" cy="1778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EDB656-3C52-0FCC-5071-CB7193626585}"/>
              </a:ext>
            </a:extLst>
          </p:cNvPr>
          <p:cNvSpPr txBox="1"/>
          <p:nvPr/>
        </p:nvSpPr>
        <p:spPr>
          <a:xfrm>
            <a:off x="863600" y="2527300"/>
            <a:ext cx="23495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2023</a:t>
            </a: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5B75AF3-1224-B08E-EC75-E3CF4EF4CF15}"/>
              </a:ext>
            </a:extLst>
          </p:cNvPr>
          <p:cNvSpPr txBox="1"/>
          <p:nvPr/>
        </p:nvSpPr>
        <p:spPr>
          <a:xfrm>
            <a:off x="863600" y="4038600"/>
            <a:ext cx="23495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9DC7E9A-7395-D75B-85DC-B6B8E9DDBC24}"/>
              </a:ext>
            </a:extLst>
          </p:cNvPr>
          <p:cNvSpPr/>
          <p:nvPr/>
        </p:nvSpPr>
        <p:spPr>
          <a:xfrm>
            <a:off x="3492500" y="3530600"/>
            <a:ext cx="177800" cy="1778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06A3279-4AB3-FB23-4768-B8761D484550}"/>
              </a:ext>
            </a:extLst>
          </p:cNvPr>
          <p:cNvSpPr txBox="1"/>
          <p:nvPr/>
        </p:nvSpPr>
        <p:spPr>
          <a:xfrm>
            <a:off x="3492500" y="2527300"/>
            <a:ext cx="23495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2024</a:t>
            </a: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447D635-7CA5-59E2-CF19-AFA87A92D389}"/>
              </a:ext>
            </a:extLst>
          </p:cNvPr>
          <p:cNvSpPr txBox="1"/>
          <p:nvPr/>
        </p:nvSpPr>
        <p:spPr>
          <a:xfrm>
            <a:off x="3492500" y="4038600"/>
            <a:ext cx="23495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58CD8C21-5BE5-C3F9-319A-D12A72C282E6}"/>
              </a:ext>
            </a:extLst>
          </p:cNvPr>
          <p:cNvSpPr/>
          <p:nvPr/>
        </p:nvSpPr>
        <p:spPr>
          <a:xfrm>
            <a:off x="6121400" y="3530600"/>
            <a:ext cx="177800" cy="1778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AF007AA-8124-6A07-076A-2D3CEDDE0BFE}"/>
              </a:ext>
            </a:extLst>
          </p:cNvPr>
          <p:cNvSpPr txBox="1"/>
          <p:nvPr/>
        </p:nvSpPr>
        <p:spPr>
          <a:xfrm>
            <a:off x="6121400" y="2527300"/>
            <a:ext cx="23495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2025</a:t>
            </a: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A7A9B8B-5E0B-9FC3-19ED-6B1204842EFF}"/>
              </a:ext>
            </a:extLst>
          </p:cNvPr>
          <p:cNvSpPr txBox="1"/>
          <p:nvPr/>
        </p:nvSpPr>
        <p:spPr>
          <a:xfrm>
            <a:off x="6121400" y="4038600"/>
            <a:ext cx="23495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7D5FEF1-3AE0-725F-7AF5-1ABEDD126969}"/>
              </a:ext>
            </a:extLst>
          </p:cNvPr>
          <p:cNvSpPr/>
          <p:nvPr/>
        </p:nvSpPr>
        <p:spPr>
          <a:xfrm>
            <a:off x="8750300" y="3530600"/>
            <a:ext cx="177800" cy="1778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64E63BB-17E2-37EC-0522-1B85DD5882BA}"/>
              </a:ext>
            </a:extLst>
          </p:cNvPr>
          <p:cNvSpPr txBox="1"/>
          <p:nvPr/>
        </p:nvSpPr>
        <p:spPr>
          <a:xfrm>
            <a:off x="8750300" y="2527300"/>
            <a:ext cx="23495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2026</a:t>
            </a:r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B6E2010-5E6C-1115-DAF3-397A8F525CEF}"/>
              </a:ext>
            </a:extLst>
          </p:cNvPr>
          <p:cNvSpPr txBox="1"/>
          <p:nvPr/>
        </p:nvSpPr>
        <p:spPr>
          <a:xfrm>
            <a:off x="8750300" y="4038600"/>
            <a:ext cx="23495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246F5263-8F03-69C2-D5EF-751B70477F5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3003E32-88C7-0FE1-F434-69AB0D5E9FC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7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7734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ED71173-E47A-1FB8-BE8B-BDBFDB74950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342B3D-126A-B669-C568-066C746C7C5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問いと図解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71A10D4-9231-F394-8F75-03A5B34EB4D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CB80E2D-EA57-9F2C-F79D-EC2FCE6AAD54}"/>
              </a:ext>
            </a:extLst>
          </p:cNvPr>
          <p:cNvSpPr/>
          <p:nvPr/>
        </p:nvSpPr>
        <p:spPr>
          <a:xfrm>
            <a:off x="711200" y="2159000"/>
            <a:ext cx="5994400" cy="35052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3AABD88-43A4-8677-162B-76A511191FBC}"/>
              </a:ext>
            </a:extLst>
          </p:cNvPr>
          <p:cNvSpPr txBox="1"/>
          <p:nvPr/>
        </p:nvSpPr>
        <p:spPr>
          <a:xfrm>
            <a:off x="1079500" y="2921000"/>
            <a:ext cx="5257800" cy="181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= 9</a:t>
            </a:r>
            <a:endParaRPr kumimoji="1" lang="ja-JP" altLang="en-US" sz="34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197281E-A138-5E0F-023D-928C43DB295E}"/>
              </a:ext>
            </a:extLst>
          </p:cNvPr>
          <p:cNvSpPr txBox="1"/>
          <p:nvPr/>
        </p:nvSpPr>
        <p:spPr>
          <a:xfrm>
            <a:off x="7315200" y="21971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26A5218-69AE-8393-DD5D-37C78C9416EB}"/>
              </a:ext>
            </a:extLst>
          </p:cNvPr>
          <p:cNvSpPr txBox="1"/>
          <p:nvPr/>
        </p:nvSpPr>
        <p:spPr>
          <a:xfrm>
            <a:off x="7848600" y="2197100"/>
            <a:ext cx="1226312" cy="695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AECDAFA-C5B5-0E6A-8FDB-350A19379468}"/>
              </a:ext>
            </a:extLst>
          </p:cNvPr>
          <p:cNvSpPr txBox="1"/>
          <p:nvPr/>
        </p:nvSpPr>
        <p:spPr>
          <a:xfrm>
            <a:off x="9219184" y="2197100"/>
            <a:ext cx="2236216" cy="695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11A5E3C-8971-D957-6BEF-4699BA5BE1F1}"/>
              </a:ext>
            </a:extLst>
          </p:cNvPr>
          <p:cNvCxnSpPr/>
          <p:nvPr/>
        </p:nvCxnSpPr>
        <p:spPr>
          <a:xfrm>
            <a:off x="7848600" y="2968625"/>
            <a:ext cx="3606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67D6DD1-271F-D935-F282-76B94DD32274}"/>
              </a:ext>
            </a:extLst>
          </p:cNvPr>
          <p:cNvSpPr txBox="1"/>
          <p:nvPr/>
        </p:nvSpPr>
        <p:spPr>
          <a:xfrm>
            <a:off x="7315200" y="3057525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0954A60-D41C-07AF-23A4-CBA030836E7A}"/>
              </a:ext>
            </a:extLst>
          </p:cNvPr>
          <p:cNvSpPr txBox="1"/>
          <p:nvPr/>
        </p:nvSpPr>
        <p:spPr>
          <a:xfrm>
            <a:off x="7848600" y="3057525"/>
            <a:ext cx="1226312" cy="695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32765F6-AEAC-BE31-C749-838DA641A9E5}"/>
              </a:ext>
            </a:extLst>
          </p:cNvPr>
          <p:cNvSpPr txBox="1"/>
          <p:nvPr/>
        </p:nvSpPr>
        <p:spPr>
          <a:xfrm>
            <a:off x="9219184" y="3057525"/>
            <a:ext cx="2236216" cy="695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490EA82-64CF-3504-B5AB-78B228AC476D}"/>
              </a:ext>
            </a:extLst>
          </p:cNvPr>
          <p:cNvCxnSpPr/>
          <p:nvPr/>
        </p:nvCxnSpPr>
        <p:spPr>
          <a:xfrm>
            <a:off x="7848600" y="3829050"/>
            <a:ext cx="3606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2D3FE92-1CCC-FA48-6E67-B33A37258D20}"/>
              </a:ext>
            </a:extLst>
          </p:cNvPr>
          <p:cNvSpPr txBox="1"/>
          <p:nvPr/>
        </p:nvSpPr>
        <p:spPr>
          <a:xfrm>
            <a:off x="7315200" y="391795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70D4EF4-FF2F-FBE0-78EE-8C4CBAE3022A}"/>
              </a:ext>
            </a:extLst>
          </p:cNvPr>
          <p:cNvSpPr txBox="1"/>
          <p:nvPr/>
        </p:nvSpPr>
        <p:spPr>
          <a:xfrm>
            <a:off x="7848600" y="3917950"/>
            <a:ext cx="1226312" cy="695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41641E2-4791-A0FE-8E2F-E0896F263A30}"/>
              </a:ext>
            </a:extLst>
          </p:cNvPr>
          <p:cNvSpPr txBox="1"/>
          <p:nvPr/>
        </p:nvSpPr>
        <p:spPr>
          <a:xfrm>
            <a:off x="9219184" y="3917950"/>
            <a:ext cx="2236216" cy="695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D289CED7-F77E-2E97-451B-0A2BF45B7E8F}"/>
              </a:ext>
            </a:extLst>
          </p:cNvPr>
          <p:cNvCxnSpPr/>
          <p:nvPr/>
        </p:nvCxnSpPr>
        <p:spPr>
          <a:xfrm>
            <a:off x="7848600" y="4689475"/>
            <a:ext cx="3606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40C4764-EE9D-956D-6647-03ECF17A7F78}"/>
              </a:ext>
            </a:extLst>
          </p:cNvPr>
          <p:cNvSpPr txBox="1"/>
          <p:nvPr/>
        </p:nvSpPr>
        <p:spPr>
          <a:xfrm>
            <a:off x="7315200" y="4778375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04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97F406A-5568-60BC-C47D-CA6041AFA304}"/>
              </a:ext>
            </a:extLst>
          </p:cNvPr>
          <p:cNvSpPr txBox="1"/>
          <p:nvPr/>
        </p:nvSpPr>
        <p:spPr>
          <a:xfrm>
            <a:off x="7848600" y="4778375"/>
            <a:ext cx="1226312" cy="695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ACB06AA-235F-7381-6455-CAA622C02457}"/>
              </a:ext>
            </a:extLst>
          </p:cNvPr>
          <p:cNvSpPr txBox="1"/>
          <p:nvPr/>
        </p:nvSpPr>
        <p:spPr>
          <a:xfrm>
            <a:off x="9219184" y="4778375"/>
            <a:ext cx="2236216" cy="695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5866873-025D-1FE6-6AA3-FB443D40562C}"/>
              </a:ext>
            </a:extLst>
          </p:cNvPr>
          <p:cNvSpPr txBox="1"/>
          <p:nvPr/>
        </p:nvSpPr>
        <p:spPr>
          <a:xfrm>
            <a:off x="977900" y="5067300"/>
            <a:ext cx="5461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5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 sz="15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r>
              <a:rPr kumimoji="1" lang="ja-JP" altLang="en-US" sz="15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個の奇数の和。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6D538822-27C1-AB4C-6E44-1EE1E73139A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88B363D-C01D-DC72-53C8-8BB3D9C19ED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8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0421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C90240C-2763-02BD-21B7-4705F80B48B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2E1BB0E-05C9-6AE2-B4DA-D97D2B86AB6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C7534CE-E5E3-3D24-65AC-F66257F36FF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00BF1A5-694D-44CF-0220-22BF6F9176AC}"/>
              </a:ext>
            </a:extLst>
          </p:cNvPr>
          <p:cNvSpPr txBox="1"/>
          <p:nvPr/>
        </p:nvSpPr>
        <p:spPr>
          <a:xfrm>
            <a:off x="838200" y="20828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174062-CA1A-2F92-FA0B-29B4636BD823}"/>
              </a:ext>
            </a:extLst>
          </p:cNvPr>
          <p:cNvSpPr txBox="1"/>
          <p:nvPr/>
        </p:nvSpPr>
        <p:spPr>
          <a:xfrm>
            <a:off x="1371600" y="2082800"/>
            <a:ext cx="3385312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F128706-F5C6-0544-B33A-B907F72E5A50}"/>
              </a:ext>
            </a:extLst>
          </p:cNvPr>
          <p:cNvSpPr txBox="1"/>
          <p:nvPr/>
        </p:nvSpPr>
        <p:spPr>
          <a:xfrm>
            <a:off x="5155184" y="2082800"/>
            <a:ext cx="6173216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A3F605B-799D-EAA7-DCF9-B11485BDA11B}"/>
              </a:ext>
            </a:extLst>
          </p:cNvPr>
          <p:cNvCxnSpPr/>
          <p:nvPr/>
        </p:nvCxnSpPr>
        <p:spPr>
          <a:xfrm>
            <a:off x="1371600" y="2952750"/>
            <a:ext cx="9956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115C9C6-7268-655D-4D94-7DCB6A0A6723}"/>
              </a:ext>
            </a:extLst>
          </p:cNvPr>
          <p:cNvSpPr txBox="1"/>
          <p:nvPr/>
        </p:nvSpPr>
        <p:spPr>
          <a:xfrm>
            <a:off x="838200" y="304165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CA82227-18FD-8F7C-B855-BE78DC30A635}"/>
              </a:ext>
            </a:extLst>
          </p:cNvPr>
          <p:cNvSpPr txBox="1"/>
          <p:nvPr/>
        </p:nvSpPr>
        <p:spPr>
          <a:xfrm>
            <a:off x="1371600" y="3041650"/>
            <a:ext cx="3385312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BFB281F-CAB3-CDD9-4844-E2A16A3192E4}"/>
              </a:ext>
            </a:extLst>
          </p:cNvPr>
          <p:cNvSpPr txBox="1"/>
          <p:nvPr/>
        </p:nvSpPr>
        <p:spPr>
          <a:xfrm>
            <a:off x="5155184" y="3041650"/>
            <a:ext cx="6173216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5117866A-FF09-CCAB-AE7B-CCCE6C90A998}"/>
              </a:ext>
            </a:extLst>
          </p:cNvPr>
          <p:cNvCxnSpPr/>
          <p:nvPr/>
        </p:nvCxnSpPr>
        <p:spPr>
          <a:xfrm>
            <a:off x="1371600" y="3911600"/>
            <a:ext cx="9956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98E6C0D-8AB1-61B3-137B-CD5BA1A51970}"/>
              </a:ext>
            </a:extLst>
          </p:cNvPr>
          <p:cNvSpPr txBox="1"/>
          <p:nvPr/>
        </p:nvSpPr>
        <p:spPr>
          <a:xfrm>
            <a:off x="838200" y="40005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4539911-0A3A-61B1-F302-3B15C1628293}"/>
              </a:ext>
            </a:extLst>
          </p:cNvPr>
          <p:cNvSpPr txBox="1"/>
          <p:nvPr/>
        </p:nvSpPr>
        <p:spPr>
          <a:xfrm>
            <a:off x="1371600" y="4000500"/>
            <a:ext cx="3385312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F0857D1-6618-BF79-D732-B4C17CFE2613}"/>
              </a:ext>
            </a:extLst>
          </p:cNvPr>
          <p:cNvSpPr txBox="1"/>
          <p:nvPr/>
        </p:nvSpPr>
        <p:spPr>
          <a:xfrm>
            <a:off x="5155184" y="4000500"/>
            <a:ext cx="6173216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1F3B06E-0478-D504-4384-AFBA542EFD50}"/>
              </a:ext>
            </a:extLst>
          </p:cNvPr>
          <p:cNvCxnSpPr/>
          <p:nvPr/>
        </p:nvCxnSpPr>
        <p:spPr>
          <a:xfrm>
            <a:off x="1371600" y="4870450"/>
            <a:ext cx="99568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99DFE52-D1D1-9B41-42D5-9E05440E5FCF}"/>
              </a:ext>
            </a:extLst>
          </p:cNvPr>
          <p:cNvSpPr txBox="1"/>
          <p:nvPr/>
        </p:nvSpPr>
        <p:spPr>
          <a:xfrm>
            <a:off x="838200" y="495935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04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AA6E0C8-6FCA-669C-D8E3-AC1FC73D803F}"/>
              </a:ext>
            </a:extLst>
          </p:cNvPr>
          <p:cNvSpPr txBox="1"/>
          <p:nvPr/>
        </p:nvSpPr>
        <p:spPr>
          <a:xfrm>
            <a:off x="1371600" y="4959350"/>
            <a:ext cx="3385312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D6C863D-981F-FC14-5122-13AA0AA04137}"/>
              </a:ext>
            </a:extLst>
          </p:cNvPr>
          <p:cNvSpPr txBox="1"/>
          <p:nvPr/>
        </p:nvSpPr>
        <p:spPr>
          <a:xfrm>
            <a:off x="5155184" y="4959350"/>
            <a:ext cx="6173216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857D25C-15CD-5A5E-0240-42EC4A5712F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A99508-B1CF-7612-3175-12332E02FDF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9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2961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66C1552-3260-78FC-80B2-88EB81F1D8B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CBDF1D-23ED-173D-3FD4-EEC51EF4FC2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表を大きく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CAECA35-DE92-2248-09F7-1493BB5E861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C3AAFFF-0CF8-4BE8-ACF9-13B0D8CBF7D6}"/>
              </a:ext>
            </a:extLst>
          </p:cNvPr>
          <p:cNvSpPr/>
          <p:nvPr/>
        </p:nvSpPr>
        <p:spPr>
          <a:xfrm>
            <a:off x="711200" y="2082800"/>
            <a:ext cx="10769600" cy="9715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D45A037-5D92-4E2B-0073-124BAF17BDC0}"/>
              </a:ext>
            </a:extLst>
          </p:cNvPr>
          <p:cNvSpPr txBox="1"/>
          <p:nvPr/>
        </p:nvSpPr>
        <p:spPr>
          <a:xfrm>
            <a:off x="838200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7076FE0-6075-3A2F-601C-EBD7D013D315}"/>
              </a:ext>
            </a:extLst>
          </p:cNvPr>
          <p:cNvSpPr txBox="1"/>
          <p:nvPr/>
        </p:nvSpPr>
        <p:spPr>
          <a:xfrm>
            <a:off x="4428067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DA5C9F9-EC8D-724C-B827-56EA099BEEC5}"/>
              </a:ext>
            </a:extLst>
          </p:cNvPr>
          <p:cNvSpPr txBox="1"/>
          <p:nvPr/>
        </p:nvSpPr>
        <p:spPr>
          <a:xfrm>
            <a:off x="8017933" y="21971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07F36F8-3448-928D-3FA6-9DDE6DB2DAD8}"/>
              </a:ext>
            </a:extLst>
          </p:cNvPr>
          <p:cNvCxnSpPr/>
          <p:nvPr/>
        </p:nvCxnSpPr>
        <p:spPr>
          <a:xfrm>
            <a:off x="711200" y="40259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3E674DC-FB34-FD37-638F-9F1170F4EBD9}"/>
              </a:ext>
            </a:extLst>
          </p:cNvPr>
          <p:cNvSpPr txBox="1"/>
          <p:nvPr/>
        </p:nvSpPr>
        <p:spPr>
          <a:xfrm>
            <a:off x="838200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E5E5865-CE9C-AEDF-BF05-620F39F4918B}"/>
              </a:ext>
            </a:extLst>
          </p:cNvPr>
          <p:cNvSpPr txBox="1"/>
          <p:nvPr/>
        </p:nvSpPr>
        <p:spPr>
          <a:xfrm>
            <a:off x="4428067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4A28FA2-854C-0EA5-4CE4-7BB15DB6EAAA}"/>
              </a:ext>
            </a:extLst>
          </p:cNvPr>
          <p:cNvSpPr txBox="1"/>
          <p:nvPr/>
        </p:nvSpPr>
        <p:spPr>
          <a:xfrm>
            <a:off x="8017933" y="31686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75B06FA-5124-431F-682A-02A62D927E4B}"/>
              </a:ext>
            </a:extLst>
          </p:cNvPr>
          <p:cNvSpPr/>
          <p:nvPr/>
        </p:nvSpPr>
        <p:spPr>
          <a:xfrm>
            <a:off x="711200" y="4025900"/>
            <a:ext cx="10769600" cy="9715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02B1502-3760-3D81-35D1-C0737ABD506D}"/>
              </a:ext>
            </a:extLst>
          </p:cNvPr>
          <p:cNvCxnSpPr/>
          <p:nvPr/>
        </p:nvCxnSpPr>
        <p:spPr>
          <a:xfrm>
            <a:off x="711200" y="499745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A9C1DA2-471C-E859-6895-815858C3C555}"/>
              </a:ext>
            </a:extLst>
          </p:cNvPr>
          <p:cNvSpPr txBox="1"/>
          <p:nvPr/>
        </p:nvSpPr>
        <p:spPr>
          <a:xfrm>
            <a:off x="838200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6DC1FDA-4BB7-6804-038E-94E3AD00EF23}"/>
              </a:ext>
            </a:extLst>
          </p:cNvPr>
          <p:cNvSpPr txBox="1"/>
          <p:nvPr/>
        </p:nvSpPr>
        <p:spPr>
          <a:xfrm>
            <a:off x="4428067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15B2FFE-07AC-831F-9FEF-C0CE3CED9800}"/>
              </a:ext>
            </a:extLst>
          </p:cNvPr>
          <p:cNvSpPr txBox="1"/>
          <p:nvPr/>
        </p:nvSpPr>
        <p:spPr>
          <a:xfrm>
            <a:off x="8017933" y="414020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9CF0228-08B5-B8BB-233F-751BBFE0B76F}"/>
              </a:ext>
            </a:extLst>
          </p:cNvPr>
          <p:cNvCxnSpPr/>
          <p:nvPr/>
        </p:nvCxnSpPr>
        <p:spPr>
          <a:xfrm>
            <a:off x="711200" y="59690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32F7365-B739-9C8E-4E89-72F2C8AEA55B}"/>
              </a:ext>
            </a:extLst>
          </p:cNvPr>
          <p:cNvSpPr txBox="1"/>
          <p:nvPr/>
        </p:nvSpPr>
        <p:spPr>
          <a:xfrm>
            <a:off x="838200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E218688-B51C-6439-77E8-259B36C60145}"/>
              </a:ext>
            </a:extLst>
          </p:cNvPr>
          <p:cNvSpPr txBox="1"/>
          <p:nvPr/>
        </p:nvSpPr>
        <p:spPr>
          <a:xfrm>
            <a:off x="4428067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7EFDAED-321C-C9D5-C4B0-A8B5C0A41689}"/>
              </a:ext>
            </a:extLst>
          </p:cNvPr>
          <p:cNvSpPr txBox="1"/>
          <p:nvPr/>
        </p:nvSpPr>
        <p:spPr>
          <a:xfrm>
            <a:off x="8017933" y="5111750"/>
            <a:ext cx="3335867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20DC39DC-AABF-02D9-9AA4-CF9C84102C7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9D73EC1-4DBE-EE0E-25EC-CE684644EA4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10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90223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4713A9D-962D-CDFE-D615-E40D6BEE103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4175F7-A9EC-765C-0FC9-016A00F6268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結論と表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1BC3956-37D6-9B24-5BCC-1788A4AC9F4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ECE855E-4788-E7B3-7A7A-65DA2D2F3582}"/>
              </a:ext>
            </a:extLst>
          </p:cNvPr>
          <p:cNvSpPr txBox="1"/>
          <p:nvPr/>
        </p:nvSpPr>
        <p:spPr>
          <a:xfrm>
            <a:off x="762000" y="2044700"/>
            <a:ext cx="106172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要点と根拠を伝える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D0AD4CA-2656-BE2D-12E8-07B330AFE4F0}"/>
              </a:ext>
            </a:extLst>
          </p:cNvPr>
          <p:cNvSpPr/>
          <p:nvPr/>
        </p:nvSpPr>
        <p:spPr>
          <a:xfrm>
            <a:off x="711200" y="3035300"/>
            <a:ext cx="10769600" cy="739775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F11344D-A232-E0D1-4E61-689B268A6AA2}"/>
              </a:ext>
            </a:extLst>
          </p:cNvPr>
          <p:cNvSpPr txBox="1"/>
          <p:nvPr/>
        </p:nvSpPr>
        <p:spPr>
          <a:xfrm>
            <a:off x="838200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6B96D0D-C499-879B-A68D-F0EA1D408A85}"/>
              </a:ext>
            </a:extLst>
          </p:cNvPr>
          <p:cNvSpPr txBox="1"/>
          <p:nvPr/>
        </p:nvSpPr>
        <p:spPr>
          <a:xfrm>
            <a:off x="4428067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96625E2-DBA9-AD0C-3FC9-DF8C80D6170A}"/>
              </a:ext>
            </a:extLst>
          </p:cNvPr>
          <p:cNvSpPr txBox="1"/>
          <p:nvPr/>
        </p:nvSpPr>
        <p:spPr>
          <a:xfrm>
            <a:off x="8017933" y="314960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612FD2B-98A8-10FA-A38C-D16E41E4A7A9}"/>
              </a:ext>
            </a:extLst>
          </p:cNvPr>
          <p:cNvCxnSpPr/>
          <p:nvPr/>
        </p:nvCxnSpPr>
        <p:spPr>
          <a:xfrm>
            <a:off x="711200" y="451485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589CDB7-4A60-204F-0A34-D3F5A9F377D7}"/>
              </a:ext>
            </a:extLst>
          </p:cNvPr>
          <p:cNvSpPr txBox="1"/>
          <p:nvPr/>
        </p:nvSpPr>
        <p:spPr>
          <a:xfrm>
            <a:off x="838200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4B10085-5BCB-E1E2-4C0A-9629D72C4AD4}"/>
              </a:ext>
            </a:extLst>
          </p:cNvPr>
          <p:cNvSpPr txBox="1"/>
          <p:nvPr/>
        </p:nvSpPr>
        <p:spPr>
          <a:xfrm>
            <a:off x="4428067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0FCDDBB-B0DE-8DF2-01C4-74AE4A85C9D2}"/>
              </a:ext>
            </a:extLst>
          </p:cNvPr>
          <p:cNvSpPr txBox="1"/>
          <p:nvPr/>
        </p:nvSpPr>
        <p:spPr>
          <a:xfrm>
            <a:off x="8017933" y="388937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64BFEEE-C79E-45C3-5133-B5F70F64BD8F}"/>
              </a:ext>
            </a:extLst>
          </p:cNvPr>
          <p:cNvSpPr/>
          <p:nvPr/>
        </p:nvSpPr>
        <p:spPr>
          <a:xfrm>
            <a:off x="711200" y="4514850"/>
            <a:ext cx="10769600" cy="739775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F7B6BAF8-B293-7F4B-8E39-B2176067410C}"/>
              </a:ext>
            </a:extLst>
          </p:cNvPr>
          <p:cNvCxnSpPr/>
          <p:nvPr/>
        </p:nvCxnSpPr>
        <p:spPr>
          <a:xfrm>
            <a:off x="711200" y="5254625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4242F69-DA23-79DE-479D-74DC6E7792C6}"/>
              </a:ext>
            </a:extLst>
          </p:cNvPr>
          <p:cNvSpPr txBox="1"/>
          <p:nvPr/>
        </p:nvSpPr>
        <p:spPr>
          <a:xfrm>
            <a:off x="838200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7DF8039-70BE-317A-6961-DDCCC878475A}"/>
              </a:ext>
            </a:extLst>
          </p:cNvPr>
          <p:cNvSpPr txBox="1"/>
          <p:nvPr/>
        </p:nvSpPr>
        <p:spPr>
          <a:xfrm>
            <a:off x="4428067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AC1799E-FE30-39BD-3DE0-91C8D53121A3}"/>
              </a:ext>
            </a:extLst>
          </p:cNvPr>
          <p:cNvSpPr txBox="1"/>
          <p:nvPr/>
        </p:nvSpPr>
        <p:spPr>
          <a:xfrm>
            <a:off x="8017933" y="4629150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536A291-4FD1-1D36-FA0D-A88C0CD12619}"/>
              </a:ext>
            </a:extLst>
          </p:cNvPr>
          <p:cNvCxnSpPr/>
          <p:nvPr/>
        </p:nvCxnSpPr>
        <p:spPr>
          <a:xfrm>
            <a:off x="711200" y="59944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F362733-D50E-1AB5-4568-A9A38C8CE906}"/>
              </a:ext>
            </a:extLst>
          </p:cNvPr>
          <p:cNvSpPr txBox="1"/>
          <p:nvPr/>
        </p:nvSpPr>
        <p:spPr>
          <a:xfrm>
            <a:off x="838200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A2F5F0B-1F4E-F49A-964E-13C5C96A2A0C}"/>
              </a:ext>
            </a:extLst>
          </p:cNvPr>
          <p:cNvSpPr txBox="1"/>
          <p:nvPr/>
        </p:nvSpPr>
        <p:spPr>
          <a:xfrm>
            <a:off x="4428067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28F6107-4B34-E58E-00F8-E888DF7B5180}"/>
              </a:ext>
            </a:extLst>
          </p:cNvPr>
          <p:cNvSpPr txBox="1"/>
          <p:nvPr/>
        </p:nvSpPr>
        <p:spPr>
          <a:xfrm>
            <a:off x="8017933" y="5368925"/>
            <a:ext cx="3335867" cy="511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9471D95-BFB9-C093-8D68-BA2888E8BC8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19D9A1F-9EAC-AE71-0359-4A021A22A52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11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0370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2A429B7-D596-43BA-D87A-9B95B03CE03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6AE1268-A415-65A3-BA6D-1AAFDBE7A68C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対象別の比較帯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A697026-3340-04E3-EC18-747C30170CF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C5ECD3A-3F45-7BB1-59B3-24849DFECECC}"/>
              </a:ext>
            </a:extLst>
          </p:cNvPr>
          <p:cNvSpPr/>
          <p:nvPr/>
        </p:nvSpPr>
        <p:spPr>
          <a:xfrm>
            <a:off x="711200" y="2070100"/>
            <a:ext cx="2476500" cy="1168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6C10C65-95D1-D009-6C41-0D026CD828D9}"/>
              </a:ext>
            </a:extLst>
          </p:cNvPr>
          <p:cNvSpPr txBox="1"/>
          <p:nvPr/>
        </p:nvSpPr>
        <p:spPr>
          <a:xfrm>
            <a:off x="876300" y="22860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8B95129-A0FC-DA20-72A1-A4C01E8D2B0E}"/>
              </a:ext>
            </a:extLst>
          </p:cNvPr>
          <p:cNvSpPr txBox="1"/>
          <p:nvPr/>
        </p:nvSpPr>
        <p:spPr>
          <a:xfrm>
            <a:off x="3530600" y="21336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BCF9345-35C5-4F4A-989A-2B6BDA495EA1}"/>
              </a:ext>
            </a:extLst>
          </p:cNvPr>
          <p:cNvSpPr txBox="1"/>
          <p:nvPr/>
        </p:nvSpPr>
        <p:spPr>
          <a:xfrm>
            <a:off x="3530600" y="25654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7FF6163-79F0-084D-EB0F-2130066628E1}"/>
              </a:ext>
            </a:extLst>
          </p:cNvPr>
          <p:cNvSpPr txBox="1"/>
          <p:nvPr/>
        </p:nvSpPr>
        <p:spPr>
          <a:xfrm>
            <a:off x="7467600" y="21336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1C7C11E-FCA6-D15A-DF7E-7431B141DE80}"/>
              </a:ext>
            </a:extLst>
          </p:cNvPr>
          <p:cNvSpPr txBox="1"/>
          <p:nvPr/>
        </p:nvSpPr>
        <p:spPr>
          <a:xfrm>
            <a:off x="7467600" y="25654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7F9D9C5-B7B4-F8CC-2CFA-6E897CEE022D}"/>
              </a:ext>
            </a:extLst>
          </p:cNvPr>
          <p:cNvCxnSpPr/>
          <p:nvPr/>
        </p:nvCxnSpPr>
        <p:spPr>
          <a:xfrm>
            <a:off x="3429000" y="3238500"/>
            <a:ext cx="80264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D3E9D8B-0127-44C2-D7DF-C890E9F672F7}"/>
              </a:ext>
            </a:extLst>
          </p:cNvPr>
          <p:cNvSpPr/>
          <p:nvPr/>
        </p:nvSpPr>
        <p:spPr>
          <a:xfrm>
            <a:off x="711200" y="3365500"/>
            <a:ext cx="2476500" cy="1168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701B135-CE82-2E83-76BC-FA3B495E120A}"/>
              </a:ext>
            </a:extLst>
          </p:cNvPr>
          <p:cNvSpPr txBox="1"/>
          <p:nvPr/>
        </p:nvSpPr>
        <p:spPr>
          <a:xfrm>
            <a:off x="876300" y="35814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136B65D-5189-CEA3-FDA9-C7E5FC91DD54}"/>
              </a:ext>
            </a:extLst>
          </p:cNvPr>
          <p:cNvSpPr txBox="1"/>
          <p:nvPr/>
        </p:nvSpPr>
        <p:spPr>
          <a:xfrm>
            <a:off x="3530600" y="34290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3D5F27B-D7FD-51B1-79A1-4BAB9DB1A512}"/>
              </a:ext>
            </a:extLst>
          </p:cNvPr>
          <p:cNvSpPr txBox="1"/>
          <p:nvPr/>
        </p:nvSpPr>
        <p:spPr>
          <a:xfrm>
            <a:off x="3530600" y="38608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AE62209-5C2C-BB93-5D93-0C61BA3A7A05}"/>
              </a:ext>
            </a:extLst>
          </p:cNvPr>
          <p:cNvSpPr txBox="1"/>
          <p:nvPr/>
        </p:nvSpPr>
        <p:spPr>
          <a:xfrm>
            <a:off x="7467600" y="34290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1A76B2C-5764-577C-7576-7E11A1FECFA2}"/>
              </a:ext>
            </a:extLst>
          </p:cNvPr>
          <p:cNvSpPr txBox="1"/>
          <p:nvPr/>
        </p:nvSpPr>
        <p:spPr>
          <a:xfrm>
            <a:off x="7467600" y="38608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56970FF1-F036-4F60-CF85-6E3B2C42170B}"/>
              </a:ext>
            </a:extLst>
          </p:cNvPr>
          <p:cNvCxnSpPr/>
          <p:nvPr/>
        </p:nvCxnSpPr>
        <p:spPr>
          <a:xfrm>
            <a:off x="3429000" y="4533900"/>
            <a:ext cx="80264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7B8A915-1273-5D22-4F45-D42EEDFF0DDC}"/>
              </a:ext>
            </a:extLst>
          </p:cNvPr>
          <p:cNvSpPr/>
          <p:nvPr/>
        </p:nvSpPr>
        <p:spPr>
          <a:xfrm>
            <a:off x="711200" y="4660900"/>
            <a:ext cx="2476500" cy="1168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C801E8B-C81F-6666-FBB4-A77FA81CDD1E}"/>
              </a:ext>
            </a:extLst>
          </p:cNvPr>
          <p:cNvSpPr txBox="1"/>
          <p:nvPr/>
        </p:nvSpPr>
        <p:spPr>
          <a:xfrm>
            <a:off x="876300" y="4876800"/>
            <a:ext cx="2133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93309F6-F3E1-437E-6396-272DD3C55968}"/>
              </a:ext>
            </a:extLst>
          </p:cNvPr>
          <p:cNvSpPr txBox="1"/>
          <p:nvPr/>
        </p:nvSpPr>
        <p:spPr>
          <a:xfrm>
            <a:off x="3530600" y="47244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0DB1288-D0D4-D032-FC67-39A68A1D51DA}"/>
              </a:ext>
            </a:extLst>
          </p:cNvPr>
          <p:cNvSpPr txBox="1"/>
          <p:nvPr/>
        </p:nvSpPr>
        <p:spPr>
          <a:xfrm>
            <a:off x="3530600" y="51562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EF74FDB-C144-E315-1DB5-FB996864A490}"/>
              </a:ext>
            </a:extLst>
          </p:cNvPr>
          <p:cNvSpPr txBox="1"/>
          <p:nvPr/>
        </p:nvSpPr>
        <p:spPr>
          <a:xfrm>
            <a:off x="7467600" y="4724400"/>
            <a:ext cx="3657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60EE13B-6F36-2164-F1A6-E34E354A541B}"/>
              </a:ext>
            </a:extLst>
          </p:cNvPr>
          <p:cNvSpPr txBox="1"/>
          <p:nvPr/>
        </p:nvSpPr>
        <p:spPr>
          <a:xfrm>
            <a:off x="7467600" y="5156200"/>
            <a:ext cx="3657600" cy="673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306C8A03-373A-372A-9E4E-157818F483DD}"/>
              </a:ext>
            </a:extLst>
          </p:cNvPr>
          <p:cNvCxnSpPr/>
          <p:nvPr/>
        </p:nvCxnSpPr>
        <p:spPr>
          <a:xfrm>
            <a:off x="3429000" y="5829300"/>
            <a:ext cx="80264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8953EE9D-4F9D-AD8E-2A0C-FFC49A2A3F8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1046955-BF40-F509-7904-F96CDC10EED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12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62681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BBC8C6A-5465-3B35-26B8-076DB64D0159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87BE44-B5C2-E5A3-F89D-E432C695264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柱でまとめる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37DD128-3E02-C347-46C6-C11503E4B31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DC5CB3-931D-6BFF-70D2-9B67DAB1CD6A}"/>
              </a:ext>
            </a:extLst>
          </p:cNvPr>
          <p:cNvSpPr txBox="1"/>
          <p:nvPr/>
        </p:nvSpPr>
        <p:spPr>
          <a:xfrm>
            <a:off x="711200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38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83FBB51-578D-D1CE-6FA8-6F423B65E767}"/>
              </a:ext>
            </a:extLst>
          </p:cNvPr>
          <p:cNvCxnSpPr/>
          <p:nvPr/>
        </p:nvCxnSpPr>
        <p:spPr>
          <a:xfrm>
            <a:off x="711200" y="3149600"/>
            <a:ext cx="2336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FD39A8-80BA-9F79-7272-1B543B056ACF}"/>
              </a:ext>
            </a:extLst>
          </p:cNvPr>
          <p:cNvSpPr txBox="1"/>
          <p:nvPr/>
        </p:nvSpPr>
        <p:spPr>
          <a:xfrm>
            <a:off x="711200" y="3416300"/>
            <a:ext cx="2349500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4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D3262A0-A543-2387-E4D8-4AA87B9623C1}"/>
              </a:ext>
            </a:extLst>
          </p:cNvPr>
          <p:cNvSpPr txBox="1"/>
          <p:nvPr/>
        </p:nvSpPr>
        <p:spPr>
          <a:xfrm>
            <a:off x="711200" y="4457700"/>
            <a:ext cx="2349500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A8E30DC-95EB-9C0B-2A75-4112A015D55E}"/>
              </a:ext>
            </a:extLst>
          </p:cNvPr>
          <p:cNvSpPr txBox="1"/>
          <p:nvPr/>
        </p:nvSpPr>
        <p:spPr>
          <a:xfrm>
            <a:off x="3403600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38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BE47D2C-0C80-3593-057F-5CC4F6FEC38C}"/>
              </a:ext>
            </a:extLst>
          </p:cNvPr>
          <p:cNvCxnSpPr/>
          <p:nvPr/>
        </p:nvCxnSpPr>
        <p:spPr>
          <a:xfrm>
            <a:off x="3403600" y="3149600"/>
            <a:ext cx="2336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A02128-A284-E749-0236-0BEB9C18AE89}"/>
              </a:ext>
            </a:extLst>
          </p:cNvPr>
          <p:cNvSpPr txBox="1"/>
          <p:nvPr/>
        </p:nvSpPr>
        <p:spPr>
          <a:xfrm>
            <a:off x="3403600" y="3416300"/>
            <a:ext cx="2349500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4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588A3CB-6C03-9155-DF13-06756ADC1632}"/>
              </a:ext>
            </a:extLst>
          </p:cNvPr>
          <p:cNvSpPr txBox="1"/>
          <p:nvPr/>
        </p:nvSpPr>
        <p:spPr>
          <a:xfrm>
            <a:off x="3403600" y="4457700"/>
            <a:ext cx="2349500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C5DE780-D9D5-D061-22F1-C38AC8AA4BE9}"/>
              </a:ext>
            </a:extLst>
          </p:cNvPr>
          <p:cNvSpPr txBox="1"/>
          <p:nvPr/>
        </p:nvSpPr>
        <p:spPr>
          <a:xfrm>
            <a:off x="6096000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38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CB46CE1-238D-C03F-4ADF-20C5F05F833F}"/>
              </a:ext>
            </a:extLst>
          </p:cNvPr>
          <p:cNvCxnSpPr/>
          <p:nvPr/>
        </p:nvCxnSpPr>
        <p:spPr>
          <a:xfrm>
            <a:off x="6096000" y="3149600"/>
            <a:ext cx="2336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945ED6C-0E25-0DBD-1593-A91C32B941DA}"/>
              </a:ext>
            </a:extLst>
          </p:cNvPr>
          <p:cNvSpPr txBox="1"/>
          <p:nvPr/>
        </p:nvSpPr>
        <p:spPr>
          <a:xfrm>
            <a:off x="6096000" y="3416300"/>
            <a:ext cx="2349500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4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BC0D870-D632-9B0E-9598-62B57CA87770}"/>
              </a:ext>
            </a:extLst>
          </p:cNvPr>
          <p:cNvSpPr txBox="1"/>
          <p:nvPr/>
        </p:nvSpPr>
        <p:spPr>
          <a:xfrm>
            <a:off x="6096000" y="4457700"/>
            <a:ext cx="2349500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5E8F956-5900-894A-B875-02D90AF61587}"/>
              </a:ext>
            </a:extLst>
          </p:cNvPr>
          <p:cNvSpPr txBox="1"/>
          <p:nvPr/>
        </p:nvSpPr>
        <p:spPr>
          <a:xfrm>
            <a:off x="8788400" y="2171700"/>
            <a:ext cx="7620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04</a:t>
            </a:r>
            <a:endParaRPr kumimoji="1" lang="ja-JP" altLang="en-US" sz="38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2A1E04CB-FC3C-7364-D3D7-B15B200848D2}"/>
              </a:ext>
            </a:extLst>
          </p:cNvPr>
          <p:cNvCxnSpPr/>
          <p:nvPr/>
        </p:nvCxnSpPr>
        <p:spPr>
          <a:xfrm>
            <a:off x="8788400" y="3149600"/>
            <a:ext cx="2336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A631BBB-54AF-42F5-365E-64643D147856}"/>
              </a:ext>
            </a:extLst>
          </p:cNvPr>
          <p:cNvSpPr txBox="1"/>
          <p:nvPr/>
        </p:nvSpPr>
        <p:spPr>
          <a:xfrm>
            <a:off x="8788400" y="3416300"/>
            <a:ext cx="2349500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4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FA876E3-98BF-8F3B-9BB2-9C315D6B4336}"/>
              </a:ext>
            </a:extLst>
          </p:cNvPr>
          <p:cNvSpPr txBox="1"/>
          <p:nvPr/>
        </p:nvSpPr>
        <p:spPr>
          <a:xfrm>
            <a:off x="8788400" y="4457700"/>
            <a:ext cx="2349500" cy="154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EEA0FDE-CFF6-FA11-6146-F6E9EC2708C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8736B7E-904F-00A9-B6C1-CB33FF1F3E8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13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5989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D711009-688A-85A5-506B-939B35A06D5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503CBCF-97C6-605B-A57D-769C863E65C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象限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D78D8FA-2087-06E3-7F8D-7EE8134FEDD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C76AF95-65F0-C8D2-A263-A9FC429E01B0}"/>
              </a:ext>
            </a:extLst>
          </p:cNvPr>
          <p:cNvCxnSpPr/>
          <p:nvPr/>
        </p:nvCxnSpPr>
        <p:spPr>
          <a:xfrm>
            <a:off x="711200" y="40259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25E1CD7-56CC-AAE1-42F7-30818FCEED89}"/>
              </a:ext>
            </a:extLst>
          </p:cNvPr>
          <p:cNvSpPr/>
          <p:nvPr/>
        </p:nvSpPr>
        <p:spPr>
          <a:xfrm>
            <a:off x="6070600" y="2095500"/>
            <a:ext cx="12700" cy="3835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5D6B830-4103-CB8E-2736-43FCB2C48EB8}"/>
              </a:ext>
            </a:extLst>
          </p:cNvPr>
          <p:cNvSpPr txBox="1"/>
          <p:nvPr/>
        </p:nvSpPr>
        <p:spPr>
          <a:xfrm>
            <a:off x="825500" y="20701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4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379C5F9-6A67-0385-DFD1-BC2EAE71A8AF}"/>
              </a:ext>
            </a:extLst>
          </p:cNvPr>
          <p:cNvSpPr txBox="1"/>
          <p:nvPr/>
        </p:nvSpPr>
        <p:spPr>
          <a:xfrm>
            <a:off x="825500" y="27432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385A4CD-0CB2-7A1C-8597-2A54E7A851A9}"/>
              </a:ext>
            </a:extLst>
          </p:cNvPr>
          <p:cNvSpPr txBox="1"/>
          <p:nvPr/>
        </p:nvSpPr>
        <p:spPr>
          <a:xfrm>
            <a:off x="6286500" y="20701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4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A8C56AE-5A98-359A-88E8-B8692A2BFD34}"/>
              </a:ext>
            </a:extLst>
          </p:cNvPr>
          <p:cNvSpPr txBox="1"/>
          <p:nvPr/>
        </p:nvSpPr>
        <p:spPr>
          <a:xfrm>
            <a:off x="6286500" y="27432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7E3E81C-36D2-946F-C2DB-FA5E3BE9F3EA}"/>
              </a:ext>
            </a:extLst>
          </p:cNvPr>
          <p:cNvSpPr txBox="1"/>
          <p:nvPr/>
        </p:nvSpPr>
        <p:spPr>
          <a:xfrm>
            <a:off x="825500" y="41275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4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2DB1D02-9AC8-96A7-8D1C-831CA7C92B44}"/>
              </a:ext>
            </a:extLst>
          </p:cNvPr>
          <p:cNvSpPr txBox="1"/>
          <p:nvPr/>
        </p:nvSpPr>
        <p:spPr>
          <a:xfrm>
            <a:off x="825500" y="48006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F21BA02-1DCB-CF82-59A5-7568D14A4EDA}"/>
              </a:ext>
            </a:extLst>
          </p:cNvPr>
          <p:cNvSpPr txBox="1"/>
          <p:nvPr/>
        </p:nvSpPr>
        <p:spPr>
          <a:xfrm>
            <a:off x="6286500" y="4127500"/>
            <a:ext cx="48514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4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6E31AC4-6594-2426-58C4-D3978A562C1A}"/>
              </a:ext>
            </a:extLst>
          </p:cNvPr>
          <p:cNvSpPr txBox="1"/>
          <p:nvPr/>
        </p:nvSpPr>
        <p:spPr>
          <a:xfrm>
            <a:off x="6286500" y="4800600"/>
            <a:ext cx="48514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A1C008B-A812-5997-2AAF-23E8AA09F15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762106B-0CF8-E6BA-42BC-39386E9D8D1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14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43547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34A00E4-690C-B793-13DC-A2F7B6FD0B5B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B529EC4-CF4C-122B-B03E-89923AD72F8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階層ピラミッド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E2AF263-0CF3-F3E8-CED9-8EDFD11274A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3BBD57D-5B6A-4689-6E31-B7B62255A7CE}"/>
              </a:ext>
            </a:extLst>
          </p:cNvPr>
          <p:cNvSpPr/>
          <p:nvPr/>
        </p:nvSpPr>
        <p:spPr>
          <a:xfrm>
            <a:off x="4445000" y="2133600"/>
            <a:ext cx="3302000" cy="83185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0C12DB5-A01B-6831-4844-361B87CFB722}"/>
              </a:ext>
            </a:extLst>
          </p:cNvPr>
          <p:cNvSpPr txBox="1"/>
          <p:nvPr/>
        </p:nvSpPr>
        <p:spPr>
          <a:xfrm>
            <a:off x="4635500" y="2247900"/>
            <a:ext cx="29210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0C672FB-2BF2-78FC-CD6D-F51A302E1531}"/>
              </a:ext>
            </a:extLst>
          </p:cNvPr>
          <p:cNvSpPr/>
          <p:nvPr/>
        </p:nvSpPr>
        <p:spPr>
          <a:xfrm>
            <a:off x="3407833" y="3067050"/>
            <a:ext cx="5376334" cy="8318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BA8855B-B764-64E9-C8A3-CCB9D6E0D316}"/>
              </a:ext>
            </a:extLst>
          </p:cNvPr>
          <p:cNvSpPr txBox="1"/>
          <p:nvPr/>
        </p:nvSpPr>
        <p:spPr>
          <a:xfrm>
            <a:off x="3598333" y="3181350"/>
            <a:ext cx="4995333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B730C20-B212-DC52-0A04-A2CA91B7E843}"/>
              </a:ext>
            </a:extLst>
          </p:cNvPr>
          <p:cNvSpPr/>
          <p:nvPr/>
        </p:nvSpPr>
        <p:spPr>
          <a:xfrm>
            <a:off x="2370667" y="4000500"/>
            <a:ext cx="7450667" cy="8318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9CF4C87-83AF-6629-603E-60EB037E995E}"/>
              </a:ext>
            </a:extLst>
          </p:cNvPr>
          <p:cNvSpPr txBox="1"/>
          <p:nvPr/>
        </p:nvSpPr>
        <p:spPr>
          <a:xfrm>
            <a:off x="2561167" y="4114800"/>
            <a:ext cx="7069667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1ED7F9B-BD06-A341-D793-7D8D2B62A414}"/>
              </a:ext>
            </a:extLst>
          </p:cNvPr>
          <p:cNvSpPr/>
          <p:nvPr/>
        </p:nvSpPr>
        <p:spPr>
          <a:xfrm>
            <a:off x="1333500" y="4933950"/>
            <a:ext cx="9525000" cy="8318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C9E8029-10D6-45DF-7F83-6F2D8C75AC78}"/>
              </a:ext>
            </a:extLst>
          </p:cNvPr>
          <p:cNvSpPr txBox="1"/>
          <p:nvPr/>
        </p:nvSpPr>
        <p:spPr>
          <a:xfrm>
            <a:off x="1524000" y="5048250"/>
            <a:ext cx="91440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C51797C-E333-4EAC-5EBD-8D4C0E889E3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BBF9572-762C-AC19-1457-BF86876B552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15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2248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5142F7B-3E4B-5381-0FBE-34811BDC713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697559E-B9E3-6F66-15B8-A025A1AE28F4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絞り込み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4FC686A-75B9-331B-E9B2-437CEE5E611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8247774-AEDE-302E-C3DA-91E8224D6EA2}"/>
              </a:ext>
            </a:extLst>
          </p:cNvPr>
          <p:cNvSpPr/>
          <p:nvPr/>
        </p:nvSpPr>
        <p:spPr>
          <a:xfrm>
            <a:off x="825500" y="2120900"/>
            <a:ext cx="5842000" cy="8191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390BA7B-0409-E4A8-2329-F14B5E2DC902}"/>
              </a:ext>
            </a:extLst>
          </p:cNvPr>
          <p:cNvSpPr txBox="1"/>
          <p:nvPr/>
        </p:nvSpPr>
        <p:spPr>
          <a:xfrm>
            <a:off x="977900" y="2235200"/>
            <a:ext cx="5537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7C0CF6F-4E43-D420-7E2F-08364246C3B7}"/>
              </a:ext>
            </a:extLst>
          </p:cNvPr>
          <p:cNvSpPr txBox="1"/>
          <p:nvPr/>
        </p:nvSpPr>
        <p:spPr>
          <a:xfrm>
            <a:off x="7188200" y="222250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2C18540-EDD5-2454-1D68-BB32EA412F37}"/>
              </a:ext>
            </a:extLst>
          </p:cNvPr>
          <p:cNvSpPr/>
          <p:nvPr/>
        </p:nvSpPr>
        <p:spPr>
          <a:xfrm>
            <a:off x="1206500" y="3054350"/>
            <a:ext cx="5080000" cy="8191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0359723-1D95-18ED-BFA1-E1F1E71AD516}"/>
              </a:ext>
            </a:extLst>
          </p:cNvPr>
          <p:cNvSpPr txBox="1"/>
          <p:nvPr/>
        </p:nvSpPr>
        <p:spPr>
          <a:xfrm>
            <a:off x="1358900" y="3168650"/>
            <a:ext cx="4775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3F3A57C-861A-7B42-BDE7-6C9E1E692FD3}"/>
              </a:ext>
            </a:extLst>
          </p:cNvPr>
          <p:cNvSpPr txBox="1"/>
          <p:nvPr/>
        </p:nvSpPr>
        <p:spPr>
          <a:xfrm>
            <a:off x="7188200" y="315595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F0C8539-CBF8-89BA-C707-560F7C6FB0A7}"/>
              </a:ext>
            </a:extLst>
          </p:cNvPr>
          <p:cNvSpPr/>
          <p:nvPr/>
        </p:nvSpPr>
        <p:spPr>
          <a:xfrm>
            <a:off x="1587500" y="3987800"/>
            <a:ext cx="4318000" cy="81915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A8C9191-65F1-410F-16AF-8718CA4E4ED5}"/>
              </a:ext>
            </a:extLst>
          </p:cNvPr>
          <p:cNvSpPr txBox="1"/>
          <p:nvPr/>
        </p:nvSpPr>
        <p:spPr>
          <a:xfrm>
            <a:off x="1739900" y="4102100"/>
            <a:ext cx="4013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CCBC083-CB69-04EB-D395-082D1DFCB576}"/>
              </a:ext>
            </a:extLst>
          </p:cNvPr>
          <p:cNvSpPr txBox="1"/>
          <p:nvPr/>
        </p:nvSpPr>
        <p:spPr>
          <a:xfrm>
            <a:off x="7188200" y="408940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A386406-899B-6835-87D1-5BF7802BD180}"/>
              </a:ext>
            </a:extLst>
          </p:cNvPr>
          <p:cNvSpPr/>
          <p:nvPr/>
        </p:nvSpPr>
        <p:spPr>
          <a:xfrm>
            <a:off x="1968500" y="4921250"/>
            <a:ext cx="3556000" cy="81915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B20DBBA-8C83-4C7D-9952-826EE5F7382F}"/>
              </a:ext>
            </a:extLst>
          </p:cNvPr>
          <p:cNvSpPr txBox="1"/>
          <p:nvPr/>
        </p:nvSpPr>
        <p:spPr>
          <a:xfrm>
            <a:off x="2120900" y="5035550"/>
            <a:ext cx="3251200" cy="641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1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D7A0744-B18C-9D01-169C-5521F1A331F4}"/>
              </a:ext>
            </a:extLst>
          </p:cNvPr>
          <p:cNvSpPr txBox="1"/>
          <p:nvPr/>
        </p:nvSpPr>
        <p:spPr>
          <a:xfrm>
            <a:off x="7188200" y="5022850"/>
            <a:ext cx="41529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E1F9C0A-3B76-7872-CF0C-FACA9AD822D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64D4850-39AF-6972-DD50-DDE067FA597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16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716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56035E2-E95B-48E7-F230-57CC1E2E42E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730CA0C-95AD-3102-F83A-2EDFE3A02F1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中心とつながり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16DCA66-6595-8AAE-9BFB-AE23E285DE1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DF014AA-BD80-A416-5C09-65A046D4CD0A}"/>
              </a:ext>
            </a:extLst>
          </p:cNvPr>
          <p:cNvCxnSpPr/>
          <p:nvPr/>
        </p:nvCxnSpPr>
        <p:spPr>
          <a:xfrm>
            <a:off x="3556000" y="3708400"/>
            <a:ext cx="48260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4DBC4D48-4C03-6BFB-0924-21F5E1D755A7}"/>
              </a:ext>
            </a:extLst>
          </p:cNvPr>
          <p:cNvSpPr/>
          <p:nvPr/>
        </p:nvSpPr>
        <p:spPr>
          <a:xfrm>
            <a:off x="4533900" y="2578100"/>
            <a:ext cx="3111500" cy="27686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56C2012-BF13-431F-D225-DC8AD56413D0}"/>
              </a:ext>
            </a:extLst>
          </p:cNvPr>
          <p:cNvSpPr txBox="1"/>
          <p:nvPr/>
        </p:nvSpPr>
        <p:spPr>
          <a:xfrm>
            <a:off x="4838700" y="3263900"/>
            <a:ext cx="2514600" cy="1358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中心の問い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6E6EC51-1F2B-59A7-5852-AFC1994E5F53}"/>
              </a:ext>
            </a:extLst>
          </p:cNvPr>
          <p:cNvSpPr txBox="1"/>
          <p:nvPr/>
        </p:nvSpPr>
        <p:spPr>
          <a:xfrm>
            <a:off x="711200" y="2108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5FDC56C-21E9-674D-5B65-59A6E9C29AA6}"/>
              </a:ext>
            </a:extLst>
          </p:cNvPr>
          <p:cNvSpPr txBox="1"/>
          <p:nvPr/>
        </p:nvSpPr>
        <p:spPr>
          <a:xfrm>
            <a:off x="711200" y="2717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2C6E2C2-BFBC-BF83-8F92-B71CABB1500B}"/>
              </a:ext>
            </a:extLst>
          </p:cNvPr>
          <p:cNvSpPr txBox="1"/>
          <p:nvPr/>
        </p:nvSpPr>
        <p:spPr>
          <a:xfrm>
            <a:off x="8305800" y="2108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A64AA9D-BCA7-A2BE-DAB1-006C509D2B68}"/>
              </a:ext>
            </a:extLst>
          </p:cNvPr>
          <p:cNvSpPr txBox="1"/>
          <p:nvPr/>
        </p:nvSpPr>
        <p:spPr>
          <a:xfrm>
            <a:off x="8305800" y="2717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5AADEE9-E43F-9CC9-343D-366BA6204EA5}"/>
              </a:ext>
            </a:extLst>
          </p:cNvPr>
          <p:cNvSpPr txBox="1"/>
          <p:nvPr/>
        </p:nvSpPr>
        <p:spPr>
          <a:xfrm>
            <a:off x="711200" y="4394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F4CA896-5088-02F1-9347-7DD9D28F866E}"/>
              </a:ext>
            </a:extLst>
          </p:cNvPr>
          <p:cNvSpPr txBox="1"/>
          <p:nvPr/>
        </p:nvSpPr>
        <p:spPr>
          <a:xfrm>
            <a:off x="711200" y="5003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1EBCD75-6A87-EE17-FDD0-388DD8BAAE57}"/>
              </a:ext>
            </a:extLst>
          </p:cNvPr>
          <p:cNvSpPr txBox="1"/>
          <p:nvPr/>
        </p:nvSpPr>
        <p:spPr>
          <a:xfrm>
            <a:off x="8305800" y="4394200"/>
            <a:ext cx="3175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E663B61-DA9E-D143-AB79-1159901E6F94}"/>
              </a:ext>
            </a:extLst>
          </p:cNvPr>
          <p:cNvSpPr txBox="1"/>
          <p:nvPr/>
        </p:nvSpPr>
        <p:spPr>
          <a:xfrm>
            <a:off x="8305800" y="5003800"/>
            <a:ext cx="3175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AE36795-A7CE-84F3-DD8F-D9D52309D3D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9175607-61C3-DFC4-4684-0A08A8409D9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17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23635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EA43BB5-C45D-0705-E41B-1C19DF404DB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FE584F-0BFB-E617-6172-BEA8FAF9BA1F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縦のステップ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9A8C980-6619-4700-F128-B0088A9C788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7F74DEE-D30C-8BCC-330A-FA6F4D5D02A3}"/>
              </a:ext>
            </a:extLst>
          </p:cNvPr>
          <p:cNvSpPr/>
          <p:nvPr/>
        </p:nvSpPr>
        <p:spPr>
          <a:xfrm>
            <a:off x="1041400" y="2247900"/>
            <a:ext cx="25400" cy="35052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B788945A-B805-E50A-E022-06141D6F16FB}"/>
              </a:ext>
            </a:extLst>
          </p:cNvPr>
          <p:cNvSpPr/>
          <p:nvPr/>
        </p:nvSpPr>
        <p:spPr>
          <a:xfrm>
            <a:off x="812800" y="2159000"/>
            <a:ext cx="482600" cy="4826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A7C0FE6-3074-D0BB-C984-0E238FEC3A73}"/>
              </a:ext>
            </a:extLst>
          </p:cNvPr>
          <p:cNvSpPr txBox="1"/>
          <p:nvPr/>
        </p:nvSpPr>
        <p:spPr>
          <a:xfrm>
            <a:off x="876300" y="219710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9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7D1B1BD-7CFB-31FE-39C9-CFB88951F16F}"/>
              </a:ext>
            </a:extLst>
          </p:cNvPr>
          <p:cNvSpPr txBox="1"/>
          <p:nvPr/>
        </p:nvSpPr>
        <p:spPr>
          <a:xfrm>
            <a:off x="1625600" y="213360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6D21F5B-B8C2-D438-BFC5-7B14D3788B88}"/>
              </a:ext>
            </a:extLst>
          </p:cNvPr>
          <p:cNvSpPr txBox="1"/>
          <p:nvPr/>
        </p:nvSpPr>
        <p:spPr>
          <a:xfrm>
            <a:off x="5181600" y="213360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FAE30B50-46CF-0809-66F7-E4E31A5FF965}"/>
              </a:ext>
            </a:extLst>
          </p:cNvPr>
          <p:cNvSpPr/>
          <p:nvPr/>
        </p:nvSpPr>
        <p:spPr>
          <a:xfrm>
            <a:off x="812800" y="3130550"/>
            <a:ext cx="482600" cy="4826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08B4D87-A257-BC19-7A6F-8BBA6A2C8B38}"/>
              </a:ext>
            </a:extLst>
          </p:cNvPr>
          <p:cNvSpPr txBox="1"/>
          <p:nvPr/>
        </p:nvSpPr>
        <p:spPr>
          <a:xfrm>
            <a:off x="876300" y="316865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19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849B0DA-4C30-849D-37AF-6C71C9BC8A3E}"/>
              </a:ext>
            </a:extLst>
          </p:cNvPr>
          <p:cNvSpPr txBox="1"/>
          <p:nvPr/>
        </p:nvSpPr>
        <p:spPr>
          <a:xfrm>
            <a:off x="1625600" y="310515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B990794-BC7E-2A30-5E11-9B7CF5962145}"/>
              </a:ext>
            </a:extLst>
          </p:cNvPr>
          <p:cNvSpPr txBox="1"/>
          <p:nvPr/>
        </p:nvSpPr>
        <p:spPr>
          <a:xfrm>
            <a:off x="5181600" y="310515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A868C8D-9C39-251C-682F-5277DED4939B}"/>
              </a:ext>
            </a:extLst>
          </p:cNvPr>
          <p:cNvSpPr/>
          <p:nvPr/>
        </p:nvSpPr>
        <p:spPr>
          <a:xfrm>
            <a:off x="812800" y="4102100"/>
            <a:ext cx="482600" cy="4826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5564980-1723-2F35-385C-32769EC0FDBC}"/>
              </a:ext>
            </a:extLst>
          </p:cNvPr>
          <p:cNvSpPr txBox="1"/>
          <p:nvPr/>
        </p:nvSpPr>
        <p:spPr>
          <a:xfrm>
            <a:off x="876300" y="414020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19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08263E8-312C-BE09-223D-072E33143209}"/>
              </a:ext>
            </a:extLst>
          </p:cNvPr>
          <p:cNvSpPr txBox="1"/>
          <p:nvPr/>
        </p:nvSpPr>
        <p:spPr>
          <a:xfrm>
            <a:off x="1625600" y="407670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6427B3A-C966-4D09-B7CF-8F74CA5A111B}"/>
              </a:ext>
            </a:extLst>
          </p:cNvPr>
          <p:cNvSpPr txBox="1"/>
          <p:nvPr/>
        </p:nvSpPr>
        <p:spPr>
          <a:xfrm>
            <a:off x="5181600" y="407670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0475BC09-5A37-40DF-8D4D-0382B02BCF0D}"/>
              </a:ext>
            </a:extLst>
          </p:cNvPr>
          <p:cNvSpPr/>
          <p:nvPr/>
        </p:nvSpPr>
        <p:spPr>
          <a:xfrm>
            <a:off x="812800" y="5073650"/>
            <a:ext cx="482600" cy="4826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EF3754D-CD23-3AEF-47B8-369CF0365351}"/>
              </a:ext>
            </a:extLst>
          </p:cNvPr>
          <p:cNvSpPr txBox="1"/>
          <p:nvPr/>
        </p:nvSpPr>
        <p:spPr>
          <a:xfrm>
            <a:off x="876300" y="5111750"/>
            <a:ext cx="355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19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BE86502-E369-CBAA-681E-B97F3FE79711}"/>
              </a:ext>
            </a:extLst>
          </p:cNvPr>
          <p:cNvSpPr txBox="1"/>
          <p:nvPr/>
        </p:nvSpPr>
        <p:spPr>
          <a:xfrm>
            <a:off x="1625600" y="5048250"/>
            <a:ext cx="3149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F44BAAD-FF21-76FD-E025-37A800F70DFD}"/>
              </a:ext>
            </a:extLst>
          </p:cNvPr>
          <p:cNvSpPr txBox="1"/>
          <p:nvPr/>
        </p:nvSpPr>
        <p:spPr>
          <a:xfrm>
            <a:off x="5181600" y="5048250"/>
            <a:ext cx="619760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330B5B44-A845-7A55-4D7D-36B01751A8B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79FB231-737A-E28E-E608-E063628192D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18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8291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721660A-D3A2-ACED-4273-E815CBA26C6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4C616E5-BD85-7BB4-EED5-3BF97252975B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数値を強調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FFB12BA-DEE7-F301-B237-4EC93D0F59C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44DFBF8-CBA1-D22F-2E64-E501CED8EC9A}"/>
              </a:ext>
            </a:extLst>
          </p:cNvPr>
          <p:cNvSpPr txBox="1"/>
          <p:nvPr/>
        </p:nvSpPr>
        <p:spPr>
          <a:xfrm>
            <a:off x="711200" y="2247900"/>
            <a:ext cx="23495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9705B5E-2C61-833D-51D9-EF49C181697B}"/>
              </a:ext>
            </a:extLst>
          </p:cNvPr>
          <p:cNvSpPr txBox="1"/>
          <p:nvPr/>
        </p:nvSpPr>
        <p:spPr>
          <a:xfrm>
            <a:off x="711200" y="34036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99CB6BD-7850-D44E-8FFA-9F505D119ACA}"/>
              </a:ext>
            </a:extLst>
          </p:cNvPr>
          <p:cNvCxnSpPr/>
          <p:nvPr/>
        </p:nvCxnSpPr>
        <p:spPr>
          <a:xfrm>
            <a:off x="711200" y="4686300"/>
            <a:ext cx="23495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50BB9C5-2FA4-B06D-4520-F8BB8455E047}"/>
              </a:ext>
            </a:extLst>
          </p:cNvPr>
          <p:cNvSpPr txBox="1"/>
          <p:nvPr/>
        </p:nvSpPr>
        <p:spPr>
          <a:xfrm>
            <a:off x="711200" y="49657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6A4D4F4-80B6-6458-DDE9-74A7E23B7C14}"/>
              </a:ext>
            </a:extLst>
          </p:cNvPr>
          <p:cNvSpPr txBox="1"/>
          <p:nvPr/>
        </p:nvSpPr>
        <p:spPr>
          <a:xfrm>
            <a:off x="3403600" y="2247900"/>
            <a:ext cx="23495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85DFBCE-03F1-8A17-186D-3A82FFB2B9A8}"/>
              </a:ext>
            </a:extLst>
          </p:cNvPr>
          <p:cNvSpPr txBox="1"/>
          <p:nvPr/>
        </p:nvSpPr>
        <p:spPr>
          <a:xfrm>
            <a:off x="3403600" y="34036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0B25F92-A3CC-C0F9-2A22-E49C87BD225C}"/>
              </a:ext>
            </a:extLst>
          </p:cNvPr>
          <p:cNvCxnSpPr/>
          <p:nvPr/>
        </p:nvCxnSpPr>
        <p:spPr>
          <a:xfrm>
            <a:off x="3403600" y="4686300"/>
            <a:ext cx="23495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5974AFA-6CE4-7C81-8E3E-81509F26DB21}"/>
              </a:ext>
            </a:extLst>
          </p:cNvPr>
          <p:cNvSpPr txBox="1"/>
          <p:nvPr/>
        </p:nvSpPr>
        <p:spPr>
          <a:xfrm>
            <a:off x="3403600" y="49657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A66501D-492F-01BA-D568-35B6DB602D19}"/>
              </a:ext>
            </a:extLst>
          </p:cNvPr>
          <p:cNvSpPr txBox="1"/>
          <p:nvPr/>
        </p:nvSpPr>
        <p:spPr>
          <a:xfrm>
            <a:off x="6096000" y="2247900"/>
            <a:ext cx="23495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2CCB6F0-DE1E-CBBB-103F-01719561A213}"/>
              </a:ext>
            </a:extLst>
          </p:cNvPr>
          <p:cNvSpPr txBox="1"/>
          <p:nvPr/>
        </p:nvSpPr>
        <p:spPr>
          <a:xfrm>
            <a:off x="6096000" y="34036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AE199F09-CBFC-E2C2-AC74-6CE6E78E757A}"/>
              </a:ext>
            </a:extLst>
          </p:cNvPr>
          <p:cNvCxnSpPr/>
          <p:nvPr/>
        </p:nvCxnSpPr>
        <p:spPr>
          <a:xfrm>
            <a:off x="6096000" y="4686300"/>
            <a:ext cx="23495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EBFA54C-E1A5-CCF1-7FF2-5C93FD0204E4}"/>
              </a:ext>
            </a:extLst>
          </p:cNvPr>
          <p:cNvSpPr txBox="1"/>
          <p:nvPr/>
        </p:nvSpPr>
        <p:spPr>
          <a:xfrm>
            <a:off x="6096000" y="49657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5C5C688-5D7D-3B4E-FC5C-094F46A8D2D2}"/>
              </a:ext>
            </a:extLst>
          </p:cNvPr>
          <p:cNvSpPr txBox="1"/>
          <p:nvPr/>
        </p:nvSpPr>
        <p:spPr>
          <a:xfrm>
            <a:off x="8788400" y="2247900"/>
            <a:ext cx="23495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4441702-C574-380E-F068-033CC2F596F4}"/>
              </a:ext>
            </a:extLst>
          </p:cNvPr>
          <p:cNvSpPr txBox="1"/>
          <p:nvPr/>
        </p:nvSpPr>
        <p:spPr>
          <a:xfrm>
            <a:off x="8788400" y="34036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60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4B822E2-1B7E-37DD-D9AA-D2CE54F2B58A}"/>
              </a:ext>
            </a:extLst>
          </p:cNvPr>
          <p:cNvCxnSpPr/>
          <p:nvPr/>
        </p:nvCxnSpPr>
        <p:spPr>
          <a:xfrm>
            <a:off x="8788400" y="4686300"/>
            <a:ext cx="23495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68DBBD6-1EFD-43F5-4EA2-396A881C5AC9}"/>
              </a:ext>
            </a:extLst>
          </p:cNvPr>
          <p:cNvSpPr txBox="1"/>
          <p:nvPr/>
        </p:nvSpPr>
        <p:spPr>
          <a:xfrm>
            <a:off x="8788400" y="4965700"/>
            <a:ext cx="23495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79E5B81D-6B06-13FC-7CE7-3B8606D80CE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90EA39E-E25C-9CA1-46C4-9A3E6D89F4B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19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42801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3778596-14A1-37D3-83EE-897CC1620FE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FFDFE9-774C-6CE7-5503-31C47EAFC39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変化の前後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A77D8C8-F411-B5A5-71DA-92239D26102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4A2DCA1-03D5-516A-11BB-AF47F126DFAB}"/>
              </a:ext>
            </a:extLst>
          </p:cNvPr>
          <p:cNvCxnSpPr/>
          <p:nvPr/>
        </p:nvCxnSpPr>
        <p:spPr>
          <a:xfrm>
            <a:off x="711200" y="2159000"/>
            <a:ext cx="4940300" cy="0"/>
          </a:xfrm>
          <a:prstGeom prst="line">
            <a:avLst/>
          </a:prstGeom>
          <a:ln w="12700">
            <a:solidFill>
              <a:srgbClr val="A86A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051DEBB-AE72-EDDA-6156-B84E805386B2}"/>
              </a:ext>
            </a:extLst>
          </p:cNvPr>
          <p:cNvSpPr txBox="1"/>
          <p:nvPr/>
        </p:nvSpPr>
        <p:spPr>
          <a:xfrm>
            <a:off x="711200" y="2438400"/>
            <a:ext cx="48768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8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8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8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03A32F2-1027-11AD-FCCA-B221DD1D1B2C}"/>
              </a:ext>
            </a:extLst>
          </p:cNvPr>
          <p:cNvSpPr txBox="1"/>
          <p:nvPr/>
        </p:nvSpPr>
        <p:spPr>
          <a:xfrm>
            <a:off x="711200" y="3657600"/>
            <a:ext cx="4876800" cy="218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CADDB73-D8BB-0257-537E-B41AA41D96EC}"/>
              </a:ext>
            </a:extLst>
          </p:cNvPr>
          <p:cNvCxnSpPr/>
          <p:nvPr/>
        </p:nvCxnSpPr>
        <p:spPr>
          <a:xfrm>
            <a:off x="6489700" y="2159000"/>
            <a:ext cx="49403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FE0BA4B-B09A-6C68-5440-3135D0B99BB3}"/>
              </a:ext>
            </a:extLst>
          </p:cNvPr>
          <p:cNvSpPr txBox="1"/>
          <p:nvPr/>
        </p:nvSpPr>
        <p:spPr>
          <a:xfrm>
            <a:off x="6489700" y="2438400"/>
            <a:ext cx="48768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8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8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8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68E6FBF-1B2A-8489-55EA-4FA41D951BCB}"/>
              </a:ext>
            </a:extLst>
          </p:cNvPr>
          <p:cNvSpPr txBox="1"/>
          <p:nvPr/>
        </p:nvSpPr>
        <p:spPr>
          <a:xfrm>
            <a:off x="6489700" y="3657600"/>
            <a:ext cx="4876800" cy="218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6BC2A8B8-97C0-D05F-0914-B82E8A5BC8B1}"/>
              </a:ext>
            </a:extLst>
          </p:cNvPr>
          <p:cNvSpPr/>
          <p:nvPr/>
        </p:nvSpPr>
        <p:spPr>
          <a:xfrm>
            <a:off x="5778500" y="3657600"/>
            <a:ext cx="520700" cy="571500"/>
          </a:xfrm>
          <a:prstGeom prst="rightArrow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47AC593-1FCD-B352-C691-28ACCB91CFA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DD50052-A677-5B2A-6ACF-D55572342C1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8817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C0C9547-024A-4EB5-F1C8-45B8E5B3272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5051851-12BB-7B9C-E453-F87B9E52C0F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結論と次の行動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EEA5124-7EF2-104B-FDA8-76531EBDE58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66423C-E5BA-5981-28A4-165A060E4AA0}"/>
              </a:ext>
            </a:extLst>
          </p:cNvPr>
          <p:cNvSpPr txBox="1"/>
          <p:nvPr/>
        </p:nvSpPr>
        <p:spPr>
          <a:xfrm>
            <a:off x="736600" y="2501900"/>
            <a:ext cx="4445000" cy="2857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要点と根拠を伝える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A5AD761-D345-BA36-8B6F-1F58BF852989}"/>
              </a:ext>
            </a:extLst>
          </p:cNvPr>
          <p:cNvSpPr/>
          <p:nvPr/>
        </p:nvSpPr>
        <p:spPr>
          <a:xfrm>
            <a:off x="5676900" y="2108200"/>
            <a:ext cx="38100" cy="3835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ADF870D-7343-9CC4-807E-4771B9D6A763}"/>
              </a:ext>
            </a:extLst>
          </p:cNvPr>
          <p:cNvSpPr txBox="1"/>
          <p:nvPr/>
        </p:nvSpPr>
        <p:spPr>
          <a:xfrm>
            <a:off x="6248400" y="21082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F33C758-E58A-FE2A-DFF6-90440A9072F1}"/>
              </a:ext>
            </a:extLst>
          </p:cNvPr>
          <p:cNvSpPr txBox="1"/>
          <p:nvPr/>
        </p:nvSpPr>
        <p:spPr>
          <a:xfrm>
            <a:off x="6781800" y="2108200"/>
            <a:ext cx="46609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9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DDA0341-B883-C324-4535-68FA002F7D78}"/>
              </a:ext>
            </a:extLst>
          </p:cNvPr>
          <p:cNvSpPr txBox="1"/>
          <p:nvPr/>
        </p:nvSpPr>
        <p:spPr>
          <a:xfrm>
            <a:off x="6781800" y="2552700"/>
            <a:ext cx="46609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998A61D-70E9-24F8-D3E2-FBB1683AB508}"/>
              </a:ext>
            </a:extLst>
          </p:cNvPr>
          <p:cNvCxnSpPr/>
          <p:nvPr/>
        </p:nvCxnSpPr>
        <p:spPr>
          <a:xfrm>
            <a:off x="6781800" y="3251200"/>
            <a:ext cx="46609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BEEE16F-2570-66DA-61AA-D0A6746DC320}"/>
              </a:ext>
            </a:extLst>
          </p:cNvPr>
          <p:cNvSpPr txBox="1"/>
          <p:nvPr/>
        </p:nvSpPr>
        <p:spPr>
          <a:xfrm>
            <a:off x="6248400" y="34036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B57980A-AA4D-C12B-2589-6CAA8BE73460}"/>
              </a:ext>
            </a:extLst>
          </p:cNvPr>
          <p:cNvSpPr txBox="1"/>
          <p:nvPr/>
        </p:nvSpPr>
        <p:spPr>
          <a:xfrm>
            <a:off x="6781800" y="3403600"/>
            <a:ext cx="46609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19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2F2B07E-0AA8-84C7-3F0E-76E2646C67DF}"/>
              </a:ext>
            </a:extLst>
          </p:cNvPr>
          <p:cNvSpPr txBox="1"/>
          <p:nvPr/>
        </p:nvSpPr>
        <p:spPr>
          <a:xfrm>
            <a:off x="6781800" y="3848100"/>
            <a:ext cx="46609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2695975-4AE6-5400-856E-7DC1C14A3F69}"/>
              </a:ext>
            </a:extLst>
          </p:cNvPr>
          <p:cNvCxnSpPr/>
          <p:nvPr/>
        </p:nvCxnSpPr>
        <p:spPr>
          <a:xfrm>
            <a:off x="6781800" y="4546600"/>
            <a:ext cx="46609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996352E-BAE3-C7AB-68AC-55A3007DA312}"/>
              </a:ext>
            </a:extLst>
          </p:cNvPr>
          <p:cNvSpPr txBox="1"/>
          <p:nvPr/>
        </p:nvSpPr>
        <p:spPr>
          <a:xfrm>
            <a:off x="6248400" y="46990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197C6F1-59D1-5F39-7045-E831CC377F12}"/>
              </a:ext>
            </a:extLst>
          </p:cNvPr>
          <p:cNvSpPr txBox="1"/>
          <p:nvPr/>
        </p:nvSpPr>
        <p:spPr>
          <a:xfrm>
            <a:off x="6781800" y="4699000"/>
            <a:ext cx="46609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19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E1E6EB3-D0FC-C71D-1DC9-548C2D898EB1}"/>
              </a:ext>
            </a:extLst>
          </p:cNvPr>
          <p:cNvSpPr txBox="1"/>
          <p:nvPr/>
        </p:nvSpPr>
        <p:spPr>
          <a:xfrm>
            <a:off x="6781800" y="5143500"/>
            <a:ext cx="46609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B5782EBC-9F15-B7DC-E1D5-DD164218E41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D17714B-8A88-3644-55C9-E514D97B8CF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21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5085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5903D3C-FC5D-F705-0A46-B99DF40196E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441FCE-0EDE-D92B-04B2-33CFE062B44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図形の一覧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834FD06-F044-4AB0-C106-39E8F89A93D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5AC9EA7C-C2A8-875E-1EF6-A6961A6061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4344171"/>
              </p:ext>
            </p:extLst>
          </p:nvPr>
        </p:nvGraphicFramePr>
        <p:xfrm>
          <a:off x="711200" y="2082800"/>
          <a:ext cx="10769600" cy="3848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9DD98BA-E9C4-5B9B-4E0C-7ED290C436F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E8DECE-231A-487F-EF63-967A7354686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22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53096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44CA123-5E25-1A21-80E9-C06A190994CA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E379852-DF9E-C8D8-08D4-4198D4AC05E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見出し帯と本文列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C2121E0-7142-5EDE-91A5-D7B376EF208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F2014A2-49C2-B47B-5C21-F46B35338F0B}"/>
              </a:ext>
            </a:extLst>
          </p:cNvPr>
          <p:cNvSpPr txBox="1"/>
          <p:nvPr/>
        </p:nvSpPr>
        <p:spPr>
          <a:xfrm>
            <a:off x="711200" y="2019300"/>
            <a:ext cx="10769600" cy="1079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要点と根拠を伝える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8BA8FB6-DA27-0FE6-55AF-B71C95B61B29}"/>
              </a:ext>
            </a:extLst>
          </p:cNvPr>
          <p:cNvCxnSpPr/>
          <p:nvPr/>
        </p:nvCxnSpPr>
        <p:spPr>
          <a:xfrm>
            <a:off x="711200" y="33020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E561088-76B2-E0B1-0DB7-9771A18D4ABF}"/>
              </a:ext>
            </a:extLst>
          </p:cNvPr>
          <p:cNvSpPr txBox="1"/>
          <p:nvPr/>
        </p:nvSpPr>
        <p:spPr>
          <a:xfrm>
            <a:off x="711200" y="35814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D0F5376-F58D-2697-35AE-8EBB18C4598F}"/>
              </a:ext>
            </a:extLst>
          </p:cNvPr>
          <p:cNvSpPr txBox="1"/>
          <p:nvPr/>
        </p:nvSpPr>
        <p:spPr>
          <a:xfrm>
            <a:off x="711200" y="4419600"/>
            <a:ext cx="2463800" cy="157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30EA2AA-0A57-95F0-5DF5-F6F565634233}"/>
              </a:ext>
            </a:extLst>
          </p:cNvPr>
          <p:cNvSpPr txBox="1"/>
          <p:nvPr/>
        </p:nvSpPr>
        <p:spPr>
          <a:xfrm>
            <a:off x="3479800" y="35814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5D7AFC5-F656-3BFC-6538-2AB9787F71F9}"/>
              </a:ext>
            </a:extLst>
          </p:cNvPr>
          <p:cNvSpPr txBox="1"/>
          <p:nvPr/>
        </p:nvSpPr>
        <p:spPr>
          <a:xfrm>
            <a:off x="3479800" y="4419600"/>
            <a:ext cx="2463800" cy="157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C71E727-C55E-6BD2-C814-B72D3382777A}"/>
              </a:ext>
            </a:extLst>
          </p:cNvPr>
          <p:cNvSpPr txBox="1"/>
          <p:nvPr/>
        </p:nvSpPr>
        <p:spPr>
          <a:xfrm>
            <a:off x="6248400" y="35814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60F755-919F-B608-F1FB-249C36183137}"/>
              </a:ext>
            </a:extLst>
          </p:cNvPr>
          <p:cNvSpPr txBox="1"/>
          <p:nvPr/>
        </p:nvSpPr>
        <p:spPr>
          <a:xfrm>
            <a:off x="6248400" y="4419600"/>
            <a:ext cx="2463800" cy="157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DCBA7F4-E4CC-FE36-F51F-B7B8E7DC3484}"/>
              </a:ext>
            </a:extLst>
          </p:cNvPr>
          <p:cNvSpPr txBox="1"/>
          <p:nvPr/>
        </p:nvSpPr>
        <p:spPr>
          <a:xfrm>
            <a:off x="9017000" y="35814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255206F-FF20-A2D5-9A0B-EEE069719B6F}"/>
              </a:ext>
            </a:extLst>
          </p:cNvPr>
          <p:cNvSpPr txBox="1"/>
          <p:nvPr/>
        </p:nvSpPr>
        <p:spPr>
          <a:xfrm>
            <a:off x="9017000" y="4419600"/>
            <a:ext cx="2463800" cy="157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1FDD17F1-3574-22B3-41FE-0FCE1814F3C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FA11D11-AA66-55CF-4011-ADD417F3A26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23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6398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62379B2-B7A6-CC99-E45E-031A3F16BF9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451AEF8-0B02-A062-7602-2D4711E765DF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交互の横帯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1747B27-A3E7-DBD1-47F6-444D6B7754B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8A0CE88-D5EB-FCAC-FE33-5AF7CF1CB34D}"/>
              </a:ext>
            </a:extLst>
          </p:cNvPr>
          <p:cNvSpPr/>
          <p:nvPr/>
        </p:nvSpPr>
        <p:spPr>
          <a:xfrm>
            <a:off x="711200" y="2032000"/>
            <a:ext cx="10769600" cy="9017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C7BE0FF-C9B0-CDB6-506A-4E96EA56A98E}"/>
              </a:ext>
            </a:extLst>
          </p:cNvPr>
          <p:cNvSpPr txBox="1"/>
          <p:nvPr/>
        </p:nvSpPr>
        <p:spPr>
          <a:xfrm>
            <a:off x="927100" y="2184400"/>
            <a:ext cx="29464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106E176-4070-F158-227E-E9ABD7E50DCD}"/>
              </a:ext>
            </a:extLst>
          </p:cNvPr>
          <p:cNvSpPr txBox="1"/>
          <p:nvPr/>
        </p:nvSpPr>
        <p:spPr>
          <a:xfrm>
            <a:off x="4318000" y="2184400"/>
            <a:ext cx="69215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9D8D66-02D1-44F4-723B-FF6A15C0E558}"/>
              </a:ext>
            </a:extLst>
          </p:cNvPr>
          <p:cNvSpPr txBox="1"/>
          <p:nvPr/>
        </p:nvSpPr>
        <p:spPr>
          <a:xfrm>
            <a:off x="927100" y="3187700"/>
            <a:ext cx="29464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8CC6CC6-392B-60A5-EAA0-A1EABEB2D94F}"/>
              </a:ext>
            </a:extLst>
          </p:cNvPr>
          <p:cNvSpPr txBox="1"/>
          <p:nvPr/>
        </p:nvSpPr>
        <p:spPr>
          <a:xfrm>
            <a:off x="4318000" y="3187700"/>
            <a:ext cx="69215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D25B216-2328-F5DC-96D2-6BBAD8E306E7}"/>
              </a:ext>
            </a:extLst>
          </p:cNvPr>
          <p:cNvSpPr/>
          <p:nvPr/>
        </p:nvSpPr>
        <p:spPr>
          <a:xfrm>
            <a:off x="711200" y="4038600"/>
            <a:ext cx="10769600" cy="9017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D8ADCAB-392D-13DD-CBCF-4A9523E6FA97}"/>
              </a:ext>
            </a:extLst>
          </p:cNvPr>
          <p:cNvSpPr txBox="1"/>
          <p:nvPr/>
        </p:nvSpPr>
        <p:spPr>
          <a:xfrm>
            <a:off x="927100" y="4191000"/>
            <a:ext cx="29464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CD61BAB-4DA9-AC08-3E0E-DD10ABA75182}"/>
              </a:ext>
            </a:extLst>
          </p:cNvPr>
          <p:cNvSpPr txBox="1"/>
          <p:nvPr/>
        </p:nvSpPr>
        <p:spPr>
          <a:xfrm>
            <a:off x="4318000" y="4191000"/>
            <a:ext cx="69215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42DDAFF-7395-9C14-41DB-79ECD3918F4F}"/>
              </a:ext>
            </a:extLst>
          </p:cNvPr>
          <p:cNvSpPr txBox="1"/>
          <p:nvPr/>
        </p:nvSpPr>
        <p:spPr>
          <a:xfrm>
            <a:off x="927100" y="5194300"/>
            <a:ext cx="29464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C71FBCE-00A2-8CE1-F444-0B1702F7BAFB}"/>
              </a:ext>
            </a:extLst>
          </p:cNvPr>
          <p:cNvSpPr txBox="1"/>
          <p:nvPr/>
        </p:nvSpPr>
        <p:spPr>
          <a:xfrm>
            <a:off x="4318000" y="5194300"/>
            <a:ext cx="69215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786CB91-9889-8EE6-F14C-A380816F703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9AC1210-3CBC-C26A-A0E7-53CFDCEDA7E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89942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0C21FEC-05D5-F2F8-5CA1-5FD8A5E2DF97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06A1C46-8CDA-806E-9881-DDD27A99C24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番号付きの格子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5A5A18D-7834-17BE-8C43-732E0BDB24D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99CEE00-B99A-C5E1-81ED-38DA37AE13A0}"/>
              </a:ext>
            </a:extLst>
          </p:cNvPr>
          <p:cNvSpPr txBox="1"/>
          <p:nvPr/>
        </p:nvSpPr>
        <p:spPr>
          <a:xfrm>
            <a:off x="711200" y="2019300"/>
            <a:ext cx="5334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25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EC2EF3-D072-7395-7E48-F456FC7E45C0}"/>
              </a:ext>
            </a:extLst>
          </p:cNvPr>
          <p:cNvSpPr txBox="1"/>
          <p:nvPr/>
        </p:nvSpPr>
        <p:spPr>
          <a:xfrm>
            <a:off x="1435100" y="2019300"/>
            <a:ext cx="4470400" cy="64922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80098DE-FF7D-D34F-FB8B-11A24D14C958}"/>
              </a:ext>
            </a:extLst>
          </p:cNvPr>
          <p:cNvSpPr txBox="1"/>
          <p:nvPr/>
        </p:nvSpPr>
        <p:spPr>
          <a:xfrm>
            <a:off x="1435100" y="2757424"/>
            <a:ext cx="4470400" cy="1065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04E03B6-82A1-DF2B-79EE-0468B492693F}"/>
              </a:ext>
            </a:extLst>
          </p:cNvPr>
          <p:cNvSpPr txBox="1"/>
          <p:nvPr/>
        </p:nvSpPr>
        <p:spPr>
          <a:xfrm>
            <a:off x="6248400" y="2019300"/>
            <a:ext cx="5334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25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C476D58-2083-396F-FAA1-F497A93EB23A}"/>
              </a:ext>
            </a:extLst>
          </p:cNvPr>
          <p:cNvSpPr txBox="1"/>
          <p:nvPr/>
        </p:nvSpPr>
        <p:spPr>
          <a:xfrm>
            <a:off x="6972300" y="2019300"/>
            <a:ext cx="4470400" cy="64922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24D0752-9997-8B05-7CA7-0B196F88C704}"/>
              </a:ext>
            </a:extLst>
          </p:cNvPr>
          <p:cNvSpPr txBox="1"/>
          <p:nvPr/>
        </p:nvSpPr>
        <p:spPr>
          <a:xfrm>
            <a:off x="6972300" y="2757424"/>
            <a:ext cx="4470400" cy="1065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4E7F72A-4821-9018-C4EA-84AF216F3A33}"/>
              </a:ext>
            </a:extLst>
          </p:cNvPr>
          <p:cNvSpPr txBox="1"/>
          <p:nvPr/>
        </p:nvSpPr>
        <p:spPr>
          <a:xfrm>
            <a:off x="711200" y="4025900"/>
            <a:ext cx="5334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25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26EC1D0-88C9-D779-A3B4-0CF9D16D297C}"/>
              </a:ext>
            </a:extLst>
          </p:cNvPr>
          <p:cNvSpPr txBox="1"/>
          <p:nvPr/>
        </p:nvSpPr>
        <p:spPr>
          <a:xfrm>
            <a:off x="1435100" y="4025900"/>
            <a:ext cx="4470400" cy="64922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E056872-0FED-ED69-9BEF-D25BB33CEF1B}"/>
              </a:ext>
            </a:extLst>
          </p:cNvPr>
          <p:cNvSpPr txBox="1"/>
          <p:nvPr/>
        </p:nvSpPr>
        <p:spPr>
          <a:xfrm>
            <a:off x="1435100" y="4764024"/>
            <a:ext cx="4470400" cy="1065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9DE6B48-2593-DEAA-8093-0008C9744018}"/>
              </a:ext>
            </a:extLst>
          </p:cNvPr>
          <p:cNvSpPr txBox="1"/>
          <p:nvPr/>
        </p:nvSpPr>
        <p:spPr>
          <a:xfrm>
            <a:off x="6248400" y="4025900"/>
            <a:ext cx="5334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04</a:t>
            </a:r>
            <a:endParaRPr kumimoji="1" lang="ja-JP" altLang="en-US" sz="25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FA0E64F-FA97-049D-BEEE-F239EC562882}"/>
              </a:ext>
            </a:extLst>
          </p:cNvPr>
          <p:cNvSpPr txBox="1"/>
          <p:nvPr/>
        </p:nvSpPr>
        <p:spPr>
          <a:xfrm>
            <a:off x="6972300" y="4025900"/>
            <a:ext cx="4470400" cy="64922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2776B5E-CCBE-E0C5-971C-3820444080E3}"/>
              </a:ext>
            </a:extLst>
          </p:cNvPr>
          <p:cNvSpPr txBox="1"/>
          <p:nvPr/>
        </p:nvSpPr>
        <p:spPr>
          <a:xfrm>
            <a:off x="6972300" y="4764024"/>
            <a:ext cx="4470400" cy="1065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15B75C3-1DFE-22A4-F47D-397F1EFAF3F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877B049-20A0-E4FE-A58C-4E48E1FCB1B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25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5633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7410C20-3345-E50F-528B-642EF3FED43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2EC4278-5347-52E0-346E-457778CB9C3B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段違いの要点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926D5EF-5AFD-62C6-0AD3-647B978ABFE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3891684-310D-04B7-58C7-858D80CEA30A}"/>
              </a:ext>
            </a:extLst>
          </p:cNvPr>
          <p:cNvSpPr/>
          <p:nvPr/>
        </p:nvSpPr>
        <p:spPr>
          <a:xfrm>
            <a:off x="711200" y="2057400"/>
            <a:ext cx="2463800" cy="635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4BF81AF-85DF-D578-E4E7-1A05FB03EE6E}"/>
              </a:ext>
            </a:extLst>
          </p:cNvPr>
          <p:cNvSpPr txBox="1"/>
          <p:nvPr/>
        </p:nvSpPr>
        <p:spPr>
          <a:xfrm>
            <a:off x="711200" y="23495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11EC39E-C05D-18EB-7C3B-2B71B117270A}"/>
              </a:ext>
            </a:extLst>
          </p:cNvPr>
          <p:cNvSpPr txBox="1"/>
          <p:nvPr/>
        </p:nvSpPr>
        <p:spPr>
          <a:xfrm>
            <a:off x="711200" y="3187700"/>
            <a:ext cx="2463800" cy="184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5C4A7FF-90F5-3BCA-053A-2D7E321BB074}"/>
              </a:ext>
            </a:extLst>
          </p:cNvPr>
          <p:cNvSpPr/>
          <p:nvPr/>
        </p:nvSpPr>
        <p:spPr>
          <a:xfrm>
            <a:off x="3479800" y="2971800"/>
            <a:ext cx="2463800" cy="635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743EA83-0E37-8131-06C3-834583698BF3}"/>
              </a:ext>
            </a:extLst>
          </p:cNvPr>
          <p:cNvSpPr txBox="1"/>
          <p:nvPr/>
        </p:nvSpPr>
        <p:spPr>
          <a:xfrm>
            <a:off x="3479800" y="32639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EA2AFFD-B82E-8FEC-943F-BF3FE26AE72A}"/>
              </a:ext>
            </a:extLst>
          </p:cNvPr>
          <p:cNvSpPr txBox="1"/>
          <p:nvPr/>
        </p:nvSpPr>
        <p:spPr>
          <a:xfrm>
            <a:off x="3479800" y="4102100"/>
            <a:ext cx="2463800" cy="184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56FDF2E-47B2-2574-068C-A3D471043872}"/>
              </a:ext>
            </a:extLst>
          </p:cNvPr>
          <p:cNvSpPr/>
          <p:nvPr/>
        </p:nvSpPr>
        <p:spPr>
          <a:xfrm>
            <a:off x="6248400" y="2057400"/>
            <a:ext cx="2463800" cy="635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CCD1B75-5BC0-1490-A68A-E34B0C9C81AB}"/>
              </a:ext>
            </a:extLst>
          </p:cNvPr>
          <p:cNvSpPr txBox="1"/>
          <p:nvPr/>
        </p:nvSpPr>
        <p:spPr>
          <a:xfrm>
            <a:off x="6248400" y="23495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16A244D-3411-AC84-FE5A-6B25DF50AB20}"/>
              </a:ext>
            </a:extLst>
          </p:cNvPr>
          <p:cNvSpPr txBox="1"/>
          <p:nvPr/>
        </p:nvSpPr>
        <p:spPr>
          <a:xfrm>
            <a:off x="6248400" y="3187700"/>
            <a:ext cx="2463800" cy="184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DD21901-F4C8-3944-7ED6-B57DE734AB90}"/>
              </a:ext>
            </a:extLst>
          </p:cNvPr>
          <p:cNvSpPr/>
          <p:nvPr/>
        </p:nvSpPr>
        <p:spPr>
          <a:xfrm>
            <a:off x="9017000" y="2971800"/>
            <a:ext cx="2463800" cy="635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1599270-3601-99DE-98BD-892B2FCF94C6}"/>
              </a:ext>
            </a:extLst>
          </p:cNvPr>
          <p:cNvSpPr txBox="1"/>
          <p:nvPr/>
        </p:nvSpPr>
        <p:spPr>
          <a:xfrm>
            <a:off x="9017000" y="32639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C9FBBB0-37C3-C9B6-0025-869CA1C30634}"/>
              </a:ext>
            </a:extLst>
          </p:cNvPr>
          <p:cNvSpPr txBox="1"/>
          <p:nvPr/>
        </p:nvSpPr>
        <p:spPr>
          <a:xfrm>
            <a:off x="9017000" y="4102100"/>
            <a:ext cx="2463800" cy="184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176F2AEA-BA8A-9B0A-7E6C-CAB70CF60D9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7FD11C1-B722-9B2F-38A3-F1B09A06553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26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8278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15C12CA-DEFD-A5A7-002F-FE633BC2F437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F6692D-4585-A757-191F-8E63121014B4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中央の結論と下の根拠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786F6FA-1CA6-573A-6779-7BC1C2517F2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C4DC14-457F-3A5D-797E-6AD2D7D5C2CB}"/>
              </a:ext>
            </a:extLst>
          </p:cNvPr>
          <p:cNvSpPr txBox="1"/>
          <p:nvPr/>
        </p:nvSpPr>
        <p:spPr>
          <a:xfrm>
            <a:off x="1219200" y="2108200"/>
            <a:ext cx="9753600" cy="137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3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要点と根拠を伝える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A303E1A-DA4D-1F5F-4395-C4CD620DCE4D}"/>
              </a:ext>
            </a:extLst>
          </p:cNvPr>
          <p:cNvCxnSpPr/>
          <p:nvPr/>
        </p:nvCxnSpPr>
        <p:spPr>
          <a:xfrm>
            <a:off x="711200" y="38354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ABE696-90B4-5E09-2739-62DD42E35725}"/>
              </a:ext>
            </a:extLst>
          </p:cNvPr>
          <p:cNvSpPr txBox="1"/>
          <p:nvPr/>
        </p:nvSpPr>
        <p:spPr>
          <a:xfrm>
            <a:off x="711200" y="4127500"/>
            <a:ext cx="2463800" cy="6766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2B1164B-BC80-F05F-E5E0-75A0187E91DD}"/>
              </a:ext>
            </a:extLst>
          </p:cNvPr>
          <p:cNvSpPr txBox="1"/>
          <p:nvPr/>
        </p:nvSpPr>
        <p:spPr>
          <a:xfrm>
            <a:off x="711200" y="4893056"/>
            <a:ext cx="2463800" cy="11140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0A922D5-41A8-3972-6419-39D0F3D89749}"/>
              </a:ext>
            </a:extLst>
          </p:cNvPr>
          <p:cNvSpPr txBox="1"/>
          <p:nvPr/>
        </p:nvSpPr>
        <p:spPr>
          <a:xfrm>
            <a:off x="3479800" y="4127500"/>
            <a:ext cx="2463800" cy="6766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0FC8EF1-E5EF-BD8F-57E9-4D1C9F165F06}"/>
              </a:ext>
            </a:extLst>
          </p:cNvPr>
          <p:cNvSpPr txBox="1"/>
          <p:nvPr/>
        </p:nvSpPr>
        <p:spPr>
          <a:xfrm>
            <a:off x="3479800" y="4893056"/>
            <a:ext cx="2463800" cy="11140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A0D9FF3-B196-AE7E-08DB-B4BD37E89CDB}"/>
              </a:ext>
            </a:extLst>
          </p:cNvPr>
          <p:cNvSpPr txBox="1"/>
          <p:nvPr/>
        </p:nvSpPr>
        <p:spPr>
          <a:xfrm>
            <a:off x="6248400" y="4127500"/>
            <a:ext cx="2463800" cy="6766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D804FCE-F9E6-28EC-2C72-0E60E3DF4D66}"/>
              </a:ext>
            </a:extLst>
          </p:cNvPr>
          <p:cNvSpPr txBox="1"/>
          <p:nvPr/>
        </p:nvSpPr>
        <p:spPr>
          <a:xfrm>
            <a:off x="6248400" y="4893056"/>
            <a:ext cx="2463800" cy="11140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6CA654E-CD7E-A1B7-DBC8-A53BCBE9EE2E}"/>
              </a:ext>
            </a:extLst>
          </p:cNvPr>
          <p:cNvSpPr txBox="1"/>
          <p:nvPr/>
        </p:nvSpPr>
        <p:spPr>
          <a:xfrm>
            <a:off x="9017000" y="4127500"/>
            <a:ext cx="2463800" cy="6766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6B5A022-7BEB-9636-236E-E697E1496560}"/>
              </a:ext>
            </a:extLst>
          </p:cNvPr>
          <p:cNvSpPr txBox="1"/>
          <p:nvPr/>
        </p:nvSpPr>
        <p:spPr>
          <a:xfrm>
            <a:off x="9017000" y="4893056"/>
            <a:ext cx="2463800" cy="11140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F748DC5A-C1F0-90C5-1FB8-BFB41959B3C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19EADC3-06A8-2389-1D63-BA854CF0596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27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0033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4FE2851-88B0-0C9D-0D41-102B42B1779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8BFFAB2-F353-6F5C-5C54-1E6F61C6A72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下部の結論帯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5A0C6F7-7F94-F2E3-1DD5-364AF2F0AD2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888A19-B973-6FEA-99E8-FCFDE93331F2}"/>
              </a:ext>
            </a:extLst>
          </p:cNvPr>
          <p:cNvSpPr txBox="1"/>
          <p:nvPr/>
        </p:nvSpPr>
        <p:spPr>
          <a:xfrm>
            <a:off x="711200" y="21082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471A4F5-282C-769F-1D9B-A600CAC12837}"/>
              </a:ext>
            </a:extLst>
          </p:cNvPr>
          <p:cNvSpPr txBox="1"/>
          <p:nvPr/>
        </p:nvSpPr>
        <p:spPr>
          <a:xfrm>
            <a:off x="711200" y="2946400"/>
            <a:ext cx="2463800" cy="160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5698059-F822-1B46-2840-12ED03B3D4E7}"/>
              </a:ext>
            </a:extLst>
          </p:cNvPr>
          <p:cNvSpPr txBox="1"/>
          <p:nvPr/>
        </p:nvSpPr>
        <p:spPr>
          <a:xfrm>
            <a:off x="3479800" y="21082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559FF15-5AC5-FA54-A8E9-768010983B2C}"/>
              </a:ext>
            </a:extLst>
          </p:cNvPr>
          <p:cNvSpPr txBox="1"/>
          <p:nvPr/>
        </p:nvSpPr>
        <p:spPr>
          <a:xfrm>
            <a:off x="3479800" y="2946400"/>
            <a:ext cx="2463800" cy="160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2E1D4BB-35BA-5252-9025-60BF929C283F}"/>
              </a:ext>
            </a:extLst>
          </p:cNvPr>
          <p:cNvSpPr txBox="1"/>
          <p:nvPr/>
        </p:nvSpPr>
        <p:spPr>
          <a:xfrm>
            <a:off x="6248400" y="21082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7527F4B-453D-2EEC-59B3-E945AE6798B4}"/>
              </a:ext>
            </a:extLst>
          </p:cNvPr>
          <p:cNvSpPr txBox="1"/>
          <p:nvPr/>
        </p:nvSpPr>
        <p:spPr>
          <a:xfrm>
            <a:off x="6248400" y="2946400"/>
            <a:ext cx="2463800" cy="160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D7B101D-F28E-471F-CBE1-EE15AF4C66F8}"/>
              </a:ext>
            </a:extLst>
          </p:cNvPr>
          <p:cNvSpPr txBox="1"/>
          <p:nvPr/>
        </p:nvSpPr>
        <p:spPr>
          <a:xfrm>
            <a:off x="9017000" y="2108200"/>
            <a:ext cx="24638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995C8FE-FF48-C4A5-662D-212341387052}"/>
              </a:ext>
            </a:extLst>
          </p:cNvPr>
          <p:cNvSpPr txBox="1"/>
          <p:nvPr/>
        </p:nvSpPr>
        <p:spPr>
          <a:xfrm>
            <a:off x="9017000" y="2946400"/>
            <a:ext cx="2463800" cy="160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A4C8E43-D218-22DD-12FA-655C75FE8123}"/>
              </a:ext>
            </a:extLst>
          </p:cNvPr>
          <p:cNvSpPr/>
          <p:nvPr/>
        </p:nvSpPr>
        <p:spPr>
          <a:xfrm>
            <a:off x="711200" y="4914900"/>
            <a:ext cx="10769600" cy="11176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1214B5D-0A40-3AB2-F727-6981E4DA4A51}"/>
              </a:ext>
            </a:extLst>
          </p:cNvPr>
          <p:cNvSpPr txBox="1"/>
          <p:nvPr/>
        </p:nvSpPr>
        <p:spPr>
          <a:xfrm>
            <a:off x="977900" y="5105400"/>
            <a:ext cx="102362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要点と根拠を伝える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172ECCC-3B9F-FEEE-3D34-7D1F5725717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EA3777D-4F86-90C1-2416-18D77EC65E3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28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53793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9CAA9D7-3B5E-8C7A-2629-97FE1B8920F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93F1B37-0752-D7EC-0260-02318B10FCD3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縦見出し欄と要点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2B2B902-F3C9-0839-94AB-D3444B2B924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1CA2AC-90B8-49AB-0672-55F8A00DB67F}"/>
              </a:ext>
            </a:extLst>
          </p:cNvPr>
          <p:cNvSpPr/>
          <p:nvPr/>
        </p:nvSpPr>
        <p:spPr>
          <a:xfrm>
            <a:off x="711200" y="2006600"/>
            <a:ext cx="3060700" cy="4025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801BDDA-8709-53A9-B4F9-FBC1AB9AE75D}"/>
              </a:ext>
            </a:extLst>
          </p:cNvPr>
          <p:cNvSpPr txBox="1"/>
          <p:nvPr/>
        </p:nvSpPr>
        <p:spPr>
          <a:xfrm>
            <a:off x="965200" y="2273300"/>
            <a:ext cx="2527300" cy="3479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
える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A01FB63-D57B-9901-C8E7-9567334B6405}"/>
              </a:ext>
            </a:extLst>
          </p:cNvPr>
          <p:cNvSpPr txBox="1"/>
          <p:nvPr/>
        </p:nvSpPr>
        <p:spPr>
          <a:xfrm>
            <a:off x="4229100" y="2082800"/>
            <a:ext cx="2443988" cy="822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C3F4474-0EB7-FE0A-AD6A-35274AA41C8C}"/>
              </a:ext>
            </a:extLst>
          </p:cNvPr>
          <p:cNvSpPr txBox="1"/>
          <p:nvPr/>
        </p:nvSpPr>
        <p:spPr>
          <a:xfrm>
            <a:off x="6960616" y="2082800"/>
            <a:ext cx="4456684" cy="822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C717A6F-5DCE-07FD-6DD4-3C2AD7E302B8}"/>
              </a:ext>
            </a:extLst>
          </p:cNvPr>
          <p:cNvCxnSpPr/>
          <p:nvPr/>
        </p:nvCxnSpPr>
        <p:spPr>
          <a:xfrm>
            <a:off x="4229100" y="2981325"/>
            <a:ext cx="7188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28F2543-33F5-4EE4-9C7C-DA1713BF47F2}"/>
              </a:ext>
            </a:extLst>
          </p:cNvPr>
          <p:cNvSpPr txBox="1"/>
          <p:nvPr/>
        </p:nvSpPr>
        <p:spPr>
          <a:xfrm>
            <a:off x="4229100" y="3070225"/>
            <a:ext cx="2443988" cy="822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EE751C-D11B-5168-E903-3C9862929DC0}"/>
              </a:ext>
            </a:extLst>
          </p:cNvPr>
          <p:cNvSpPr txBox="1"/>
          <p:nvPr/>
        </p:nvSpPr>
        <p:spPr>
          <a:xfrm>
            <a:off x="6960616" y="3070225"/>
            <a:ext cx="4456684" cy="822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4C9EAB0E-9A0A-2C9D-9A40-4DE8787461BA}"/>
              </a:ext>
            </a:extLst>
          </p:cNvPr>
          <p:cNvCxnSpPr/>
          <p:nvPr/>
        </p:nvCxnSpPr>
        <p:spPr>
          <a:xfrm>
            <a:off x="4229100" y="3968750"/>
            <a:ext cx="7188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BC68EF8-B73E-E25A-981D-43C5B4B7BC66}"/>
              </a:ext>
            </a:extLst>
          </p:cNvPr>
          <p:cNvSpPr txBox="1"/>
          <p:nvPr/>
        </p:nvSpPr>
        <p:spPr>
          <a:xfrm>
            <a:off x="4229100" y="4057650"/>
            <a:ext cx="2443988" cy="822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A5F8045-65A5-2776-C5EA-68EF0AFE0640}"/>
              </a:ext>
            </a:extLst>
          </p:cNvPr>
          <p:cNvSpPr txBox="1"/>
          <p:nvPr/>
        </p:nvSpPr>
        <p:spPr>
          <a:xfrm>
            <a:off x="6960616" y="4057650"/>
            <a:ext cx="4456684" cy="822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FB1E4537-2DC8-D609-CD2D-56A5973424AE}"/>
              </a:ext>
            </a:extLst>
          </p:cNvPr>
          <p:cNvCxnSpPr/>
          <p:nvPr/>
        </p:nvCxnSpPr>
        <p:spPr>
          <a:xfrm>
            <a:off x="4229100" y="4956175"/>
            <a:ext cx="7188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1582ABB-2735-D80D-2991-42F53CCA32B1}"/>
              </a:ext>
            </a:extLst>
          </p:cNvPr>
          <p:cNvSpPr txBox="1"/>
          <p:nvPr/>
        </p:nvSpPr>
        <p:spPr>
          <a:xfrm>
            <a:off x="4229100" y="5045075"/>
            <a:ext cx="2443988" cy="822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98527B5-A8B2-F3FF-AA9A-45C0FBB41863}"/>
              </a:ext>
            </a:extLst>
          </p:cNvPr>
          <p:cNvSpPr txBox="1"/>
          <p:nvPr/>
        </p:nvSpPr>
        <p:spPr>
          <a:xfrm>
            <a:off x="6960616" y="5045075"/>
            <a:ext cx="4456684" cy="8223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DF5E65A1-43A9-91FA-70D7-DB9C21603BA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1F89C8C-CE27-E8D0-3CD7-5328423A903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29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1820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D31D357-F4B1-AB75-7824-19ED6541C2B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0E5FEE2-E91B-7D03-1635-0010D194875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見出しと本文の対照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139C1FD-0A5C-9648-4FA6-11D3B9411D7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E589B70-95A9-391A-9689-3394FAE5C731}"/>
              </a:ext>
            </a:extLst>
          </p:cNvPr>
          <p:cNvSpPr txBox="1"/>
          <p:nvPr/>
        </p:nvSpPr>
        <p:spPr>
          <a:xfrm>
            <a:off x="711200" y="2082800"/>
            <a:ext cx="323088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CAEF27B-C6FC-D521-3F79-E9AEDAFCEF5F}"/>
              </a:ext>
            </a:extLst>
          </p:cNvPr>
          <p:cNvSpPr txBox="1"/>
          <p:nvPr/>
        </p:nvSpPr>
        <p:spPr>
          <a:xfrm>
            <a:off x="4372864" y="2082800"/>
            <a:ext cx="7107936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4ACA8EA-E33E-BE40-D113-601B7FAC27D5}"/>
              </a:ext>
            </a:extLst>
          </p:cNvPr>
          <p:cNvCxnSpPr/>
          <p:nvPr/>
        </p:nvCxnSpPr>
        <p:spPr>
          <a:xfrm>
            <a:off x="711200" y="297815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5BE0705-3EBF-F358-84A6-AADEA0565370}"/>
              </a:ext>
            </a:extLst>
          </p:cNvPr>
          <p:cNvSpPr txBox="1"/>
          <p:nvPr/>
        </p:nvSpPr>
        <p:spPr>
          <a:xfrm>
            <a:off x="711200" y="3067050"/>
            <a:ext cx="323088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EEA694D-2731-BD77-8432-66F8F224D427}"/>
              </a:ext>
            </a:extLst>
          </p:cNvPr>
          <p:cNvSpPr txBox="1"/>
          <p:nvPr/>
        </p:nvSpPr>
        <p:spPr>
          <a:xfrm>
            <a:off x="4372864" y="3067050"/>
            <a:ext cx="7107936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2300E8FF-1133-2298-43CF-4862108CC773}"/>
              </a:ext>
            </a:extLst>
          </p:cNvPr>
          <p:cNvCxnSpPr/>
          <p:nvPr/>
        </p:nvCxnSpPr>
        <p:spPr>
          <a:xfrm>
            <a:off x="711200" y="39624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2C81295-8734-4ACC-DCE8-253BE246D22A}"/>
              </a:ext>
            </a:extLst>
          </p:cNvPr>
          <p:cNvSpPr txBox="1"/>
          <p:nvPr/>
        </p:nvSpPr>
        <p:spPr>
          <a:xfrm>
            <a:off x="711200" y="4051300"/>
            <a:ext cx="323088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3800AB0-143C-F195-8316-BA314A5D92F2}"/>
              </a:ext>
            </a:extLst>
          </p:cNvPr>
          <p:cNvSpPr txBox="1"/>
          <p:nvPr/>
        </p:nvSpPr>
        <p:spPr>
          <a:xfrm>
            <a:off x="4372864" y="4051300"/>
            <a:ext cx="7107936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C117FE1-15C3-3099-84B7-0E3D393998FC}"/>
              </a:ext>
            </a:extLst>
          </p:cNvPr>
          <p:cNvCxnSpPr/>
          <p:nvPr/>
        </p:nvCxnSpPr>
        <p:spPr>
          <a:xfrm>
            <a:off x="711200" y="494665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29CDC12-A476-8D01-F1E3-ADF975243B92}"/>
              </a:ext>
            </a:extLst>
          </p:cNvPr>
          <p:cNvSpPr txBox="1"/>
          <p:nvPr/>
        </p:nvSpPr>
        <p:spPr>
          <a:xfrm>
            <a:off x="711200" y="5035550"/>
            <a:ext cx="3230880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905006A-0C04-8E66-AE26-9FC75DE4AAEF}"/>
              </a:ext>
            </a:extLst>
          </p:cNvPr>
          <p:cNvSpPr txBox="1"/>
          <p:nvPr/>
        </p:nvSpPr>
        <p:spPr>
          <a:xfrm>
            <a:off x="4372864" y="5035550"/>
            <a:ext cx="7107936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E85C44E9-E531-3357-1066-ECAAA98FDA4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A1C291E-C791-2CA0-CA5B-8AA88F7FC4F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30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1730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4736</Words>
  <Application>Microsoft Office PowerPoint</Application>
  <PresentationFormat>ユーザー設定</PresentationFormat>
  <Paragraphs>395</Paragraphs>
  <Slides>30</Slides>
  <Notes>30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5" baseType="lpstr">
      <vt:lpstr>游ゴシック</vt:lpstr>
      <vt:lpstr>游ゴシック Light</vt:lpstr>
      <vt:lpstr>Yu Gothic Medium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2026-09-28T20:28:04Z</dcterms:created>
  <dcterms:modified xsi:type="dcterms:W3CDTF">2026-09-28T20:28:04Z</dcterms:modified>
</cp:coreProperties>
</file>