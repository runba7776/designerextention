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6BF2-37AC-439D-AA14-26BBB4E096BD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610DB-D3B2-474B-8FC9-C1FBCEDE9F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4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すっきりモダン・編集できる図形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610DB-D3B2-474B-8FC9-C1FBCEDE9F0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802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610DB-D3B2-474B-8FC9-C1FBCEDE9F0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7448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610DB-D3B2-474B-8FC9-C1FBCEDE9F0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0982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610DB-D3B2-474B-8FC9-C1FBCEDE9F0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37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CE6803-940E-F8FF-E3BB-556DD7C3D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559EA7-EC0B-562C-DC4A-13609D709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D19576-DC03-2E41-7B15-AEF07F40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1A1143-E943-609E-1515-B938E3A5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0D7A0D-1B46-5BA5-3835-96624044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24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2476DC-08DE-A704-5ECD-A8870A1A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BA481B-7775-C29E-FB03-48FB8C7D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6769C7-7F96-3C67-FB98-2C2ECFB6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AA218E-E693-7B2B-B048-08AB90C1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E80827-7254-D877-3D7C-DA01D410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80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986EB-BAB6-4DFB-6853-930B64C9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A709A1-AC9D-907F-7F38-8DB0D1A24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B3BF3B-3940-7681-38C9-DCC18E96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51A88F-E15A-9B30-0DED-DC41ABBC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7D4F07-9B16-EA4A-3D64-48590B2D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98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895C0F-0802-A180-C180-90E4188B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223E15-F477-FF57-0D5C-4358C18F1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9D8E7D-8409-3042-9383-9D8E29B3D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44054A-F6C7-F736-0DE0-8F75D9CF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89250E-0AA7-62A6-EEDB-F4DB76D7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76E812-714D-3A38-6B00-CB364BD2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0062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AE503B-84BD-22F1-E0ED-90157FEE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CD17F0-E95D-0869-E391-7BEF440D0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275024-DC5E-DCA8-9F5B-D0482885C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4D4E23-7065-6034-2E12-4D51D95FE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720D2F6-6B47-4EFC-BE60-17227D1F3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0E9C573-C4EB-3AA3-F6A9-4835D5C9A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12584C-28EB-4387-A936-E79AED61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25D3C1-5463-90AF-3A31-E7F4A5C5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8514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77DAC4-F897-E97E-1AEC-9D015BBA4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0A96F77-F249-FDD2-1126-63B72CD4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F5572E-8AE1-6682-F6CA-9EE1D1BC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D372B8A-D190-F17B-4C71-51E0AFAC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185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002ADAF-555D-9AB3-67C5-1FEE9450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63CC49E-1DAA-DAC6-411A-B0CD962B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B670C0-8120-4E45-41E5-99386652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38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A5DE66-79B7-7967-2467-2DDF360D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9FBC83-6321-2712-3435-53A11026A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A12442-226F-3C1C-FCBA-C3B36C015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FDEF47-D36E-4497-CCE4-1460248D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49A9CC-2D76-3AD1-CF81-67497B34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4618A6-C7DA-4CD2-7F1B-1E624718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93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1F0890-3DF3-D798-C233-042B2FC98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50895C-6716-E076-E869-C852E3EB7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F873A0-8D5C-E29D-1DFC-91E5C564D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E8CF22-9849-F59E-E256-1A9B1EB0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3D19B7-16C0-1B14-FC38-DC174900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A11594-1F13-DB9F-4063-18AD3100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23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25D2F9-5521-C82A-CC45-6DBFE21E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590C7E-6A87-EB44-AC5C-E5D9B8A84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A455A0-16FE-D416-4BA1-87ED12D4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7EE6A8-15BA-BEF8-2AC0-91BFA4B9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003C63-D2FE-C0E0-ECAE-7E48C595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46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5AFE5C5-EA59-CBAC-4784-0B3236C24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42B3FF-0CB9-9856-8577-2F2DAC3B4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275250-9F86-66DB-04BE-056579C38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489A67-718C-A19A-B0E7-0F3A6310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97F73B-27D4-3E9A-B1CD-71AD835F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95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1D57330-7402-7432-C91F-15138EC2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55D59EC-1C1C-CB9E-7547-317D3F74B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F6DB9C-D58C-42DA-1D86-AD732AA90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6FC14-C25C-480A-8AAD-BD74A4CC405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6CCE4E-EEFD-0CF7-A41C-4E0CC660E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784DE3-B182-8DE2-DA6B-1FDB45F9C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63C4A-9811-415F-965A-E52305879B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96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FD991EE-F11E-ECDF-DE5D-AAD8F5B7FD9B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EDE5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E08B22-E345-A30A-7456-841CB89D5D32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C0EB0B-4255-C9AC-646A-E8CD4FA3692E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スタジオ </a:t>
            </a:r>
            <a:r>
              <a:rPr kumimoji="1" lang="en-US" altLang="ja-JP" sz="4000" b="1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/ </a:t>
            </a:r>
            <a:r>
              <a:rPr kumimoji="1" lang="ja-JP" altLang="en-US" sz="4000" b="1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D1AC0F-518F-61A6-CBB2-2AD5DCD01F6F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すっきりモダン・編集できる図形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A0E2959-243D-88D3-1127-5857397F5E3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860DCB7-0B3B-DFBD-69B0-7BC17EF787A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4</a:t>
            </a:r>
            <a:endParaRPr kumimoji="1" lang="ja-JP" altLang="en-US" sz="1000">
              <a:solidFill>
                <a:srgbClr val="655977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287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89D77E-C6A7-647C-6A85-231C3A9D9F4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D6E92C-073A-122F-AE6A-D1A014D751B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9C0B584-1EA8-3A34-EFD8-762321EEF04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5AA648-01A2-CA0B-C1C0-178E53CA7588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AF7FF"/>
          </a:solidFill>
          <a:ln w="12700">
            <a:solidFill>
              <a:srgbClr val="724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AFA5E05-CEAF-AFD6-B0DC-DA87C7898AFC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CB59A22-3ED4-0668-B3CD-C2347704C140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95FCA2-B5EA-82D6-28D9-242D4C8A3E18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8F2F26-2F9D-D2F7-EDFA-0437DD3B8D7C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04DD6E3-A974-8AF6-4367-1990BA1F5AE5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AF7FF"/>
          </a:solidFill>
          <a:ln w="12700">
            <a:solidFill>
              <a:srgbClr val="A153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7EE27E3-F2B9-BFF2-6176-AA544D9DEB39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A153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41271A-C2F6-F4F0-0ECD-AD55E15397EB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A153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3E902C5-AB34-A1DA-4E9A-FAA8AE1A748F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BEFB6B-46FF-B38F-4DC1-DC1AFE4631FA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1BFB3CC-F42F-2603-E906-B8F16B5CE854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AF7FF"/>
          </a:solidFill>
          <a:ln w="12700">
            <a:solidFill>
              <a:srgbClr val="286A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23A19AB-C69B-6847-615B-7457A0E3944B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286A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FFD488D-BD32-B46C-F041-025F8968B84E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286A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030F6A-19C4-4A88-D8F5-BDE7E9E46CB7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9B2E267-5E5C-84D1-F7F6-C0478EAB0D14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EA5D971-ACC8-9950-A494-DD8D5B9BDB8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2B4FE93-9FFA-52A1-58D0-499508D4E00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4</a:t>
            </a:r>
            <a:endParaRPr kumimoji="1" lang="ja-JP" altLang="en-US" sz="1000">
              <a:solidFill>
                <a:srgbClr val="655977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49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84A003-1CEC-FCE2-8914-42DE1A65C323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84862C-673C-85A0-7EE9-F832D4B8527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893F38A-3B41-0AE4-7D2E-9DCA8F78635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BD7A784-2A8C-8E61-C421-17885E62D6CA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0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3098AA-C04A-2AD5-8C46-7A3F27966548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9D98EF2-4462-2575-23FF-D48D093D1C3E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242A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242A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7242A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D3CA2B-AB37-4853-4EA7-D7BF2E5D5C06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366F1F1-37C3-B1CC-6E3A-5BB31073AD64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3EB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88E1339-FBDF-EFC3-5837-C0D46F707E5E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A153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31643B0-6BA6-A028-AAB1-60C05C8DD303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A153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A153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A1534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649A86-D010-855E-D0A4-F51B88B80659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4EED162-2C02-5673-FE6B-59E99066670D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EA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BA19A50-61A5-DEC3-84BF-465E176D8CF2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286A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4F71E35-DF25-5F97-BF77-7DCFDD818254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86AA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86AA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86AA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D9EC112-08A2-6646-A1BB-F14C2D577010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CDBDCAD-56CA-9B71-48CD-8B488E0484B6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E9E7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042D535-7411-AA38-591D-D04D89C708D1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1823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0BF1E09-649F-BBD9-54B9-80D17AF64591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26AE63D-0067-E8C7-A6F8-799DE8806F61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487281C-AEFD-9DE5-6AF0-B4B48F2A833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57EEF25-DFF3-F073-3E24-75A8AB564A6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4</a:t>
            </a:r>
            <a:endParaRPr kumimoji="1" lang="ja-JP" altLang="en-US" sz="1000">
              <a:solidFill>
                <a:srgbClr val="655977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157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B9385D-DDB5-F5DF-BB38-CDCF82D436F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DEDD2C-8030-97C7-45C0-BD482FDA6DE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3026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03324EE-7536-6F5E-45FC-3645DA662BF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D6F1B0-5449-FC86-4610-94629C7DF7BF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7242A0"/>
                </a:solidFill>
                <a:latin typeface="Cambria Math" panose="02040503050406030204" pitchFamily="18" charset="0"/>
                <a:ea typeface="Yu Gothic UI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7242A0"/>
              </a:solidFill>
              <a:latin typeface="Cambria Math" panose="02040503050406030204" pitchFamily="18" charset="0"/>
              <a:ea typeface="Yu Gothic UI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569BC3-A65C-E3B9-9770-440DEE25E8E9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個の奇数の和。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CDA10D5-7E39-FE71-E0A7-EF4C89C815A4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F0E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0B697AE-989F-FAE9-9A69-73EA87BCFBBE}"/>
              </a:ext>
            </a:extLst>
          </p:cNvPr>
          <p:cNvSpPr/>
          <p:nvPr/>
        </p:nvSpPr>
        <p:spPr>
          <a:xfrm>
            <a:off x="622300" y="4445000"/>
            <a:ext cx="3475567" cy="63500"/>
          </a:xfrm>
          <a:prstGeom prst="rect">
            <a:avLst/>
          </a:prstGeom>
          <a:solidFill>
            <a:srgbClr val="7242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CBAA1C-D2DB-60AD-C317-21709E2CA752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242A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242A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7242A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C193EF-B3E0-C6E9-ED37-B6852BDAAAD4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BC9EB8-FE81-0AF6-B4E6-231CA2C15402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F3EB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A6102E-D807-BF08-5AC3-5D2E4447EA11}"/>
              </a:ext>
            </a:extLst>
          </p:cNvPr>
          <p:cNvSpPr/>
          <p:nvPr/>
        </p:nvSpPr>
        <p:spPr>
          <a:xfrm>
            <a:off x="4313767" y="4445000"/>
            <a:ext cx="3475566" cy="63500"/>
          </a:xfrm>
          <a:prstGeom prst="rect">
            <a:avLst/>
          </a:prstGeom>
          <a:solidFill>
            <a:srgbClr val="A153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926D5E8-3C38-1512-5E91-E6D99F6A2678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A153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A1534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A1534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DF4DA3B-9D52-504C-A7D7-DBEA45E2E610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DD46FBA-BC68-5411-5F86-7DB60FDC7E96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EA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8A1CBF2-4DF8-2AE9-DAB5-6C2F43D277F4}"/>
              </a:ext>
            </a:extLst>
          </p:cNvPr>
          <p:cNvSpPr/>
          <p:nvPr/>
        </p:nvSpPr>
        <p:spPr>
          <a:xfrm>
            <a:off x="8005233" y="4445000"/>
            <a:ext cx="3475567" cy="63500"/>
          </a:xfrm>
          <a:prstGeom prst="rect">
            <a:avLst/>
          </a:prstGeom>
          <a:solidFill>
            <a:srgbClr val="286A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5D9B90-17B6-81EA-AC41-0667D67D021C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86AA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86AA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86AA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8CF7F89-4536-AD2D-E7FC-E42D4CBBCC3A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B4A66AA-66AC-2263-F64D-50AB26EEF2CC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DE5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FA9BA18-5ECF-D103-7B44-8C252F40B48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6559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4</a:t>
            </a:r>
            <a:endParaRPr kumimoji="1" lang="ja-JP" altLang="en-US" sz="1000">
              <a:solidFill>
                <a:srgbClr val="655977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257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302646"/>
      </a:dk1>
      <a:lt1>
        <a:sysClr val="window" lastClr="FFFFFF"/>
      </a:lt1>
      <a:dk2>
        <a:srgbClr val="0E2841"/>
      </a:dk2>
      <a:lt2>
        <a:srgbClr val="E8E8E8"/>
      </a:lt2>
      <a:accent1>
        <a:srgbClr val="7242A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Yu Gothic UI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2026-09-30T14:15:41Z</dcterms:created>
  <dcterms:modified xsi:type="dcterms:W3CDTF">2026-09-30T14:15:41Z</dcterms:modified>
</cp:coreProperties>
</file>