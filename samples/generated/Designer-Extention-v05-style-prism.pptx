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D1058-0C0B-49B1-B1A0-6B29D830D9D1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46ABC-7D5E-4F12-AE4D-20AF662C1E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10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すっきりモダン・編集できる図形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46ABC-7D5E-4F12-AE4D-20AF662C1ED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5681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46ABC-7D5E-4F12-AE4D-20AF662C1ED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907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46ABC-7D5E-4F12-AE4D-20AF662C1ED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410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E46ABC-7D5E-4F12-AE4D-20AF662C1ED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485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E7D2BE-140C-445C-8E09-41E99D4CD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9ED158-52F0-5FC4-C47C-EE8EF520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582304-AA56-0E94-1C88-12229855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6088D1-E16C-65EE-9A71-8AB11AE8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FE7438-E5DE-D6DD-8F22-896B0A89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194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6C91E0-39C3-A121-3C0A-BC7BB27A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9A3D39-12F5-6C2B-B00E-5B10FBDA6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8A95A2-7A43-71D8-5946-3F0180CF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536FC7-CF88-541C-FB93-3031BC47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7F7890-3922-54BB-6B14-BC8FE856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397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A811AB-9164-57FF-FEB8-3C616D64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E50452-204D-BBBC-9F4B-EDFB336F1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5AAB00-AF0E-49E4-6183-7C48A5700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F0E786-E2B3-2737-EE28-38AE05DD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E43740-4E8B-FE4B-7E07-2345108BA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30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1AA7AB-E119-4F21-3EEE-BC1CFB3F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5D7A4B-2C7C-6C90-432A-2BE6996B2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9F514D-7B38-49D3-EB08-B10BB31F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C29E50-8AA9-8716-3871-5B47B41E6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895EE1-5B66-B9DF-909E-FBCE68BD5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455EB4-3979-4FA7-7651-ABB4AF84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2837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6F8A4F-62F1-1502-91C4-070B5F01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85642E-9DD3-5E96-0F63-E60B3A1C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A93944-6FE9-374E-4FD8-00BD219A3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21D4BE-89EA-E2D4-268A-82411F3A6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F5D327-9821-B330-D93E-AF76DAF46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A129CC2-0A70-A6FF-F203-96BCF79F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74BDD0-0842-EBA5-E1AB-BC569BCB3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365C03D-CC9A-A3E8-6BF8-F5C7FE86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2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85D02A-6858-C801-80F7-707D550E8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F150EF0-266F-CFF2-8E2B-BB0AB8868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7B74FA-AF10-EAA4-330D-D3E7BF46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7EF94A-3061-D589-9329-C22F928C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36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C19BDC1-9EE5-0A47-32BB-F6BC582D8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97C6524-E376-30D7-5904-4093813BB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63CECA-61FB-C830-DCC8-55A54AD3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16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EB8A57-202B-DABA-1C5D-E833898EA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B2B6BA-E077-3B22-CB4B-6E4F409B1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E8AB84-EE4F-51E4-7051-160E6A17B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180757-582B-4BB6-A712-F0558D65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52A966-EA41-1C0B-8433-66B7106F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AC67BF-3B52-DD17-A9DE-DEA0F6F2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764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526DB7-77B3-604C-0ED3-1FC7FC8EB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66406ED-1E66-A312-4CF0-4BF4C7F27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0F8BFD-22CB-8C64-0472-E18C66DE5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EA3C8D-63AF-B447-7EC7-6B12C019B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09FAEA-FE61-5DD9-4F82-956224AF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C7B1C2-60B2-764A-0A09-1CB95675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69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79872-67D5-A1DE-2E76-2F95CFA6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92B59A-1C27-5D9D-62B0-B2CFAB89B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46357F-12E5-73BE-4C29-446B62C0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B70DBF-D334-6405-9726-825CC337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9BEE76-A862-2CF0-DF43-5F2FD4DF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028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32DE5A1-0292-73C5-4B74-DD5E6C44E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7D1C49-90FB-8955-1C26-F51A220A3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07F38E-DAAA-A287-B305-9031ED78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C919A7-98C8-14A8-58A4-B3508B18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F2A896-717B-2888-EB96-36AFA44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5629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CBE286-D254-9D88-59BA-3A209AA62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3ABA82-84D5-E79A-7E0A-C76DBFA79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3D8354-D1D8-AED4-7D60-99AA74B74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5D4339-9330-41CF-90B5-2B45BD81F80E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5A037E-0D8F-DD18-1137-32E0868EE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78F9E7-B459-7148-4FFD-D89309B0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69B22-5B1F-41CB-9E46-F5F8C56CFF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1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E6D169E-8B23-2781-B57B-620ED1B808A9}"/>
              </a:ext>
            </a:extLst>
          </p:cNvPr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455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126C003-0609-F81D-2E7F-4FB950783369}"/>
              </a:ext>
            </a:extLst>
          </p:cNvPr>
          <p:cNvSpPr/>
          <p:nvPr/>
        </p:nvSpPr>
        <p:spPr>
          <a:xfrm>
            <a:off x="3048000" y="0"/>
            <a:ext cx="9144000" cy="254000"/>
          </a:xfrm>
          <a:prstGeom prst="rect">
            <a:avLst/>
          </a:prstGeom>
          <a:solidFill>
            <a:srgbClr val="EBEE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ED58F92-AEC1-E6AB-019D-E529ED94BE05}"/>
              </a:ext>
            </a:extLst>
          </p:cNvPr>
          <p:cNvSpPr txBox="1"/>
          <p:nvPr/>
        </p:nvSpPr>
        <p:spPr>
          <a:xfrm>
            <a:off x="3606800" y="1371600"/>
            <a:ext cx="7874000" cy="280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プリズム </a:t>
            </a:r>
            <a:r>
              <a:rPr kumimoji="1" lang="en-US" altLang="ja-JP" sz="4200" b="1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/ </a:t>
            </a:r>
            <a:r>
              <a:rPr kumimoji="1" lang="ja-JP" altLang="en-US" sz="4200" b="1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D57F57-A929-6161-F11E-3559AF0CA5A6}"/>
              </a:ext>
            </a:extLst>
          </p:cNvPr>
          <p:cNvSpPr txBox="1"/>
          <p:nvPr/>
        </p:nvSpPr>
        <p:spPr>
          <a:xfrm>
            <a:off x="3632200" y="4737100"/>
            <a:ext cx="767080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すっきりモダン・編集できる図形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1E0457B-5A5E-135C-3EF5-1E1D50E1F80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BE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6445BD-51EC-049C-159B-22E8F59FEFB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 / 4</a:t>
            </a:r>
            <a:endParaRPr kumimoji="1" lang="ja-JP" altLang="en-US" sz="1000">
              <a:solidFill>
                <a:srgbClr val="53627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5541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449E22B-A2D6-FB26-F0A2-C1E51F2FC22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455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9A0B6ED-5849-6403-2061-2CE50ACBF6D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色の見出しと囲まれた比較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46A8C0A-AF7F-66BD-BED2-FAF83EDE624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BE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8BB8C7E-514D-60CC-E9A8-E4E876A3EDCB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55F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898C0E-8F50-F668-7B32-F4476EE4B5CB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455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4584763-2209-181A-4ED3-265120171CF7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455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4F1218-2811-18C8-D662-C39EBB478983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42BEA38-9FD2-5A63-B588-E47075224648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23E629C-5C9E-EC08-7D9F-8D73F9B7441E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750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D5B7D2F-D260-9786-A395-A0BB8251CAC7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7750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17EFCDA-94E8-8B7D-6C12-FB0BB718511A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7750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A1EC23F-B3CD-F9F8-D2E9-DCFD0DB5B7E2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58F015-EAE3-FFE9-BE10-33F92804F957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5C49A97-1741-4613-F6DD-EB64EEA3596E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48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33037EE-0E32-AF9D-0081-0130FE374DC5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9A48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E3B70E3-345E-492E-37DF-90D8F830DE51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9A48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E1E0A7E-EF1A-E7D1-54B8-6742BFAF20C2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085915F-3AC1-7D16-A01F-B16FFD04E512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0683D53-5653-55C5-07B0-05FA74C1DA2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BE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8E21F75-F876-24BA-28EF-0F424EE004F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/ 4</a:t>
            </a:r>
            <a:endParaRPr kumimoji="1" lang="ja-JP" altLang="en-US" sz="1000">
              <a:solidFill>
                <a:srgbClr val="53627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2684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74356BD-557F-2E82-DB43-AD090A8F26DC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455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A5A3B9-9735-7386-CABE-BEC8294495F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色面で分ける横の説明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F60EA93-E22A-B34F-3CF3-1952479EE53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BE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2FFF3FA-956E-FEAC-FEDA-0546F248B5C5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F1F3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D9E9F66-9B46-4E16-43A2-D7D08BBB23D8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455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671BEA7-88AD-5557-57E5-2A77DAF994B6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455FB5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455FB5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455FB5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9A04BD8-2851-5DB7-EE0D-954115632206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701AAB2-6F6C-D34F-48C2-42535244990A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F5F2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CCB547A-1835-FB02-B8BC-B7D87358C5CB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7750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742B48A-4017-30A5-DFE9-D518C63C293F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77509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77509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77509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A6FB356-0EB4-31E9-19CD-23F69B5911AD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14F1EE0-C13C-2AB6-C142-9AA88A2889A8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F7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664210C-D170-64EF-E6A5-8F6EF6365DC5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9A48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BB550DF-A050-8453-44A1-CD2735873886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A48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A48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9A48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73C6A2-4282-99D8-2D0F-3609F994F8FE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03B8FC5-37A6-7E16-FBBF-2D7DBEDC5165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EFF5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E086336-AB2B-3CE9-1DCA-CFEEE17608D2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28745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A0415C1-BE6E-07E4-0914-F920E30B34E9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8745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8745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8745E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75D9F61-2155-B939-F82C-275121EF4C8F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287623F5-57EB-6B96-C723-4B1978A75AD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BE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3DA592F-C78C-D1C8-E8AB-75DE556DC90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/ 4</a:t>
            </a:r>
            <a:endParaRPr kumimoji="1" lang="ja-JP" altLang="en-US" sz="1000">
              <a:solidFill>
                <a:srgbClr val="53627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927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3C7ED75-F53B-3333-CD1A-54151B475CC5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455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D4777F0-BF6F-C543-B175-A1C9A105CD9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22E4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中央の式と下の具体例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ADD0B06-924D-2AC9-4CCC-4704CCC8D78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BE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D694361-2B0A-32A8-282E-0CBFCBAFD59E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455FB5"/>
                </a:solidFill>
                <a:latin typeface="Cambria Math" panose="02040503050406030204" pitchFamily="18" charset="0"/>
                <a:ea typeface="Yu Gothic UI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455FB5"/>
              </a:solidFill>
              <a:latin typeface="Cambria Math" panose="02040503050406030204" pitchFamily="18" charset="0"/>
              <a:ea typeface="Yu Gothic UI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4E67A4-C016-CB16-2857-C8B286602F51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個の奇数の和。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F7EB751-0A39-AE51-E740-8DD6A96BBC82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F1F3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07FCC14-17D2-F185-0A6E-77ABA7356B50}"/>
              </a:ext>
            </a:extLst>
          </p:cNvPr>
          <p:cNvSpPr/>
          <p:nvPr/>
        </p:nvSpPr>
        <p:spPr>
          <a:xfrm>
            <a:off x="622300" y="4445000"/>
            <a:ext cx="38100" cy="1600200"/>
          </a:xfrm>
          <a:prstGeom prst="rect">
            <a:avLst/>
          </a:prstGeom>
          <a:solidFill>
            <a:srgbClr val="455F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C7B101F-879A-C383-7F30-7F26F8B1D2BD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455FB5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455FB5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455FB5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AA1D11-7B3D-1896-FC3D-2D2D4E7031C6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144B090-DF72-4CD9-798E-1179252DC0AC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F5F2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392550-B704-F89F-BB4C-415FA48F2F25}"/>
              </a:ext>
            </a:extLst>
          </p:cNvPr>
          <p:cNvSpPr/>
          <p:nvPr/>
        </p:nvSpPr>
        <p:spPr>
          <a:xfrm>
            <a:off x="4313767" y="4445000"/>
            <a:ext cx="38100" cy="1600200"/>
          </a:xfrm>
          <a:prstGeom prst="rect">
            <a:avLst/>
          </a:prstGeom>
          <a:solidFill>
            <a:srgbClr val="7750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6E37B6E-550D-02BA-E70D-4A74DCD8F76D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77509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77509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77509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311EC8F-8DE8-277B-763C-258466151085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208BCC8-7525-84F2-E4F2-E0486078E249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F7F1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50210DE-162D-2210-871D-E3BEC6FD063B}"/>
              </a:ext>
            </a:extLst>
          </p:cNvPr>
          <p:cNvSpPr/>
          <p:nvPr/>
        </p:nvSpPr>
        <p:spPr>
          <a:xfrm>
            <a:off x="8005233" y="4445000"/>
            <a:ext cx="38100" cy="1600200"/>
          </a:xfrm>
          <a:prstGeom prst="rect">
            <a:avLst/>
          </a:prstGeom>
          <a:solidFill>
            <a:srgbClr val="9A48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60DDE67-29C3-BEC3-6BF5-E5634B7E33D9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A48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A48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9A48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4529D33-F293-4728-F8B6-CF377FA6AFFD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C2E5E02-0266-BA95-75E8-07FCEEF0B32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BE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C74ED2C-E67D-0CED-5B69-DA8FF06D373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3627B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 / 4</a:t>
            </a:r>
            <a:endParaRPr kumimoji="1" lang="ja-JP" altLang="en-US" sz="1000">
              <a:solidFill>
                <a:srgbClr val="53627B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124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222E47"/>
      </a:dk1>
      <a:lt1>
        <a:sysClr val="window" lastClr="FFFFFF"/>
      </a:lt1>
      <a:dk2>
        <a:srgbClr val="0E2841"/>
      </a:dk2>
      <a:lt2>
        <a:srgbClr val="E8E8E8"/>
      </a:lt2>
      <a:accent1>
        <a:srgbClr val="455FB5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Yu Gothic UI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2026-09-30T14:15:48Z</dcterms:created>
  <dcterms:modified xsi:type="dcterms:W3CDTF">2026-09-30T14:15:48Z</dcterms:modified>
</cp:coreProperties>
</file>