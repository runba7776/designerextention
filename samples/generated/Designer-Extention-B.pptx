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サンプル値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42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B-43D9-AAEE-2020D89B1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6517679"/>
        <c:axId val="1369570575"/>
      </c:barChart>
      <c:catAx>
        <c:axId val="1406517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369570575"/>
        <c:crosses val="autoZero"/>
        <c:auto val="1"/>
        <c:lblAlgn val="ctr"/>
        <c:lblOffset val="100"/>
        <c:noMultiLvlLbl val="0"/>
      </c:catAx>
      <c:valAx>
        <c:axId val="136957057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4065176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F6F8F6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3CB481-55A8-424B-9EB7-F96E69413F8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056CF497-FC3C-403F-93A0-204CF19EA120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gm:t>
    </dgm:pt>
    <dgm:pt modelId="{0F294717-361E-41E7-9181-F4F89EB36C75}" type="parTrans" cxnId="{7EE77D8A-05C0-4FE5-A005-EFFFBCA6E949}">
      <dgm:prSet/>
      <dgm:spPr/>
      <dgm:t>
        <a:bodyPr/>
        <a:lstStyle/>
        <a:p>
          <a:endParaRPr kumimoji="1" lang="ja-JP" altLang="en-US"/>
        </a:p>
      </dgm:t>
    </dgm:pt>
    <dgm:pt modelId="{233F5CDB-684C-449D-B020-B08997114DF5}" type="sibTrans" cxnId="{7EE77D8A-05C0-4FE5-A005-EFFFBCA6E949}">
      <dgm:prSet/>
      <dgm:spPr/>
      <dgm:t>
        <a:bodyPr/>
        <a:lstStyle/>
        <a:p>
          <a:endParaRPr kumimoji="1" lang="ja-JP" altLang="en-US"/>
        </a:p>
      </dgm:t>
    </dgm:pt>
    <dgm:pt modelId="{A5C2DC07-8EC5-4198-8911-93ACF8723898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gm:t>
    </dgm:pt>
    <dgm:pt modelId="{B477861C-3F9B-4B39-A9EB-279198D3D990}" type="parTrans" cxnId="{28589379-35BD-434D-83A1-BC2024AF8FAF}">
      <dgm:prSet/>
      <dgm:spPr/>
    </dgm:pt>
    <dgm:pt modelId="{C749DF7D-B791-4D2F-B1DA-E7FC9A08B068}" type="sibTrans" cxnId="{28589379-35BD-434D-83A1-BC2024AF8FAF}">
      <dgm:prSet/>
      <dgm:spPr/>
    </dgm:pt>
    <dgm:pt modelId="{92544E64-1081-4F8F-9520-4AE992A32E47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gm:t>
    </dgm:pt>
    <dgm:pt modelId="{32A9C2A8-8B30-4462-BE95-569EA9CB4589}" type="parTrans" cxnId="{E34FB487-BA30-4AE5-9658-C3258F10EB4F}">
      <dgm:prSet/>
      <dgm:spPr/>
    </dgm:pt>
    <dgm:pt modelId="{EADA3665-A426-448F-B1F2-44DCFE1FB3DF}" type="sibTrans" cxnId="{E34FB487-BA30-4AE5-9658-C3258F10EB4F}">
      <dgm:prSet/>
      <dgm:spPr/>
    </dgm:pt>
    <dgm:pt modelId="{60DB458F-7B53-4F88-8495-A926BA665D9D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gm:t>
    </dgm:pt>
    <dgm:pt modelId="{C4E8C3E9-13A2-41AC-8BCF-DB06C4E0FDF5}" type="parTrans" cxnId="{B8658F9A-AABB-49A5-8C9C-21B0334E598A}">
      <dgm:prSet/>
      <dgm:spPr/>
    </dgm:pt>
    <dgm:pt modelId="{AE92B80F-AC12-4B01-98AE-8551AB975397}" type="sibTrans" cxnId="{B8658F9A-AABB-49A5-8C9C-21B0334E598A}">
      <dgm:prSet/>
      <dgm:spPr/>
    </dgm:pt>
    <dgm:pt modelId="{8308FAC5-7F13-4081-8129-5AABA65B72B1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gm:t>
    </dgm:pt>
    <dgm:pt modelId="{377E7FEB-17AA-4039-AEFD-986AC028F0B5}" type="parTrans" cxnId="{603235E4-3337-4E1F-8F7F-3677B03B4E87}">
      <dgm:prSet/>
      <dgm:spPr/>
    </dgm:pt>
    <dgm:pt modelId="{FD17EB7C-196E-49F3-92DD-F9C6DE1EE138}" type="sibTrans" cxnId="{603235E4-3337-4E1F-8F7F-3677B03B4E87}">
      <dgm:prSet/>
      <dgm:spPr/>
    </dgm:pt>
    <dgm:pt modelId="{35707FC0-2AD9-462E-9230-6A2EFF6D57A8}" type="pres">
      <dgm:prSet presAssocID="{3F3CB481-55A8-424B-9EB7-F96E69413F8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AF1C7F-16A2-41E8-842E-20290CE5AF1A}" type="pres">
      <dgm:prSet presAssocID="{056CF497-FC3C-403F-93A0-204CF19EA120}" presName="hierRoot1" presStyleCnt="0">
        <dgm:presLayoutVars>
          <dgm:hierBranch val="init"/>
        </dgm:presLayoutVars>
      </dgm:prSet>
      <dgm:spPr/>
    </dgm:pt>
    <dgm:pt modelId="{4DEB6430-B587-41B0-9FB2-E0B5EB74DAE6}" type="pres">
      <dgm:prSet presAssocID="{056CF497-FC3C-403F-93A0-204CF19EA120}" presName="rootComposite1" presStyleCnt="0"/>
      <dgm:spPr/>
    </dgm:pt>
    <dgm:pt modelId="{DE055C67-CA99-4F0C-86B6-A81D1BCAA585}" type="pres">
      <dgm:prSet presAssocID="{056CF497-FC3C-403F-93A0-204CF19EA120}" presName="rootText1" presStyleLbl="node0" presStyleIdx="0" presStyleCnt="1">
        <dgm:presLayoutVars>
          <dgm:chPref val="3"/>
        </dgm:presLayoutVars>
      </dgm:prSet>
      <dgm:spPr/>
    </dgm:pt>
    <dgm:pt modelId="{E6C28E0A-08CD-43A1-A655-D34B8CEE6A4A}" type="pres">
      <dgm:prSet presAssocID="{056CF497-FC3C-403F-93A0-204CF19EA120}" presName="rootConnector1" presStyleLbl="node1" presStyleIdx="0" presStyleCnt="0"/>
      <dgm:spPr/>
    </dgm:pt>
    <dgm:pt modelId="{F3BBB634-7275-4EAA-9345-E91A74EB7FC1}" type="pres">
      <dgm:prSet presAssocID="{056CF497-FC3C-403F-93A0-204CF19EA120}" presName="hierChild2" presStyleCnt="0"/>
      <dgm:spPr/>
    </dgm:pt>
    <dgm:pt modelId="{33BF16EB-3000-4738-8878-CEFEFFBA14CA}" type="pres">
      <dgm:prSet presAssocID="{B477861C-3F9B-4B39-A9EB-279198D3D990}" presName="Name37" presStyleLbl="parChTrans1D2" presStyleIdx="0" presStyleCnt="2"/>
      <dgm:spPr/>
    </dgm:pt>
    <dgm:pt modelId="{55729B52-7CFD-4E57-88CF-799F2CB3A4C5}" type="pres">
      <dgm:prSet presAssocID="{A5C2DC07-8EC5-4198-8911-93ACF8723898}" presName="hierRoot2" presStyleCnt="0">
        <dgm:presLayoutVars>
          <dgm:hierBranch val="init"/>
        </dgm:presLayoutVars>
      </dgm:prSet>
      <dgm:spPr/>
    </dgm:pt>
    <dgm:pt modelId="{7A8E2B73-4987-43FC-806B-8C7F7A75606E}" type="pres">
      <dgm:prSet presAssocID="{A5C2DC07-8EC5-4198-8911-93ACF8723898}" presName="rootComposite" presStyleCnt="0"/>
      <dgm:spPr/>
    </dgm:pt>
    <dgm:pt modelId="{5E2A53C4-A394-4B2D-81AE-4047341DFECD}" type="pres">
      <dgm:prSet presAssocID="{A5C2DC07-8EC5-4198-8911-93ACF8723898}" presName="rootText" presStyleLbl="node2" presStyleIdx="0" presStyleCnt="2">
        <dgm:presLayoutVars>
          <dgm:chPref val="3"/>
        </dgm:presLayoutVars>
      </dgm:prSet>
      <dgm:spPr/>
    </dgm:pt>
    <dgm:pt modelId="{3D3BAB1E-E55D-4550-A744-06BED329D747}" type="pres">
      <dgm:prSet presAssocID="{A5C2DC07-8EC5-4198-8911-93ACF8723898}" presName="rootConnector" presStyleLbl="node2" presStyleIdx="0" presStyleCnt="2"/>
      <dgm:spPr/>
    </dgm:pt>
    <dgm:pt modelId="{E7DFE9B0-0448-4403-A3F7-E187DD62C8F1}" type="pres">
      <dgm:prSet presAssocID="{A5C2DC07-8EC5-4198-8911-93ACF8723898}" presName="hierChild4" presStyleCnt="0"/>
      <dgm:spPr/>
    </dgm:pt>
    <dgm:pt modelId="{662EBCC2-16A9-46A1-B8E2-5A40BAEC8CD6}" type="pres">
      <dgm:prSet presAssocID="{C4E8C3E9-13A2-41AC-8BCF-DB06C4E0FDF5}" presName="Name37" presStyleLbl="parChTrans1D3" presStyleIdx="0" presStyleCnt="2"/>
      <dgm:spPr/>
    </dgm:pt>
    <dgm:pt modelId="{E1F04B7F-3082-4757-8BA2-7B24C4EE8EFE}" type="pres">
      <dgm:prSet presAssocID="{60DB458F-7B53-4F88-8495-A926BA665D9D}" presName="hierRoot2" presStyleCnt="0">
        <dgm:presLayoutVars>
          <dgm:hierBranch val="init"/>
        </dgm:presLayoutVars>
      </dgm:prSet>
      <dgm:spPr/>
    </dgm:pt>
    <dgm:pt modelId="{49C8CBF4-6FF6-45E9-BB2F-6CB2F1353393}" type="pres">
      <dgm:prSet presAssocID="{60DB458F-7B53-4F88-8495-A926BA665D9D}" presName="rootComposite" presStyleCnt="0"/>
      <dgm:spPr/>
    </dgm:pt>
    <dgm:pt modelId="{67FACE81-8303-42AC-9341-AAA7577D3FCC}" type="pres">
      <dgm:prSet presAssocID="{60DB458F-7B53-4F88-8495-A926BA665D9D}" presName="rootText" presStyleLbl="node3" presStyleIdx="0" presStyleCnt="2">
        <dgm:presLayoutVars>
          <dgm:chPref val="3"/>
        </dgm:presLayoutVars>
      </dgm:prSet>
      <dgm:spPr/>
    </dgm:pt>
    <dgm:pt modelId="{104A7CA1-9C58-402A-9193-052420FEC732}" type="pres">
      <dgm:prSet presAssocID="{60DB458F-7B53-4F88-8495-A926BA665D9D}" presName="rootConnector" presStyleLbl="node3" presStyleIdx="0" presStyleCnt="2"/>
      <dgm:spPr/>
    </dgm:pt>
    <dgm:pt modelId="{461FE0F2-B4A3-4854-8421-55336789F335}" type="pres">
      <dgm:prSet presAssocID="{60DB458F-7B53-4F88-8495-A926BA665D9D}" presName="hierChild4" presStyleCnt="0"/>
      <dgm:spPr/>
    </dgm:pt>
    <dgm:pt modelId="{26D3C509-6237-4816-8BD4-243EC3612E75}" type="pres">
      <dgm:prSet presAssocID="{60DB458F-7B53-4F88-8495-A926BA665D9D}" presName="hierChild5" presStyleCnt="0"/>
      <dgm:spPr/>
    </dgm:pt>
    <dgm:pt modelId="{FDEBB2A5-5C10-47A6-AC75-8CCA0BC93442}" type="pres">
      <dgm:prSet presAssocID="{A5C2DC07-8EC5-4198-8911-93ACF8723898}" presName="hierChild5" presStyleCnt="0"/>
      <dgm:spPr/>
    </dgm:pt>
    <dgm:pt modelId="{2B3280BA-9CEA-4D3E-84F0-FD97C1CE13A2}" type="pres">
      <dgm:prSet presAssocID="{32A9C2A8-8B30-4462-BE95-569EA9CB4589}" presName="Name37" presStyleLbl="parChTrans1D2" presStyleIdx="1" presStyleCnt="2"/>
      <dgm:spPr/>
    </dgm:pt>
    <dgm:pt modelId="{BBFF3153-D2C6-4080-BA31-F8BCF954A802}" type="pres">
      <dgm:prSet presAssocID="{92544E64-1081-4F8F-9520-4AE992A32E47}" presName="hierRoot2" presStyleCnt="0">
        <dgm:presLayoutVars>
          <dgm:hierBranch val="init"/>
        </dgm:presLayoutVars>
      </dgm:prSet>
      <dgm:spPr/>
    </dgm:pt>
    <dgm:pt modelId="{800E9822-4336-4B8E-92B5-1F8A46D34168}" type="pres">
      <dgm:prSet presAssocID="{92544E64-1081-4F8F-9520-4AE992A32E47}" presName="rootComposite" presStyleCnt="0"/>
      <dgm:spPr/>
    </dgm:pt>
    <dgm:pt modelId="{CDA50FAB-E821-4A62-B319-BB5A23203704}" type="pres">
      <dgm:prSet presAssocID="{92544E64-1081-4F8F-9520-4AE992A32E47}" presName="rootText" presStyleLbl="node2" presStyleIdx="1" presStyleCnt="2">
        <dgm:presLayoutVars>
          <dgm:chPref val="3"/>
        </dgm:presLayoutVars>
      </dgm:prSet>
      <dgm:spPr/>
    </dgm:pt>
    <dgm:pt modelId="{FFEDFAAB-BBDC-4EFD-8F0E-5414942E1639}" type="pres">
      <dgm:prSet presAssocID="{92544E64-1081-4F8F-9520-4AE992A32E47}" presName="rootConnector" presStyleLbl="node2" presStyleIdx="1" presStyleCnt="2"/>
      <dgm:spPr/>
    </dgm:pt>
    <dgm:pt modelId="{EDF895B1-FE6D-4FF9-BE67-5889568CA701}" type="pres">
      <dgm:prSet presAssocID="{92544E64-1081-4F8F-9520-4AE992A32E47}" presName="hierChild4" presStyleCnt="0"/>
      <dgm:spPr/>
    </dgm:pt>
    <dgm:pt modelId="{E5702ADB-D4BC-4C0C-A132-6104D66177A1}" type="pres">
      <dgm:prSet presAssocID="{377E7FEB-17AA-4039-AEFD-986AC028F0B5}" presName="Name37" presStyleLbl="parChTrans1D3" presStyleIdx="1" presStyleCnt="2"/>
      <dgm:spPr/>
    </dgm:pt>
    <dgm:pt modelId="{E9F23359-7F2A-4FA6-8D46-8A0D49027946}" type="pres">
      <dgm:prSet presAssocID="{8308FAC5-7F13-4081-8129-5AABA65B72B1}" presName="hierRoot2" presStyleCnt="0">
        <dgm:presLayoutVars>
          <dgm:hierBranch val="init"/>
        </dgm:presLayoutVars>
      </dgm:prSet>
      <dgm:spPr/>
    </dgm:pt>
    <dgm:pt modelId="{08E4E642-A61C-4FAD-AB6F-52C2C35FEDA2}" type="pres">
      <dgm:prSet presAssocID="{8308FAC5-7F13-4081-8129-5AABA65B72B1}" presName="rootComposite" presStyleCnt="0"/>
      <dgm:spPr/>
    </dgm:pt>
    <dgm:pt modelId="{F2C1956B-5AB4-41AE-BD0B-E4904116B450}" type="pres">
      <dgm:prSet presAssocID="{8308FAC5-7F13-4081-8129-5AABA65B72B1}" presName="rootText" presStyleLbl="node3" presStyleIdx="1" presStyleCnt="2">
        <dgm:presLayoutVars>
          <dgm:chPref val="3"/>
        </dgm:presLayoutVars>
      </dgm:prSet>
      <dgm:spPr/>
    </dgm:pt>
    <dgm:pt modelId="{45BE685B-D3D5-4D9B-A2EB-7E78B2F5695D}" type="pres">
      <dgm:prSet presAssocID="{8308FAC5-7F13-4081-8129-5AABA65B72B1}" presName="rootConnector" presStyleLbl="node3" presStyleIdx="1" presStyleCnt="2"/>
      <dgm:spPr/>
    </dgm:pt>
    <dgm:pt modelId="{A8D0D304-5A3B-4F2B-ABEA-7BB1F8838E09}" type="pres">
      <dgm:prSet presAssocID="{8308FAC5-7F13-4081-8129-5AABA65B72B1}" presName="hierChild4" presStyleCnt="0"/>
      <dgm:spPr/>
    </dgm:pt>
    <dgm:pt modelId="{C02EAA33-D12C-411B-B6BE-551D2655EF6A}" type="pres">
      <dgm:prSet presAssocID="{8308FAC5-7F13-4081-8129-5AABA65B72B1}" presName="hierChild5" presStyleCnt="0"/>
      <dgm:spPr/>
    </dgm:pt>
    <dgm:pt modelId="{1911BCC9-9EB6-4487-9F44-A3A380057CF9}" type="pres">
      <dgm:prSet presAssocID="{92544E64-1081-4F8F-9520-4AE992A32E47}" presName="hierChild5" presStyleCnt="0"/>
      <dgm:spPr/>
    </dgm:pt>
    <dgm:pt modelId="{AF6159D5-E57E-4D66-844B-BA4215C91AF0}" type="pres">
      <dgm:prSet presAssocID="{056CF497-FC3C-403F-93A0-204CF19EA120}" presName="hierChild3" presStyleCnt="0"/>
      <dgm:spPr/>
    </dgm:pt>
  </dgm:ptLst>
  <dgm:cxnLst>
    <dgm:cxn modelId="{96751C11-4DB6-4045-AE2D-D27233FCBF71}" type="presOf" srcId="{A5C2DC07-8EC5-4198-8911-93ACF8723898}" destId="{5E2A53C4-A394-4B2D-81AE-4047341DFECD}" srcOrd="0" destOrd="0" presId="urn:microsoft.com/office/officeart/2005/8/layout/orgChart1"/>
    <dgm:cxn modelId="{1691CD1B-7CAF-40E5-9DF6-34CEFB5BB5A6}" type="presOf" srcId="{3F3CB481-55A8-424B-9EB7-F96E69413F8F}" destId="{35707FC0-2AD9-462E-9230-6A2EFF6D57A8}" srcOrd="0" destOrd="0" presId="urn:microsoft.com/office/officeart/2005/8/layout/orgChart1"/>
    <dgm:cxn modelId="{D9B4F221-91F4-4643-A246-B3D0C4C13BBF}" type="presOf" srcId="{32A9C2A8-8B30-4462-BE95-569EA9CB4589}" destId="{2B3280BA-9CEA-4D3E-84F0-FD97C1CE13A2}" srcOrd="0" destOrd="0" presId="urn:microsoft.com/office/officeart/2005/8/layout/orgChart1"/>
    <dgm:cxn modelId="{E9246A44-9F77-43E4-9B2D-476DA59236E8}" type="presOf" srcId="{8308FAC5-7F13-4081-8129-5AABA65B72B1}" destId="{F2C1956B-5AB4-41AE-BD0B-E4904116B450}" srcOrd="0" destOrd="0" presId="urn:microsoft.com/office/officeart/2005/8/layout/orgChart1"/>
    <dgm:cxn modelId="{8A2F7755-DF22-47D2-9F7D-2EE27B4A4B6C}" type="presOf" srcId="{92544E64-1081-4F8F-9520-4AE992A32E47}" destId="{CDA50FAB-E821-4A62-B319-BB5A23203704}" srcOrd="0" destOrd="0" presId="urn:microsoft.com/office/officeart/2005/8/layout/orgChart1"/>
    <dgm:cxn modelId="{79CC4758-1521-42C2-B27D-D1F844D6E966}" type="presOf" srcId="{60DB458F-7B53-4F88-8495-A926BA665D9D}" destId="{104A7CA1-9C58-402A-9193-052420FEC732}" srcOrd="1" destOrd="0" presId="urn:microsoft.com/office/officeart/2005/8/layout/orgChart1"/>
    <dgm:cxn modelId="{28589379-35BD-434D-83A1-BC2024AF8FAF}" srcId="{056CF497-FC3C-403F-93A0-204CF19EA120}" destId="{A5C2DC07-8EC5-4198-8911-93ACF8723898}" srcOrd="0" destOrd="0" parTransId="{B477861C-3F9B-4B39-A9EB-279198D3D990}" sibTransId="{C749DF7D-B791-4D2F-B1DA-E7FC9A08B068}"/>
    <dgm:cxn modelId="{B3A5FB7C-7638-4EC1-A87B-3E7CC804915E}" type="presOf" srcId="{60DB458F-7B53-4F88-8495-A926BA665D9D}" destId="{67FACE81-8303-42AC-9341-AAA7577D3FCC}" srcOrd="0" destOrd="0" presId="urn:microsoft.com/office/officeart/2005/8/layout/orgChart1"/>
    <dgm:cxn modelId="{E34FB487-BA30-4AE5-9658-C3258F10EB4F}" srcId="{056CF497-FC3C-403F-93A0-204CF19EA120}" destId="{92544E64-1081-4F8F-9520-4AE992A32E47}" srcOrd="1" destOrd="0" parTransId="{32A9C2A8-8B30-4462-BE95-569EA9CB4589}" sibTransId="{EADA3665-A426-448F-B1F2-44DCFE1FB3DF}"/>
    <dgm:cxn modelId="{7EE77D8A-05C0-4FE5-A005-EFFFBCA6E949}" srcId="{3F3CB481-55A8-424B-9EB7-F96E69413F8F}" destId="{056CF497-FC3C-403F-93A0-204CF19EA120}" srcOrd="0" destOrd="0" parTransId="{0F294717-361E-41E7-9181-F4F89EB36C75}" sibTransId="{233F5CDB-684C-449D-B020-B08997114DF5}"/>
    <dgm:cxn modelId="{6D183199-EBEE-4945-9269-C956946646DF}" type="presOf" srcId="{377E7FEB-17AA-4039-AEFD-986AC028F0B5}" destId="{E5702ADB-D4BC-4C0C-A132-6104D66177A1}" srcOrd="0" destOrd="0" presId="urn:microsoft.com/office/officeart/2005/8/layout/orgChart1"/>
    <dgm:cxn modelId="{B8658F9A-AABB-49A5-8C9C-21B0334E598A}" srcId="{A5C2DC07-8EC5-4198-8911-93ACF8723898}" destId="{60DB458F-7B53-4F88-8495-A926BA665D9D}" srcOrd="0" destOrd="0" parTransId="{C4E8C3E9-13A2-41AC-8BCF-DB06C4E0FDF5}" sibTransId="{AE92B80F-AC12-4B01-98AE-8551AB975397}"/>
    <dgm:cxn modelId="{2BA3F9A0-7AA9-40DE-98BB-CF2EA1C7805D}" type="presOf" srcId="{A5C2DC07-8EC5-4198-8911-93ACF8723898}" destId="{3D3BAB1E-E55D-4550-A744-06BED329D747}" srcOrd="1" destOrd="0" presId="urn:microsoft.com/office/officeart/2005/8/layout/orgChart1"/>
    <dgm:cxn modelId="{25EE1EAA-96F4-48A2-94A7-0F526750B9EC}" type="presOf" srcId="{056CF497-FC3C-403F-93A0-204CF19EA120}" destId="{E6C28E0A-08CD-43A1-A655-D34B8CEE6A4A}" srcOrd="1" destOrd="0" presId="urn:microsoft.com/office/officeart/2005/8/layout/orgChart1"/>
    <dgm:cxn modelId="{9C392DAF-FB69-46C5-93F0-F82E16FAF808}" type="presOf" srcId="{92544E64-1081-4F8F-9520-4AE992A32E47}" destId="{FFEDFAAB-BBDC-4EFD-8F0E-5414942E1639}" srcOrd="1" destOrd="0" presId="urn:microsoft.com/office/officeart/2005/8/layout/orgChart1"/>
    <dgm:cxn modelId="{7B2FDEB7-5168-41A3-A7CE-5E693F949D57}" type="presOf" srcId="{8308FAC5-7F13-4081-8129-5AABA65B72B1}" destId="{45BE685B-D3D5-4D9B-A2EB-7E78B2F5695D}" srcOrd="1" destOrd="0" presId="urn:microsoft.com/office/officeart/2005/8/layout/orgChart1"/>
    <dgm:cxn modelId="{B418CCC3-FDE8-494F-B812-3241D49648D2}" type="presOf" srcId="{C4E8C3E9-13A2-41AC-8BCF-DB06C4E0FDF5}" destId="{662EBCC2-16A9-46A1-B8E2-5A40BAEC8CD6}" srcOrd="0" destOrd="0" presId="urn:microsoft.com/office/officeart/2005/8/layout/orgChart1"/>
    <dgm:cxn modelId="{071D4AD9-26C9-4653-85FC-5F49D4253F3E}" type="presOf" srcId="{B477861C-3F9B-4B39-A9EB-279198D3D990}" destId="{33BF16EB-3000-4738-8878-CEFEFFBA14CA}" srcOrd="0" destOrd="0" presId="urn:microsoft.com/office/officeart/2005/8/layout/orgChart1"/>
    <dgm:cxn modelId="{E47F85E1-AE23-4AC9-B660-575174F51784}" type="presOf" srcId="{056CF497-FC3C-403F-93A0-204CF19EA120}" destId="{DE055C67-CA99-4F0C-86B6-A81D1BCAA585}" srcOrd="0" destOrd="0" presId="urn:microsoft.com/office/officeart/2005/8/layout/orgChart1"/>
    <dgm:cxn modelId="{603235E4-3337-4E1F-8F7F-3677B03B4E87}" srcId="{92544E64-1081-4F8F-9520-4AE992A32E47}" destId="{8308FAC5-7F13-4081-8129-5AABA65B72B1}" srcOrd="0" destOrd="0" parTransId="{377E7FEB-17AA-4039-AEFD-986AC028F0B5}" sibTransId="{FD17EB7C-196E-49F3-92DD-F9C6DE1EE138}"/>
    <dgm:cxn modelId="{73C002CD-6C20-40F3-B915-C25E61A97BB3}" type="presParOf" srcId="{35707FC0-2AD9-462E-9230-6A2EFF6D57A8}" destId="{1EAF1C7F-16A2-41E8-842E-20290CE5AF1A}" srcOrd="0" destOrd="0" presId="urn:microsoft.com/office/officeart/2005/8/layout/orgChart1"/>
    <dgm:cxn modelId="{B7EA1424-1C54-417C-8260-302C74BEE312}" type="presParOf" srcId="{1EAF1C7F-16A2-41E8-842E-20290CE5AF1A}" destId="{4DEB6430-B587-41B0-9FB2-E0B5EB74DAE6}" srcOrd="0" destOrd="0" presId="urn:microsoft.com/office/officeart/2005/8/layout/orgChart1"/>
    <dgm:cxn modelId="{19C38121-3814-497D-ADA9-7FCD502791D8}" type="presParOf" srcId="{4DEB6430-B587-41B0-9FB2-E0B5EB74DAE6}" destId="{DE055C67-CA99-4F0C-86B6-A81D1BCAA585}" srcOrd="0" destOrd="0" presId="urn:microsoft.com/office/officeart/2005/8/layout/orgChart1"/>
    <dgm:cxn modelId="{47ABA51C-E656-4132-B1A0-1C0A6C751454}" type="presParOf" srcId="{4DEB6430-B587-41B0-9FB2-E0B5EB74DAE6}" destId="{E6C28E0A-08CD-43A1-A655-D34B8CEE6A4A}" srcOrd="1" destOrd="0" presId="urn:microsoft.com/office/officeart/2005/8/layout/orgChart1"/>
    <dgm:cxn modelId="{28056C3A-DA6B-42B0-8267-DE83F3E12346}" type="presParOf" srcId="{1EAF1C7F-16A2-41E8-842E-20290CE5AF1A}" destId="{F3BBB634-7275-4EAA-9345-E91A74EB7FC1}" srcOrd="1" destOrd="0" presId="urn:microsoft.com/office/officeart/2005/8/layout/orgChart1"/>
    <dgm:cxn modelId="{5BFD1159-E0C3-4AE0-A57A-639E5E9C0D51}" type="presParOf" srcId="{F3BBB634-7275-4EAA-9345-E91A74EB7FC1}" destId="{33BF16EB-3000-4738-8878-CEFEFFBA14CA}" srcOrd="0" destOrd="0" presId="urn:microsoft.com/office/officeart/2005/8/layout/orgChart1"/>
    <dgm:cxn modelId="{0CD76134-A695-4637-B19A-2A6785FE52FE}" type="presParOf" srcId="{F3BBB634-7275-4EAA-9345-E91A74EB7FC1}" destId="{55729B52-7CFD-4E57-88CF-799F2CB3A4C5}" srcOrd="1" destOrd="0" presId="urn:microsoft.com/office/officeart/2005/8/layout/orgChart1"/>
    <dgm:cxn modelId="{4C7FF3F8-1909-4D8A-9DE5-48CAA977A996}" type="presParOf" srcId="{55729B52-7CFD-4E57-88CF-799F2CB3A4C5}" destId="{7A8E2B73-4987-43FC-806B-8C7F7A75606E}" srcOrd="0" destOrd="0" presId="urn:microsoft.com/office/officeart/2005/8/layout/orgChart1"/>
    <dgm:cxn modelId="{D4638FA8-2A8A-48B1-9E7E-990B9F55FA37}" type="presParOf" srcId="{7A8E2B73-4987-43FC-806B-8C7F7A75606E}" destId="{5E2A53C4-A394-4B2D-81AE-4047341DFECD}" srcOrd="0" destOrd="0" presId="urn:microsoft.com/office/officeart/2005/8/layout/orgChart1"/>
    <dgm:cxn modelId="{BF75BFEF-C2AD-46A5-BFE4-7DAC87B3B7CE}" type="presParOf" srcId="{7A8E2B73-4987-43FC-806B-8C7F7A75606E}" destId="{3D3BAB1E-E55D-4550-A744-06BED329D747}" srcOrd="1" destOrd="0" presId="urn:microsoft.com/office/officeart/2005/8/layout/orgChart1"/>
    <dgm:cxn modelId="{4D6EAF74-6802-49E9-8C37-F79EA836FD20}" type="presParOf" srcId="{55729B52-7CFD-4E57-88CF-799F2CB3A4C5}" destId="{E7DFE9B0-0448-4403-A3F7-E187DD62C8F1}" srcOrd="1" destOrd="0" presId="urn:microsoft.com/office/officeart/2005/8/layout/orgChart1"/>
    <dgm:cxn modelId="{E172678F-D29B-4946-A912-10D47B9C51A0}" type="presParOf" srcId="{E7DFE9B0-0448-4403-A3F7-E187DD62C8F1}" destId="{662EBCC2-16A9-46A1-B8E2-5A40BAEC8CD6}" srcOrd="0" destOrd="0" presId="urn:microsoft.com/office/officeart/2005/8/layout/orgChart1"/>
    <dgm:cxn modelId="{23830A5E-BFA0-4425-8378-BE8CF425CB14}" type="presParOf" srcId="{E7DFE9B0-0448-4403-A3F7-E187DD62C8F1}" destId="{E1F04B7F-3082-4757-8BA2-7B24C4EE8EFE}" srcOrd="1" destOrd="0" presId="urn:microsoft.com/office/officeart/2005/8/layout/orgChart1"/>
    <dgm:cxn modelId="{4D4BFCA3-D6F5-4358-831D-46C8E80E2C17}" type="presParOf" srcId="{E1F04B7F-3082-4757-8BA2-7B24C4EE8EFE}" destId="{49C8CBF4-6FF6-45E9-BB2F-6CB2F1353393}" srcOrd="0" destOrd="0" presId="urn:microsoft.com/office/officeart/2005/8/layout/orgChart1"/>
    <dgm:cxn modelId="{63471148-8F94-4B7E-A329-B46ABB7913AF}" type="presParOf" srcId="{49C8CBF4-6FF6-45E9-BB2F-6CB2F1353393}" destId="{67FACE81-8303-42AC-9341-AAA7577D3FCC}" srcOrd="0" destOrd="0" presId="urn:microsoft.com/office/officeart/2005/8/layout/orgChart1"/>
    <dgm:cxn modelId="{263BE2B7-DFE3-4595-81D3-00CA82BD7DA0}" type="presParOf" srcId="{49C8CBF4-6FF6-45E9-BB2F-6CB2F1353393}" destId="{104A7CA1-9C58-402A-9193-052420FEC732}" srcOrd="1" destOrd="0" presId="urn:microsoft.com/office/officeart/2005/8/layout/orgChart1"/>
    <dgm:cxn modelId="{43114704-4EE2-439C-A451-5F398E1B81D0}" type="presParOf" srcId="{E1F04B7F-3082-4757-8BA2-7B24C4EE8EFE}" destId="{461FE0F2-B4A3-4854-8421-55336789F335}" srcOrd="1" destOrd="0" presId="urn:microsoft.com/office/officeart/2005/8/layout/orgChart1"/>
    <dgm:cxn modelId="{09C53323-665B-4933-AEDC-B7087B8F9D8F}" type="presParOf" srcId="{E1F04B7F-3082-4757-8BA2-7B24C4EE8EFE}" destId="{26D3C509-6237-4816-8BD4-243EC3612E75}" srcOrd="2" destOrd="0" presId="urn:microsoft.com/office/officeart/2005/8/layout/orgChart1"/>
    <dgm:cxn modelId="{10DD9AE6-BB54-4FDB-BC77-E45424E81028}" type="presParOf" srcId="{55729B52-7CFD-4E57-88CF-799F2CB3A4C5}" destId="{FDEBB2A5-5C10-47A6-AC75-8CCA0BC93442}" srcOrd="2" destOrd="0" presId="urn:microsoft.com/office/officeart/2005/8/layout/orgChart1"/>
    <dgm:cxn modelId="{C0C3D408-42B4-451A-A2BC-F947C6A04753}" type="presParOf" srcId="{F3BBB634-7275-4EAA-9345-E91A74EB7FC1}" destId="{2B3280BA-9CEA-4D3E-84F0-FD97C1CE13A2}" srcOrd="2" destOrd="0" presId="urn:microsoft.com/office/officeart/2005/8/layout/orgChart1"/>
    <dgm:cxn modelId="{35BE6308-9ACF-453F-B96C-742EB9E51299}" type="presParOf" srcId="{F3BBB634-7275-4EAA-9345-E91A74EB7FC1}" destId="{BBFF3153-D2C6-4080-BA31-F8BCF954A802}" srcOrd="3" destOrd="0" presId="urn:microsoft.com/office/officeart/2005/8/layout/orgChart1"/>
    <dgm:cxn modelId="{6C997475-9F6C-4A54-9A1D-C0DA7C07341B}" type="presParOf" srcId="{BBFF3153-D2C6-4080-BA31-F8BCF954A802}" destId="{800E9822-4336-4B8E-92B5-1F8A46D34168}" srcOrd="0" destOrd="0" presId="urn:microsoft.com/office/officeart/2005/8/layout/orgChart1"/>
    <dgm:cxn modelId="{257B49BF-C8A6-4A5E-B0BE-31059C310A72}" type="presParOf" srcId="{800E9822-4336-4B8E-92B5-1F8A46D34168}" destId="{CDA50FAB-E821-4A62-B319-BB5A23203704}" srcOrd="0" destOrd="0" presId="urn:microsoft.com/office/officeart/2005/8/layout/orgChart1"/>
    <dgm:cxn modelId="{914D7022-C15F-45FA-9DEB-1111FB91B98A}" type="presParOf" srcId="{800E9822-4336-4B8E-92B5-1F8A46D34168}" destId="{FFEDFAAB-BBDC-4EFD-8F0E-5414942E1639}" srcOrd="1" destOrd="0" presId="urn:microsoft.com/office/officeart/2005/8/layout/orgChart1"/>
    <dgm:cxn modelId="{663C964E-2CEF-4029-A461-397772F64525}" type="presParOf" srcId="{BBFF3153-D2C6-4080-BA31-F8BCF954A802}" destId="{EDF895B1-FE6D-4FF9-BE67-5889568CA701}" srcOrd="1" destOrd="0" presId="urn:microsoft.com/office/officeart/2005/8/layout/orgChart1"/>
    <dgm:cxn modelId="{E1DDAF00-5E26-42C7-AF6C-641555151CEA}" type="presParOf" srcId="{EDF895B1-FE6D-4FF9-BE67-5889568CA701}" destId="{E5702ADB-D4BC-4C0C-A132-6104D66177A1}" srcOrd="0" destOrd="0" presId="urn:microsoft.com/office/officeart/2005/8/layout/orgChart1"/>
    <dgm:cxn modelId="{8025D42F-A2C0-4B4B-996E-3BA5CD6C0785}" type="presParOf" srcId="{EDF895B1-FE6D-4FF9-BE67-5889568CA701}" destId="{E9F23359-7F2A-4FA6-8D46-8A0D49027946}" srcOrd="1" destOrd="0" presId="urn:microsoft.com/office/officeart/2005/8/layout/orgChart1"/>
    <dgm:cxn modelId="{126F5483-DD58-4FA8-A6FC-92C988D3E095}" type="presParOf" srcId="{E9F23359-7F2A-4FA6-8D46-8A0D49027946}" destId="{08E4E642-A61C-4FAD-AB6F-52C2C35FEDA2}" srcOrd="0" destOrd="0" presId="urn:microsoft.com/office/officeart/2005/8/layout/orgChart1"/>
    <dgm:cxn modelId="{37E762F3-10EF-4639-B621-4E451BF1B098}" type="presParOf" srcId="{08E4E642-A61C-4FAD-AB6F-52C2C35FEDA2}" destId="{F2C1956B-5AB4-41AE-BD0B-E4904116B450}" srcOrd="0" destOrd="0" presId="urn:microsoft.com/office/officeart/2005/8/layout/orgChart1"/>
    <dgm:cxn modelId="{504FBFDF-E01C-498B-AE56-C7379755899D}" type="presParOf" srcId="{08E4E642-A61C-4FAD-AB6F-52C2C35FEDA2}" destId="{45BE685B-D3D5-4D9B-A2EB-7E78B2F5695D}" srcOrd="1" destOrd="0" presId="urn:microsoft.com/office/officeart/2005/8/layout/orgChart1"/>
    <dgm:cxn modelId="{8668A357-961E-41F2-AB44-84039457EEEC}" type="presParOf" srcId="{E9F23359-7F2A-4FA6-8D46-8A0D49027946}" destId="{A8D0D304-5A3B-4F2B-ABEA-7BB1F8838E09}" srcOrd="1" destOrd="0" presId="urn:microsoft.com/office/officeart/2005/8/layout/orgChart1"/>
    <dgm:cxn modelId="{4076A7A9-AA19-4978-91B5-3D21333CF47E}" type="presParOf" srcId="{E9F23359-7F2A-4FA6-8D46-8A0D49027946}" destId="{C02EAA33-D12C-411B-B6BE-551D2655EF6A}" srcOrd="2" destOrd="0" presId="urn:microsoft.com/office/officeart/2005/8/layout/orgChart1"/>
    <dgm:cxn modelId="{BD9E4203-A0F8-4F12-AEE7-516D2C952380}" type="presParOf" srcId="{BBFF3153-D2C6-4080-BA31-F8BCF954A802}" destId="{1911BCC9-9EB6-4487-9F44-A3A380057CF9}" srcOrd="2" destOrd="0" presId="urn:microsoft.com/office/officeart/2005/8/layout/orgChart1"/>
    <dgm:cxn modelId="{11C5A85C-13F3-4E2B-AA6D-43FFD7CF4E1C}" type="presParOf" srcId="{1EAF1C7F-16A2-41E8-842E-20290CE5AF1A}" destId="{AF6159D5-E57E-4D66-844B-BA4215C91A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065F3E-7A39-473E-81A7-A03BA80FDE7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51C06DA-6558-42B1-AA7F-46B5B941B6D5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gm:t>
    </dgm:pt>
    <dgm:pt modelId="{3306415B-C3F3-4504-AB43-3A646DA61CAD}" type="parTrans" cxnId="{5718582E-F54F-4098-A0FA-579B27C6B3DC}">
      <dgm:prSet/>
      <dgm:spPr/>
    </dgm:pt>
    <dgm:pt modelId="{28DE63CB-75B1-49A7-8643-4FB75D94B489}" type="sibTrans" cxnId="{5718582E-F54F-4098-A0FA-579B27C6B3DC}">
      <dgm:prSet/>
      <dgm:spPr/>
      <dgm:t>
        <a:bodyPr/>
        <a:lstStyle/>
        <a:p>
          <a:endParaRPr kumimoji="1" lang="ja-JP" altLang="en-US"/>
        </a:p>
      </dgm:t>
    </dgm:pt>
    <dgm:pt modelId="{48355C64-C2D9-495A-AB1A-C45636E08A84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gm:t>
    </dgm:pt>
    <dgm:pt modelId="{CB8B23C3-AA11-4498-B071-D0FAC279E6A0}" type="parTrans" cxnId="{0CFDE35B-3E8E-4175-84AC-F9ADF327B237}">
      <dgm:prSet/>
      <dgm:spPr/>
    </dgm:pt>
    <dgm:pt modelId="{32D53BC4-DE55-4513-84EB-3052B6E0A922}" type="sibTrans" cxnId="{0CFDE35B-3E8E-4175-84AC-F9ADF327B237}">
      <dgm:prSet/>
      <dgm:spPr/>
      <dgm:t>
        <a:bodyPr/>
        <a:lstStyle/>
        <a:p>
          <a:endParaRPr kumimoji="1" lang="ja-JP" altLang="en-US"/>
        </a:p>
      </dgm:t>
    </dgm:pt>
    <dgm:pt modelId="{DFD3E83A-AF01-4F93-AB22-4A6DA030EF5E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gm:t>
    </dgm:pt>
    <dgm:pt modelId="{B576779C-2C2D-46D4-B698-A22ED488D868}" type="parTrans" cxnId="{CC3AD123-FFA3-4FD3-B9CF-D90D721572F9}">
      <dgm:prSet/>
      <dgm:spPr/>
    </dgm:pt>
    <dgm:pt modelId="{49F478E7-C6FA-421D-B922-1E6F81D81750}" type="sibTrans" cxnId="{CC3AD123-FFA3-4FD3-B9CF-D90D721572F9}">
      <dgm:prSet/>
      <dgm:spPr/>
      <dgm:t>
        <a:bodyPr/>
        <a:lstStyle/>
        <a:p>
          <a:endParaRPr kumimoji="1" lang="ja-JP" altLang="en-US"/>
        </a:p>
      </dgm:t>
    </dgm:pt>
    <dgm:pt modelId="{E06C6B2A-0F00-4437-9212-3F194AA8434C}">
      <dgm:prSet phldrT="[テキスト]" custT="1"/>
      <dgm:spPr>
        <a:solidFill>
          <a:srgbClr val="69D3BC"/>
        </a:solidFill>
        <a:ln/>
      </dgm:spPr>
      <dgm:t>
        <a:bodyPr/>
        <a:lstStyle/>
        <a:p>
          <a:r>
            <a:rPr kumimoji="1" lang="ja-JP" altLang="en-US" sz="20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gm:t>
    </dgm:pt>
    <dgm:pt modelId="{4773D584-32F0-4670-8AD9-87D0F8FA847D}" type="parTrans" cxnId="{74A5F66A-0203-44D9-9077-6C0A028B6FFA}">
      <dgm:prSet/>
      <dgm:spPr/>
    </dgm:pt>
    <dgm:pt modelId="{F420E497-FCAF-4F89-9D47-627D8EB7626C}" type="sibTrans" cxnId="{74A5F66A-0203-44D9-9077-6C0A028B6FFA}">
      <dgm:prSet/>
      <dgm:spPr/>
    </dgm:pt>
    <dgm:pt modelId="{F44787C2-4927-446F-BC49-750C59FE696C}" type="pres">
      <dgm:prSet presAssocID="{1F065F3E-7A39-473E-81A7-A03BA80FDE78}" presName="Name0" presStyleCnt="0">
        <dgm:presLayoutVars>
          <dgm:dir/>
          <dgm:resizeHandles val="exact"/>
        </dgm:presLayoutVars>
      </dgm:prSet>
      <dgm:spPr/>
    </dgm:pt>
    <dgm:pt modelId="{2844769D-E67C-48BC-9350-FD5F03D0D108}" type="pres">
      <dgm:prSet presAssocID="{851C06DA-6558-42B1-AA7F-46B5B941B6D5}" presName="node" presStyleLbl="node1" presStyleIdx="0" presStyleCnt="4">
        <dgm:presLayoutVars>
          <dgm:bulletEnabled val="1"/>
        </dgm:presLayoutVars>
      </dgm:prSet>
      <dgm:spPr/>
    </dgm:pt>
    <dgm:pt modelId="{92A3F701-41FB-45CC-8D65-782F66BEEF7A}" type="pres">
      <dgm:prSet presAssocID="{28DE63CB-75B1-49A7-8643-4FB75D94B489}" presName="sibTrans" presStyleLbl="sibTrans2D1" presStyleIdx="0" presStyleCnt="3"/>
      <dgm:spPr/>
    </dgm:pt>
    <dgm:pt modelId="{60CCE846-8124-48C5-8056-86D203FF9614}" type="pres">
      <dgm:prSet presAssocID="{28DE63CB-75B1-49A7-8643-4FB75D94B489}" presName="connectorText" presStyleLbl="sibTrans2D1" presStyleIdx="0" presStyleCnt="3"/>
      <dgm:spPr/>
    </dgm:pt>
    <dgm:pt modelId="{73DE4AEB-5753-422B-9002-D7E9C8FFFB0C}" type="pres">
      <dgm:prSet presAssocID="{48355C64-C2D9-495A-AB1A-C45636E08A84}" presName="node" presStyleLbl="node1" presStyleIdx="1" presStyleCnt="4">
        <dgm:presLayoutVars>
          <dgm:bulletEnabled val="1"/>
        </dgm:presLayoutVars>
      </dgm:prSet>
      <dgm:spPr/>
    </dgm:pt>
    <dgm:pt modelId="{3D11248F-9BAD-4122-B741-77F0A8E53112}" type="pres">
      <dgm:prSet presAssocID="{32D53BC4-DE55-4513-84EB-3052B6E0A922}" presName="sibTrans" presStyleLbl="sibTrans2D1" presStyleIdx="1" presStyleCnt="3"/>
      <dgm:spPr/>
    </dgm:pt>
    <dgm:pt modelId="{DE2ECF5B-FE46-4622-9FBC-99B5DA51FE02}" type="pres">
      <dgm:prSet presAssocID="{32D53BC4-DE55-4513-84EB-3052B6E0A922}" presName="connectorText" presStyleLbl="sibTrans2D1" presStyleIdx="1" presStyleCnt="3"/>
      <dgm:spPr/>
    </dgm:pt>
    <dgm:pt modelId="{4EB61B2D-3466-462D-9FF6-A8F1E6B02A4A}" type="pres">
      <dgm:prSet presAssocID="{DFD3E83A-AF01-4F93-AB22-4A6DA030EF5E}" presName="node" presStyleLbl="node1" presStyleIdx="2" presStyleCnt="4">
        <dgm:presLayoutVars>
          <dgm:bulletEnabled val="1"/>
        </dgm:presLayoutVars>
      </dgm:prSet>
      <dgm:spPr/>
    </dgm:pt>
    <dgm:pt modelId="{AC27CD3A-68FA-4F1D-890B-A51815AD118D}" type="pres">
      <dgm:prSet presAssocID="{49F478E7-C6FA-421D-B922-1E6F81D81750}" presName="sibTrans" presStyleLbl="sibTrans2D1" presStyleIdx="2" presStyleCnt="3"/>
      <dgm:spPr/>
    </dgm:pt>
    <dgm:pt modelId="{37DB1684-B3CC-41D9-9E49-B8E465F1CDE2}" type="pres">
      <dgm:prSet presAssocID="{49F478E7-C6FA-421D-B922-1E6F81D81750}" presName="connectorText" presStyleLbl="sibTrans2D1" presStyleIdx="2" presStyleCnt="3"/>
      <dgm:spPr/>
    </dgm:pt>
    <dgm:pt modelId="{5C80B80C-DC3F-4E47-A138-7D2C69D27B59}" type="pres">
      <dgm:prSet presAssocID="{E06C6B2A-0F00-4437-9212-3F194AA8434C}" presName="node" presStyleLbl="node1" presStyleIdx="3" presStyleCnt="4">
        <dgm:presLayoutVars>
          <dgm:bulletEnabled val="1"/>
        </dgm:presLayoutVars>
      </dgm:prSet>
      <dgm:spPr/>
    </dgm:pt>
  </dgm:ptLst>
  <dgm:cxnLst>
    <dgm:cxn modelId="{4F800320-7FBA-4F0A-961F-1137057E8728}" type="presOf" srcId="{32D53BC4-DE55-4513-84EB-3052B6E0A922}" destId="{DE2ECF5B-FE46-4622-9FBC-99B5DA51FE02}" srcOrd="1" destOrd="0" presId="urn:microsoft.com/office/officeart/2005/8/layout/process1"/>
    <dgm:cxn modelId="{8660FB21-7C9F-4D2C-B4BA-D3F1AD8D4011}" type="presOf" srcId="{48355C64-C2D9-495A-AB1A-C45636E08A84}" destId="{73DE4AEB-5753-422B-9002-D7E9C8FFFB0C}" srcOrd="0" destOrd="0" presId="urn:microsoft.com/office/officeart/2005/8/layout/process1"/>
    <dgm:cxn modelId="{CC3AD123-FFA3-4FD3-B9CF-D90D721572F9}" srcId="{1F065F3E-7A39-473E-81A7-A03BA80FDE78}" destId="{DFD3E83A-AF01-4F93-AB22-4A6DA030EF5E}" srcOrd="2" destOrd="0" parTransId="{B576779C-2C2D-46D4-B698-A22ED488D868}" sibTransId="{49F478E7-C6FA-421D-B922-1E6F81D81750}"/>
    <dgm:cxn modelId="{E2B3C824-D4C6-4E4D-8133-7F10AF62235A}" type="presOf" srcId="{DFD3E83A-AF01-4F93-AB22-4A6DA030EF5E}" destId="{4EB61B2D-3466-462D-9FF6-A8F1E6B02A4A}" srcOrd="0" destOrd="0" presId="urn:microsoft.com/office/officeart/2005/8/layout/process1"/>
    <dgm:cxn modelId="{27212E2B-C918-47D9-BCD0-1C2ABF3B65A1}" type="presOf" srcId="{32D53BC4-DE55-4513-84EB-3052B6E0A922}" destId="{3D11248F-9BAD-4122-B741-77F0A8E53112}" srcOrd="0" destOrd="0" presId="urn:microsoft.com/office/officeart/2005/8/layout/process1"/>
    <dgm:cxn modelId="{5B9EAE2D-4C58-47B3-99CC-6021D9CB6BDE}" type="presOf" srcId="{851C06DA-6558-42B1-AA7F-46B5B941B6D5}" destId="{2844769D-E67C-48BC-9350-FD5F03D0D108}" srcOrd="0" destOrd="0" presId="urn:microsoft.com/office/officeart/2005/8/layout/process1"/>
    <dgm:cxn modelId="{5718582E-F54F-4098-A0FA-579B27C6B3DC}" srcId="{1F065F3E-7A39-473E-81A7-A03BA80FDE78}" destId="{851C06DA-6558-42B1-AA7F-46B5B941B6D5}" srcOrd="0" destOrd="0" parTransId="{3306415B-C3F3-4504-AB43-3A646DA61CAD}" sibTransId="{28DE63CB-75B1-49A7-8643-4FB75D94B489}"/>
    <dgm:cxn modelId="{0CFDE35B-3E8E-4175-84AC-F9ADF327B237}" srcId="{1F065F3E-7A39-473E-81A7-A03BA80FDE78}" destId="{48355C64-C2D9-495A-AB1A-C45636E08A84}" srcOrd="1" destOrd="0" parTransId="{CB8B23C3-AA11-4498-B071-D0FAC279E6A0}" sibTransId="{32D53BC4-DE55-4513-84EB-3052B6E0A922}"/>
    <dgm:cxn modelId="{03DA004A-FB80-4B05-A718-98467B01E656}" type="presOf" srcId="{49F478E7-C6FA-421D-B922-1E6F81D81750}" destId="{37DB1684-B3CC-41D9-9E49-B8E465F1CDE2}" srcOrd="1" destOrd="0" presId="urn:microsoft.com/office/officeart/2005/8/layout/process1"/>
    <dgm:cxn modelId="{74A5F66A-0203-44D9-9077-6C0A028B6FFA}" srcId="{1F065F3E-7A39-473E-81A7-A03BA80FDE78}" destId="{E06C6B2A-0F00-4437-9212-3F194AA8434C}" srcOrd="3" destOrd="0" parTransId="{4773D584-32F0-4670-8AD9-87D0F8FA847D}" sibTransId="{F420E497-FCAF-4F89-9D47-627D8EB7626C}"/>
    <dgm:cxn modelId="{9BBFDC59-5162-4DF7-A5BD-3EDCE06B332D}" type="presOf" srcId="{49F478E7-C6FA-421D-B922-1E6F81D81750}" destId="{AC27CD3A-68FA-4F1D-890B-A51815AD118D}" srcOrd="0" destOrd="0" presId="urn:microsoft.com/office/officeart/2005/8/layout/process1"/>
    <dgm:cxn modelId="{A73B4C81-F5AD-429F-B81E-F10990DC1446}" type="presOf" srcId="{28DE63CB-75B1-49A7-8643-4FB75D94B489}" destId="{60CCE846-8124-48C5-8056-86D203FF9614}" srcOrd="1" destOrd="0" presId="urn:microsoft.com/office/officeart/2005/8/layout/process1"/>
    <dgm:cxn modelId="{1EE18DAA-51D1-4C2B-9F5D-001AE180EA4D}" type="presOf" srcId="{28DE63CB-75B1-49A7-8643-4FB75D94B489}" destId="{92A3F701-41FB-45CC-8D65-782F66BEEF7A}" srcOrd="0" destOrd="0" presId="urn:microsoft.com/office/officeart/2005/8/layout/process1"/>
    <dgm:cxn modelId="{2D4F3DAE-FF86-4189-97A8-C4A7C2D236F1}" type="presOf" srcId="{E06C6B2A-0F00-4437-9212-3F194AA8434C}" destId="{5C80B80C-DC3F-4E47-A138-7D2C69D27B59}" srcOrd="0" destOrd="0" presId="urn:microsoft.com/office/officeart/2005/8/layout/process1"/>
    <dgm:cxn modelId="{01E2E2FA-6FB7-40FD-8F2D-53FBDBE5CD8C}" type="presOf" srcId="{1F065F3E-7A39-473E-81A7-A03BA80FDE78}" destId="{F44787C2-4927-446F-BC49-750C59FE696C}" srcOrd="0" destOrd="0" presId="urn:microsoft.com/office/officeart/2005/8/layout/process1"/>
    <dgm:cxn modelId="{24BE0D86-669C-4096-A5E2-BE181278805D}" type="presParOf" srcId="{F44787C2-4927-446F-BC49-750C59FE696C}" destId="{2844769D-E67C-48BC-9350-FD5F03D0D108}" srcOrd="0" destOrd="0" presId="urn:microsoft.com/office/officeart/2005/8/layout/process1"/>
    <dgm:cxn modelId="{BBB008E6-B68F-4AFE-B1EA-010901EC30F0}" type="presParOf" srcId="{F44787C2-4927-446F-BC49-750C59FE696C}" destId="{92A3F701-41FB-45CC-8D65-782F66BEEF7A}" srcOrd="1" destOrd="0" presId="urn:microsoft.com/office/officeart/2005/8/layout/process1"/>
    <dgm:cxn modelId="{586AF84F-51D9-45C7-885E-A4E0033CBD01}" type="presParOf" srcId="{92A3F701-41FB-45CC-8D65-782F66BEEF7A}" destId="{60CCE846-8124-48C5-8056-86D203FF9614}" srcOrd="0" destOrd="0" presId="urn:microsoft.com/office/officeart/2005/8/layout/process1"/>
    <dgm:cxn modelId="{C35F119E-BAC3-4B6E-ACB8-2EAA96E77321}" type="presParOf" srcId="{F44787C2-4927-446F-BC49-750C59FE696C}" destId="{73DE4AEB-5753-422B-9002-D7E9C8FFFB0C}" srcOrd="2" destOrd="0" presId="urn:microsoft.com/office/officeart/2005/8/layout/process1"/>
    <dgm:cxn modelId="{6C6F8714-7504-4630-98E8-430B70E42408}" type="presParOf" srcId="{F44787C2-4927-446F-BC49-750C59FE696C}" destId="{3D11248F-9BAD-4122-B741-77F0A8E53112}" srcOrd="3" destOrd="0" presId="urn:microsoft.com/office/officeart/2005/8/layout/process1"/>
    <dgm:cxn modelId="{16A90AFC-8534-44D5-BBC5-65FA3F1A5095}" type="presParOf" srcId="{3D11248F-9BAD-4122-B741-77F0A8E53112}" destId="{DE2ECF5B-FE46-4622-9FBC-99B5DA51FE02}" srcOrd="0" destOrd="0" presId="urn:microsoft.com/office/officeart/2005/8/layout/process1"/>
    <dgm:cxn modelId="{E72E79DB-F130-499C-B18A-B25BE19BDB64}" type="presParOf" srcId="{F44787C2-4927-446F-BC49-750C59FE696C}" destId="{4EB61B2D-3466-462D-9FF6-A8F1E6B02A4A}" srcOrd="4" destOrd="0" presId="urn:microsoft.com/office/officeart/2005/8/layout/process1"/>
    <dgm:cxn modelId="{74C8F31C-8DE8-4A9B-A250-4899CB9B94C5}" type="presParOf" srcId="{F44787C2-4927-446F-BC49-750C59FE696C}" destId="{AC27CD3A-68FA-4F1D-890B-A51815AD118D}" srcOrd="5" destOrd="0" presId="urn:microsoft.com/office/officeart/2005/8/layout/process1"/>
    <dgm:cxn modelId="{1887BC97-5BA5-4EA5-A751-4AF25EF71156}" type="presParOf" srcId="{AC27CD3A-68FA-4F1D-890B-A51815AD118D}" destId="{37DB1684-B3CC-41D9-9E49-B8E465F1CDE2}" srcOrd="0" destOrd="0" presId="urn:microsoft.com/office/officeart/2005/8/layout/process1"/>
    <dgm:cxn modelId="{ED9BCC06-D6B8-4973-8D19-03B712B5604F}" type="presParOf" srcId="{F44787C2-4927-446F-BC49-750C59FE696C}" destId="{5C80B80C-DC3F-4E47-A138-7D2C69D27B5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02ADB-D4BC-4C0C-A132-6104D66177A1}">
      <dsp:nvSpPr>
        <dsp:cNvPr id="0" name=""/>
        <dsp:cNvSpPr/>
      </dsp:nvSpPr>
      <dsp:spPr>
        <a:xfrm>
          <a:off x="5546501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280BA-9CEA-4D3E-84F0-FD97C1CE13A2}">
      <dsp:nvSpPr>
        <dsp:cNvPr id="0" name=""/>
        <dsp:cNvSpPr/>
      </dsp:nvSpPr>
      <dsp:spPr>
        <a:xfrm>
          <a:off x="513214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233"/>
              </a:lnTo>
              <a:lnTo>
                <a:pt x="1222869" y="212233"/>
              </a:lnTo>
              <a:lnTo>
                <a:pt x="1222869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2EBCC2-16A9-46A1-B8E2-5A40BAEC8CD6}">
      <dsp:nvSpPr>
        <dsp:cNvPr id="0" name=""/>
        <dsp:cNvSpPr/>
      </dsp:nvSpPr>
      <dsp:spPr>
        <a:xfrm>
          <a:off x="3100762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BF16EB-3000-4738-8878-CEFEFFBA14CA}">
      <dsp:nvSpPr>
        <dsp:cNvPr id="0" name=""/>
        <dsp:cNvSpPr/>
      </dsp:nvSpPr>
      <dsp:spPr>
        <a:xfrm>
          <a:off x="390927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1222869" y="0"/>
              </a:moveTo>
              <a:lnTo>
                <a:pt x="1222869" y="212233"/>
              </a:lnTo>
              <a:lnTo>
                <a:pt x="0" y="212233"/>
              </a:lnTo>
              <a:lnTo>
                <a:pt x="0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55C67-CA99-4F0C-86B6-A81D1BCAA585}">
      <dsp:nvSpPr>
        <dsp:cNvPr id="0" name=""/>
        <dsp:cNvSpPr/>
      </dsp:nvSpPr>
      <dsp:spPr>
        <a:xfrm>
          <a:off x="4121505" y="2678"/>
          <a:ext cx="2021271" cy="1010635"/>
        </a:xfrm>
        <a:prstGeom prst="rect">
          <a:avLst/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sp:txBody>
      <dsp:txXfrm>
        <a:off x="4121505" y="2678"/>
        <a:ext cx="2021271" cy="1010635"/>
      </dsp:txXfrm>
    </dsp:sp>
    <dsp:sp modelId="{5E2A53C4-A394-4B2D-81AE-4047341DFECD}">
      <dsp:nvSpPr>
        <dsp:cNvPr id="0" name=""/>
        <dsp:cNvSpPr/>
      </dsp:nvSpPr>
      <dsp:spPr>
        <a:xfrm>
          <a:off x="2898635" y="1437782"/>
          <a:ext cx="2021271" cy="1010635"/>
        </a:xfrm>
        <a:prstGeom prst="rect">
          <a:avLst/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sp:txBody>
      <dsp:txXfrm>
        <a:off x="2898635" y="1437782"/>
        <a:ext cx="2021271" cy="1010635"/>
      </dsp:txXfrm>
    </dsp:sp>
    <dsp:sp modelId="{67FACE81-8303-42AC-9341-AAA7577D3FCC}">
      <dsp:nvSpPr>
        <dsp:cNvPr id="0" name=""/>
        <dsp:cNvSpPr/>
      </dsp:nvSpPr>
      <dsp:spPr>
        <a:xfrm>
          <a:off x="3403953" y="2872885"/>
          <a:ext cx="2021271" cy="1010635"/>
        </a:xfrm>
        <a:prstGeom prst="rect">
          <a:avLst/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sp:txBody>
      <dsp:txXfrm>
        <a:off x="3403953" y="2872885"/>
        <a:ext cx="2021271" cy="1010635"/>
      </dsp:txXfrm>
    </dsp:sp>
    <dsp:sp modelId="{CDA50FAB-E821-4A62-B319-BB5A23203704}">
      <dsp:nvSpPr>
        <dsp:cNvPr id="0" name=""/>
        <dsp:cNvSpPr/>
      </dsp:nvSpPr>
      <dsp:spPr>
        <a:xfrm>
          <a:off x="5344374" y="1437782"/>
          <a:ext cx="2021271" cy="1010635"/>
        </a:xfrm>
        <a:prstGeom prst="rect">
          <a:avLst/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sp:txBody>
      <dsp:txXfrm>
        <a:off x="5344374" y="1437782"/>
        <a:ext cx="2021271" cy="1010635"/>
      </dsp:txXfrm>
    </dsp:sp>
    <dsp:sp modelId="{F2C1956B-5AB4-41AE-BD0B-E4904116B450}">
      <dsp:nvSpPr>
        <dsp:cNvPr id="0" name=""/>
        <dsp:cNvSpPr/>
      </dsp:nvSpPr>
      <dsp:spPr>
        <a:xfrm>
          <a:off x="5849692" y="2872885"/>
          <a:ext cx="2021271" cy="1010635"/>
        </a:xfrm>
        <a:prstGeom prst="rect">
          <a:avLst/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sp:txBody>
      <dsp:txXfrm>
        <a:off x="5849692" y="2872885"/>
        <a:ext cx="2021271" cy="1010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4769D-E67C-48BC-9350-FD5F03D0D108}">
      <dsp:nvSpPr>
        <dsp:cNvPr id="0" name=""/>
        <dsp:cNvSpPr/>
      </dsp:nvSpPr>
      <dsp:spPr>
        <a:xfrm>
          <a:off x="4732" y="871473"/>
          <a:ext cx="2069256" cy="1241553"/>
        </a:xfrm>
        <a:prstGeom prst="roundRect">
          <a:avLst>
            <a:gd name="adj" fmla="val 10000"/>
          </a:avLst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sp:txBody>
      <dsp:txXfrm>
        <a:off x="41096" y="907837"/>
        <a:ext cx="1996528" cy="1168825"/>
      </dsp:txXfrm>
    </dsp:sp>
    <dsp:sp modelId="{92A3F701-41FB-45CC-8D65-782F66BEEF7A}">
      <dsp:nvSpPr>
        <dsp:cNvPr id="0" name=""/>
        <dsp:cNvSpPr/>
      </dsp:nvSpPr>
      <dsp:spPr>
        <a:xfrm>
          <a:off x="2280915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2280915" y="1338297"/>
        <a:ext cx="307077" cy="307905"/>
      </dsp:txXfrm>
    </dsp:sp>
    <dsp:sp modelId="{73DE4AEB-5753-422B-9002-D7E9C8FFFB0C}">
      <dsp:nvSpPr>
        <dsp:cNvPr id="0" name=""/>
        <dsp:cNvSpPr/>
      </dsp:nvSpPr>
      <dsp:spPr>
        <a:xfrm>
          <a:off x="2901692" y="871473"/>
          <a:ext cx="2069256" cy="1241553"/>
        </a:xfrm>
        <a:prstGeom prst="roundRect">
          <a:avLst>
            <a:gd name="adj" fmla="val 10000"/>
          </a:avLst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sp:txBody>
      <dsp:txXfrm>
        <a:off x="2938056" y="907837"/>
        <a:ext cx="1996528" cy="1168825"/>
      </dsp:txXfrm>
    </dsp:sp>
    <dsp:sp modelId="{3D11248F-9BAD-4122-B741-77F0A8E53112}">
      <dsp:nvSpPr>
        <dsp:cNvPr id="0" name=""/>
        <dsp:cNvSpPr/>
      </dsp:nvSpPr>
      <dsp:spPr>
        <a:xfrm>
          <a:off x="5177874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177874" y="1338297"/>
        <a:ext cx="307077" cy="307905"/>
      </dsp:txXfrm>
    </dsp:sp>
    <dsp:sp modelId="{4EB61B2D-3466-462D-9FF6-A8F1E6B02A4A}">
      <dsp:nvSpPr>
        <dsp:cNvPr id="0" name=""/>
        <dsp:cNvSpPr/>
      </dsp:nvSpPr>
      <dsp:spPr>
        <a:xfrm>
          <a:off x="5798651" y="871473"/>
          <a:ext cx="2069256" cy="1241553"/>
        </a:xfrm>
        <a:prstGeom prst="roundRect">
          <a:avLst>
            <a:gd name="adj" fmla="val 10000"/>
          </a:avLst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sp:txBody>
      <dsp:txXfrm>
        <a:off x="5835015" y="907837"/>
        <a:ext cx="1996528" cy="1168825"/>
      </dsp:txXfrm>
    </dsp:sp>
    <dsp:sp modelId="{AC27CD3A-68FA-4F1D-890B-A51815AD118D}">
      <dsp:nvSpPr>
        <dsp:cNvPr id="0" name=""/>
        <dsp:cNvSpPr/>
      </dsp:nvSpPr>
      <dsp:spPr>
        <a:xfrm>
          <a:off x="8074833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8074833" y="1338297"/>
        <a:ext cx="307077" cy="307905"/>
      </dsp:txXfrm>
    </dsp:sp>
    <dsp:sp modelId="{5C80B80C-DC3F-4E47-A138-7D2C69D27B59}">
      <dsp:nvSpPr>
        <dsp:cNvPr id="0" name=""/>
        <dsp:cNvSpPr/>
      </dsp:nvSpPr>
      <dsp:spPr>
        <a:xfrm>
          <a:off x="8695610" y="871473"/>
          <a:ext cx="2069256" cy="1241553"/>
        </a:xfrm>
        <a:prstGeom prst="roundRect">
          <a:avLst>
            <a:gd name="adj" fmla="val 10000"/>
          </a:avLst>
        </a:prstGeom>
        <a:solidFill>
          <a:srgbClr val="69D3BC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152F3B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sp:txBody>
      <dsp:txXfrm>
        <a:off x="8731974" y="907837"/>
        <a:ext cx="1996528" cy="116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672CA-3B57-45A1-A332-229669825ADF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E08D6-FBBA-4D3A-B1A3-6ED3CA652D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641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操作確認用サンプル </a:t>
            </a:r>
            <a:r>
              <a:rPr kumimoji="1" lang="en-US" altLang="ja-JP"/>
              <a:t>/ AI</a:t>
            </a:r>
            <a:r>
              <a:rPr kumimoji="1" lang="ja-JP" altLang="en-US"/>
              <a:t>未使用
問いに対して、根拠と具体例を順番に示します。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E08D6-FBBA-4D3A-B1A3-6ED3CA652D7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102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架空の動作確認用データ
違いを読み取る </a:t>
            </a:r>
            <a:r>
              <a:rPr kumimoji="1" lang="en-US" altLang="ja-JP"/>
              <a:t>— </a:t>
            </a:r>
            <a:r>
              <a:rPr kumimoji="1" lang="ja-JP" altLang="en-US"/>
              <a:t>同じ単位の値を並べ、比較する対象を明確にします。
条件を添える </a:t>
            </a:r>
            <a:r>
              <a:rPr kumimoji="1" lang="en-US" altLang="ja-JP"/>
              <a:t>— </a:t>
            </a:r>
            <a:r>
              <a:rPr kumimoji="1" lang="ja-JP" altLang="en-US"/>
              <a:t>期間・単位・出典を示し、誤解を防ぎます。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E08D6-FBBA-4D3A-B1A3-6ED3CA652D7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918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中心の問い </a:t>
            </a:r>
            <a:r>
              <a:rPr kumimoji="1" lang="en-US" altLang="ja-JP"/>
              <a:t>— </a:t>
            </a:r>
            <a:r>
              <a:rPr kumimoji="1" lang="ja-JP" altLang="en-US"/>
              <a:t>「中心の問い」を分かりやすく示すための説明例です。
根拠 </a:t>
            </a:r>
            <a:r>
              <a:rPr kumimoji="1" lang="en-US" altLang="ja-JP"/>
              <a:t>— </a:t>
            </a:r>
            <a:r>
              <a:rPr kumimoji="1" lang="ja-JP" altLang="en-US"/>
              <a:t>「根拠」を分かりやすく示すための説明例です。
説明 </a:t>
            </a:r>
            <a:r>
              <a:rPr kumimoji="1" lang="en-US" altLang="ja-JP"/>
              <a:t>— </a:t>
            </a:r>
            <a:r>
              <a:rPr kumimoji="1" lang="ja-JP" altLang="en-US"/>
              <a:t>「説明」を分かりやすく示すための説明例です。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E08D6-FBBA-4D3A-B1A3-6ED3CA652D7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068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何を伝えるか
具体例 </a:t>
            </a:r>
            <a:r>
              <a:rPr kumimoji="1" lang="en-US" altLang="ja-JP"/>
              <a:t>— </a:t>
            </a:r>
            <a:r>
              <a:rPr kumimoji="1" lang="ja-JP" altLang="en-US"/>
              <a:t>身近な例で示す
読み取り </a:t>
            </a:r>
            <a:r>
              <a:rPr kumimoji="1" lang="en-US" altLang="ja-JP"/>
              <a:t>— </a:t>
            </a:r>
            <a:r>
              <a:rPr kumimoji="1" lang="ja-JP" altLang="en-US"/>
              <a:t>規則を見つける
まとめ </a:t>
            </a:r>
            <a:r>
              <a:rPr kumimoji="1" lang="en-US" altLang="ja-JP"/>
              <a:t>— </a:t>
            </a:r>
            <a:r>
              <a:rPr kumimoji="1" lang="ja-JP" altLang="en-US"/>
              <a:t>問いへの答え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E08D6-FBBA-4D3A-B1A3-6ED3CA652D7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489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この等式は最初の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個の奇数の和の公式。</a:t>
            </a:r>
            <a:r>
              <a:rPr kumimoji="1" lang="en-US" altLang="ja-JP"/>
              <a:t>n=1</a:t>
            </a:r>
            <a:r>
              <a:rPr kumimoji="1" lang="ja-JP" altLang="en-US"/>
              <a:t>で成立し、</a:t>
            </a:r>
            <a:r>
              <a:rPr kumimoji="1" lang="en-US" altLang="ja-JP"/>
              <a:t>n²+(2n+1)=(n+1)²</a:t>
            </a:r>
            <a:r>
              <a:rPr kumimoji="1" lang="ja-JP" altLang="en-US"/>
              <a:t>で帰納的に確認できます。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</a:t>
            </a:r>
            <a:r>
              <a:rPr kumimoji="1" lang="en-US" altLang="ja-JP"/>
              <a:t>n = 3 </a:t>
            </a:r>
            <a:r>
              <a:rPr kumimoji="1" lang="ja-JP" altLang="en-US"/>
              <a:t>の例 </a:t>
            </a:r>
            <a:r>
              <a:rPr kumimoji="1" lang="en-US" altLang="ja-JP"/>
              <a:t>— 1 + 3 + 5 = 9 = 3²
</a:t>
            </a:r>
            <a:r>
              <a:rPr kumimoji="1" lang="ja-JP" altLang="en-US"/>
              <a:t>説明と証明を区別 </a:t>
            </a:r>
            <a:r>
              <a:rPr kumimoji="1" lang="en-US" altLang="ja-JP"/>
              <a:t>— </a:t>
            </a:r>
            <a:r>
              <a:rPr kumimoji="1" lang="ja-JP" altLang="en-US"/>
              <a:t>一例の確認だけでは、すべての</a:t>
            </a:r>
            <a:r>
              <a:rPr kumimoji="1" lang="en-US" altLang="ja-JP"/>
              <a:t>n</a:t>
            </a:r>
            <a:r>
              <a:rPr kumimoji="1" lang="ja-JP" altLang="en-US"/>
              <a:t>で成り立つ証明にはなりません。
</a:t>
            </a:r>
            <a:r>
              <a:rPr kumimoji="1" lang="en-US" altLang="ja-JP"/>
              <a:t>1 + 3 + 5 + … + (2n − 1) = n²
</a:t>
            </a:r>
            <a:r>
              <a:rPr kumimoji="1" lang="ja-JP" altLang="en-US"/>
              <a:t>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個の奇数の和は</a:t>
            </a:r>
            <a:r>
              <a:rPr kumimoji="1" lang="en-US" altLang="ja-JP"/>
              <a:t>n²</a:t>
            </a:r>
            <a:r>
              <a:rPr kumimoji="1" lang="ja-JP" altLang="en-US"/>
              <a:t>です。</a:t>
            </a:r>
            <a:r>
              <a:rPr kumimoji="1" lang="en-US" altLang="ja-JP"/>
              <a:t>n</a:t>
            </a:r>
            <a:r>
              <a:rPr kumimoji="1" lang="ja-JP" altLang="en-US"/>
              <a:t>は正の整数。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E08D6-FBBA-4D3A-B1A3-6ED3CA652D7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357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構成 </a:t>
            </a:r>
            <a:r>
              <a:rPr kumimoji="1" lang="en-US" altLang="ja-JP"/>
              <a:t>— </a:t>
            </a:r>
            <a:r>
              <a:rPr kumimoji="1" lang="ja-JP" altLang="en-US"/>
              <a:t>「構成」を分かりやすく示すための説明例です。
見やすさ </a:t>
            </a:r>
            <a:r>
              <a:rPr kumimoji="1" lang="en-US" altLang="ja-JP"/>
              <a:t>— </a:t>
            </a:r>
            <a:r>
              <a:rPr kumimoji="1" lang="ja-JP" altLang="en-US"/>
              <a:t>「見やすさ」を分かりやすく示すための説明例です。
正確さ </a:t>
            </a:r>
            <a:r>
              <a:rPr kumimoji="1" lang="en-US" altLang="ja-JP"/>
              <a:t>— </a:t>
            </a:r>
            <a:r>
              <a:rPr kumimoji="1" lang="ja-JP" altLang="en-US"/>
              <a:t>「正確さ」を分かりやすく示すための説明例です。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E08D6-FBBA-4D3A-B1A3-6ED3CA652D7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25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45A78-5477-B5F9-02D9-02A173065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7092EC-CC0E-E348-EFFB-D4A2D4E86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526910-4F22-E64C-275A-744BDC83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596DE-881A-A6E1-3EA3-0C571939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25017-F85C-7B29-6D2A-CD5EAB36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17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799F8-106F-7FDA-F5F5-68286079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1E1ABF-2AB3-137A-656A-55511E2C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F2622D-3A91-3E8D-DF58-DD4A10CC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5624B0-68B0-0771-C277-E8A14677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AC558-4224-50F5-ABE2-6EBC4019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359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B822E-D76C-F794-1E9F-8CC4F20D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4C40C2-49EC-D9A3-F7CF-6DA888671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83AA74-8640-0938-F635-F352547F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ABD35E-A442-ED0F-B83C-4A40A157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6D9697-A5EC-D502-2CA1-65BC791A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67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E29CC9-7BCF-CF6D-7362-0502599C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F409BA-A6E1-659D-8CF5-057A1C928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847B06-3E58-0D35-77F8-3D4E4E53D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5E6AF5-A86E-7C44-D39D-96F9666D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DD547A-5E79-8236-B4B3-CC2A98D1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2C3DA7-9DC1-071C-8676-BED30A63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804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CC753E-B6F9-41F2-1588-9EE0DE5F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6142F-A899-199C-AF90-7D20CA562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098C06-B8F6-7830-51D0-C62A620E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F7C66D-3DFB-966C-C0E5-CCF75FAD7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128F1D-C455-6BCB-0078-A38E73B54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DDA1C17-AF74-EED5-2A42-2032DAC1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DCE8064-67E5-59A8-BA79-A9D15F12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F01289-161B-6DD2-BB34-91B931B6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06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6439A-93DC-B23B-AF0F-5A79BCAD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EB4BE0-CE1D-7242-7A18-F57AE230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10C007-1451-DA0A-6569-98C24B53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F1A68E-3C4C-5DC0-4022-F7D7993E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99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7D464F-FD8F-C099-6ACA-FFF8A935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6A6F5DA-4741-48C3-EA75-5D515AB7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4CEF57-5666-A852-F72D-4B37C340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51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8A2FF-836D-0639-F344-3A78E176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774181-EC2C-C9C1-AB55-11AC5DAF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2C127C-BA26-47D6-05CB-0EBF70346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C1C304-C83A-6B15-A69C-361F40E99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F59C0-602B-2561-5BAD-1E342E1F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EE4E09-DA51-4474-AAC8-7F0D88BA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0E024-4F46-BE9A-48F2-5DFD04326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10F632-331C-829F-6714-7120BD099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BD835E-27F2-3F79-4012-F23A18609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1A60B9-327A-8EA3-7A8F-6E01D8D8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82F162-04AA-17DA-65A7-81EB8075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D0D156-D0E4-6741-DC3F-AC8790C4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14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81514D-AF86-644A-C61C-1FC30319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3CFA9-1372-4DB2-16AD-8E43FF3DC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43509-24CE-6A24-AC20-4E449CAA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0675E1-D49B-5DCA-9C7A-3CB96772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B15523-56C4-CCA6-5E5C-0AE0A3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96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0F498FE-1950-B4DA-71D0-ECD97EA63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58E663-A62A-5E6D-1C38-4F4DFAF9D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1B1AA6-60D4-3A63-F86C-F34B28AA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9E9B75-1C17-C4E5-04B1-521A1A01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D6851E-95CB-1C54-C333-99A6587A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74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9F6679-DB1D-845B-E910-6F6A58AC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F2FAE2-525E-5EAF-822A-57B1EE8A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C1456-D379-CD09-5EB4-7CCFF4397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5E8CA-A0A2-49BF-8403-38ACBBF55A75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3AB44C-ACE9-3457-4F05-6D1D947D8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E590A8-C320-BC68-FD2C-10A60F06E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2C371-09DA-4555-AA66-FFC75F714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68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A195A6-3A70-6C10-AC78-0A2FC72418DC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6EF72C-C659-3A5E-31C4-ECF123E160C1}"/>
              </a:ext>
            </a:extLst>
          </p:cNvPr>
          <p:cNvSpPr txBox="1"/>
          <p:nvPr/>
        </p:nvSpPr>
        <p:spPr>
          <a:xfrm>
            <a:off x="838200" y="1676400"/>
            <a:ext cx="10033000" cy="226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42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サンプルを体験する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00209E0-67B6-F8EC-07FB-C66F0A5FF203}"/>
              </a:ext>
            </a:extLst>
          </p:cNvPr>
          <p:cNvCxnSpPr/>
          <p:nvPr/>
        </p:nvCxnSpPr>
        <p:spPr>
          <a:xfrm>
            <a:off x="863600" y="4178300"/>
            <a:ext cx="914400" cy="0"/>
          </a:xfrm>
          <a:prstGeom prst="line">
            <a:avLst/>
          </a:prstGeom>
          <a:ln w="1270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051DBA-CEFE-C5BF-36CB-A19D0D9197C2}"/>
              </a:ext>
            </a:extLst>
          </p:cNvPr>
          <p:cNvSpPr txBox="1"/>
          <p:nvPr/>
        </p:nvSpPr>
        <p:spPr>
          <a:xfrm>
            <a:off x="863600" y="4546600"/>
            <a:ext cx="97536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3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操作確認用サンプル </a:t>
            </a:r>
            <a:r>
              <a:rPr kumimoji="1" lang="en-US" altLang="ja-JP" sz="23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9EFE42B-F958-B068-8B31-D48535323F0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BCE3F6-D952-8F1B-1041-BCF06C4D048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6</a:t>
            </a:r>
            <a:endParaRPr kumimoji="1" lang="ja-JP" altLang="en-US" sz="1000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62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2D7B6D-3C72-4BDB-7D4F-594F96BD726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数値の違いを図で伝える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B2102D1-56B5-077D-C2F7-3C75639D68C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FB09316-B52C-D464-E21C-7DDFD4F70B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5539855"/>
              </p:ext>
            </p:extLst>
          </p:nvPr>
        </p:nvGraphicFramePr>
        <p:xfrm>
          <a:off x="685800" y="2057400"/>
          <a:ext cx="7289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B02DBF-8BAE-5F3A-9FBA-8DDD575B7110}"/>
              </a:ext>
            </a:extLst>
          </p:cNvPr>
          <p:cNvSpPr txBox="1"/>
          <p:nvPr/>
        </p:nvSpPr>
        <p:spPr>
          <a:xfrm>
            <a:off x="685800" y="5588000"/>
            <a:ext cx="728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架空の動作確認用データ。資料の分析結果ではありません。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38B10B-0020-DB0E-F96E-39D6E7D1F0C2}"/>
              </a:ext>
            </a:extLst>
          </p:cNvPr>
          <p:cNvSpPr/>
          <p:nvPr/>
        </p:nvSpPr>
        <p:spPr>
          <a:xfrm>
            <a:off x="8394700" y="1993900"/>
            <a:ext cx="38100" cy="36703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B46170-B866-89E1-6AFE-5D8D78B2F01A}"/>
              </a:ext>
            </a:extLst>
          </p:cNvPr>
          <p:cNvSpPr txBox="1"/>
          <p:nvPr/>
        </p:nvSpPr>
        <p:spPr>
          <a:xfrm>
            <a:off x="8699500" y="2006600"/>
            <a:ext cx="27686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違いを読み取る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56F486-A94F-EBD7-876E-EE6B611F92C2}"/>
              </a:ext>
            </a:extLst>
          </p:cNvPr>
          <p:cNvSpPr txBox="1"/>
          <p:nvPr/>
        </p:nvSpPr>
        <p:spPr>
          <a:xfrm>
            <a:off x="8699500" y="2768600"/>
            <a:ext cx="27686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同じ単位の値を並べ、比
較する対象を明確にしま
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9B952CC-5AF3-FA47-0026-84FF00529966}"/>
              </a:ext>
            </a:extLst>
          </p:cNvPr>
          <p:cNvCxnSpPr/>
          <p:nvPr/>
        </p:nvCxnSpPr>
        <p:spPr>
          <a:xfrm>
            <a:off x="8699500" y="3702050"/>
            <a:ext cx="2768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65319E0-82A3-9F79-867F-0243DE8733CC}"/>
              </a:ext>
            </a:extLst>
          </p:cNvPr>
          <p:cNvSpPr txBox="1"/>
          <p:nvPr/>
        </p:nvSpPr>
        <p:spPr>
          <a:xfrm>
            <a:off x="8699500" y="3854450"/>
            <a:ext cx="27686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条件を添える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A03EDE-5A6B-74A7-ECF9-336CC4EF0F0B}"/>
              </a:ext>
            </a:extLst>
          </p:cNvPr>
          <p:cNvSpPr txBox="1"/>
          <p:nvPr/>
        </p:nvSpPr>
        <p:spPr>
          <a:xfrm>
            <a:off x="8699500" y="4616450"/>
            <a:ext cx="27686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期間・単位・出典を示し
、誤解を防ぎます。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E7A3D8E-B750-F86C-A63D-84990EF4B5E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E8A6BD-51F5-2E48-52ED-BC34AE689B2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6</a:t>
            </a:r>
            <a:endParaRPr kumimoji="1" lang="ja-JP" altLang="en-US" sz="1000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206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096E38-BD4D-F9E4-167B-EEDE469666A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情報の関係を見える形にする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542B715-912D-461A-E4C8-FBE00D1CE18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B660AF3-D50B-7DFB-273B-2DBB17387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9977595"/>
              </p:ext>
            </p:extLst>
          </p:nvPr>
        </p:nvGraphicFramePr>
        <p:xfrm>
          <a:off x="711200" y="1866900"/>
          <a:ext cx="1076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4F6E227-0619-BCC4-0B36-EB6A52D16CC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341EF8-E5D6-317C-84A2-FB305930C61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6</a:t>
            </a:r>
            <a:endParaRPr kumimoji="1" lang="ja-JP" altLang="en-US" sz="1000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1151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1705B4-4C65-D110-EE2E-FF6D0C51524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説明を組み立てる順序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66DCA3A-CD0A-F57B-77C9-D8525F34754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D808490-5987-CAA1-F649-CC8A9FC7EC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876161"/>
              </p:ext>
            </p:extLst>
          </p:nvPr>
        </p:nvGraphicFramePr>
        <p:xfrm>
          <a:off x="711200" y="2108200"/>
          <a:ext cx="10769600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BCDA48-25D9-855A-7E50-837FDDF60980}"/>
              </a:ext>
            </a:extLst>
          </p:cNvPr>
          <p:cNvSpPr txBox="1"/>
          <p:nvPr/>
        </p:nvSpPr>
        <p:spPr>
          <a:xfrm>
            <a:off x="736600" y="5397500"/>
            <a:ext cx="1071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問いに対して、根拠と具体例を順番に示します。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168D866-271D-441B-4D66-116E7FAC2AA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EB39FF-4E65-5F55-C86F-A089AC0CE97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6</a:t>
            </a:r>
            <a:endParaRPr kumimoji="1" lang="ja-JP" altLang="en-US" sz="1000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4814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16ADDE-D0BD-325E-6897-35397BD6607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具体例から規則を見つける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DCEB317-ED80-1A52-770B-1D596A2456C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036F5A-789C-F139-C78B-CE484A1B69CD}"/>
              </a:ext>
            </a:extLst>
          </p:cNvPr>
          <p:cNvSpPr/>
          <p:nvPr/>
        </p:nvSpPr>
        <p:spPr>
          <a:xfrm>
            <a:off x="711200" y="2159000"/>
            <a:ext cx="5994400" cy="35052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BB8AE3-37FE-DE94-1378-DB0338CA9621}"/>
              </a:ext>
            </a:extLst>
          </p:cNvPr>
          <p:cNvSpPr txBox="1"/>
          <p:nvPr/>
        </p:nvSpPr>
        <p:spPr>
          <a:xfrm>
            <a:off x="1079500" y="2921000"/>
            <a:ext cx="5257800" cy="181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pt-BR" altLang="ja-JP" sz="2400" b="1">
                <a:solidFill>
                  <a:srgbClr val="69D3B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+ … + (2n − 1)
= n²</a:t>
            </a:r>
            <a:endParaRPr kumimoji="1" lang="ja-JP" altLang="en-US" sz="2400" b="1">
              <a:solidFill>
                <a:srgbClr val="69D3B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9A5EE8-A509-A677-C698-519A13E31BFE}"/>
              </a:ext>
            </a:extLst>
          </p:cNvPr>
          <p:cNvSpPr txBox="1"/>
          <p:nvPr/>
        </p:nvSpPr>
        <p:spPr>
          <a:xfrm>
            <a:off x="7315200" y="21971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69D3B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69D3B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0E34C9A-D096-8D82-A6EC-1051F6C612FD}"/>
              </a:ext>
            </a:extLst>
          </p:cNvPr>
          <p:cNvSpPr txBox="1"/>
          <p:nvPr/>
        </p:nvSpPr>
        <p:spPr>
          <a:xfrm>
            <a:off x="7848600" y="2197100"/>
            <a:ext cx="36068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 = 3 </a:t>
            </a: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の例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247D04-05EF-BF73-BCA7-AC2DDDEC3D24}"/>
              </a:ext>
            </a:extLst>
          </p:cNvPr>
          <p:cNvSpPr txBox="1"/>
          <p:nvPr/>
        </p:nvSpPr>
        <p:spPr>
          <a:xfrm>
            <a:off x="7848600" y="2959100"/>
            <a:ext cx="3606800" cy="768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 = 3²</a:t>
            </a:r>
            <a:endParaRPr kumimoji="1" lang="ja-JP" altLang="en-US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90F8E5A-FAC0-7138-09F8-F1604FFA340C}"/>
              </a:ext>
            </a:extLst>
          </p:cNvPr>
          <p:cNvCxnSpPr/>
          <p:nvPr/>
        </p:nvCxnSpPr>
        <p:spPr>
          <a:xfrm>
            <a:off x="7848600" y="3765550"/>
            <a:ext cx="36068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71BF44-EF5B-B0DF-04EC-BBD72F0B5960}"/>
              </a:ext>
            </a:extLst>
          </p:cNvPr>
          <p:cNvSpPr txBox="1"/>
          <p:nvPr/>
        </p:nvSpPr>
        <p:spPr>
          <a:xfrm>
            <a:off x="7315200" y="39179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69D3B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69D3B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D3826D9-D167-870A-79E4-B9328AF354F8}"/>
              </a:ext>
            </a:extLst>
          </p:cNvPr>
          <p:cNvSpPr txBox="1"/>
          <p:nvPr/>
        </p:nvSpPr>
        <p:spPr>
          <a:xfrm>
            <a:off x="7848600" y="3917950"/>
            <a:ext cx="36068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説明と証明を区別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14ED84-9E56-9D27-620C-3EFF4A0E6E45}"/>
              </a:ext>
            </a:extLst>
          </p:cNvPr>
          <p:cNvSpPr txBox="1"/>
          <p:nvPr/>
        </p:nvSpPr>
        <p:spPr>
          <a:xfrm>
            <a:off x="7848600" y="4679950"/>
            <a:ext cx="3606800" cy="768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一例の確認だけでは、すべての</a:t>
            </a:r>
            <a:r>
              <a:rPr kumimoji="1" lang="en-US" altLang="ja-JP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
</a:t>
            </a: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で成り立つ証明にはなりません。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A27A039-5026-4CF8-05DD-9B3C7C8377DE}"/>
              </a:ext>
            </a:extLst>
          </p:cNvPr>
          <p:cNvSpPr txBox="1"/>
          <p:nvPr/>
        </p:nvSpPr>
        <p:spPr>
          <a:xfrm>
            <a:off x="977900" y="5067300"/>
            <a:ext cx="546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個の奇数の和は</a:t>
            </a:r>
            <a:r>
              <a:rPr kumimoji="1" lang="en-US" altLang="ja-JP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n²</a:t>
            </a:r>
            <a:r>
              <a:rPr kumimoji="1" lang="ja-JP" altLang="en-US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です。</a:t>
            </a:r>
            <a:r>
              <a:rPr kumimoji="1" lang="en-US" altLang="ja-JP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は正の整数。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0D78CD2-E6D9-E9B4-18C5-1954C681F2A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846424E-F4D5-E4E6-5740-F31CEB0EAA2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6</a:t>
            </a:r>
            <a:endParaRPr kumimoji="1" lang="ja-JP" altLang="en-US" sz="1000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413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9C7496-1840-AEC0-0BF5-03D41B1DF8E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確認したいポイント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9508E26-29C9-1442-F479-C370F8BF9C9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94E55F-66EA-831B-1EE6-0810E439290A}"/>
              </a:ext>
            </a:extLst>
          </p:cNvPr>
          <p:cNvSpPr txBox="1"/>
          <p:nvPr/>
        </p:nvSpPr>
        <p:spPr>
          <a:xfrm>
            <a:off x="838200" y="20828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69D3B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69D3B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34D7DB-8B75-B2A1-AD33-D339E32FB9C9}"/>
              </a:ext>
            </a:extLst>
          </p:cNvPr>
          <p:cNvSpPr txBox="1"/>
          <p:nvPr/>
        </p:nvSpPr>
        <p:spPr>
          <a:xfrm>
            <a:off x="1371600" y="2082800"/>
            <a:ext cx="9956800" cy="5880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31C62-CAF3-80D7-972A-B9F985072518}"/>
              </a:ext>
            </a:extLst>
          </p:cNvPr>
          <p:cNvSpPr txBox="1"/>
          <p:nvPr/>
        </p:nvSpPr>
        <p:spPr>
          <a:xfrm>
            <a:off x="1371600" y="2734395"/>
            <a:ext cx="9956800" cy="4363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「構成」を分かりやすく示すための説明例です。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FFB81DE-5D2E-2DB6-DE17-3A9DF5894C6B}"/>
              </a:ext>
            </a:extLst>
          </p:cNvPr>
          <p:cNvCxnSpPr/>
          <p:nvPr/>
        </p:nvCxnSpPr>
        <p:spPr>
          <a:xfrm>
            <a:off x="1371600" y="3208867"/>
            <a:ext cx="99568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C202F8-2897-1E81-8C62-A34DC4A2B25E}"/>
              </a:ext>
            </a:extLst>
          </p:cNvPr>
          <p:cNvSpPr txBox="1"/>
          <p:nvPr/>
        </p:nvSpPr>
        <p:spPr>
          <a:xfrm>
            <a:off x="838200" y="3361267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69D3B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69D3B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6ADFB5-F31B-70BC-D182-944CB120FD6C}"/>
              </a:ext>
            </a:extLst>
          </p:cNvPr>
          <p:cNvSpPr txBox="1"/>
          <p:nvPr/>
        </p:nvSpPr>
        <p:spPr>
          <a:xfrm>
            <a:off x="1371600" y="3361267"/>
            <a:ext cx="9956800" cy="5880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見やすさ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6DA557-D6D7-DAA3-1B13-6EF85CBCE9FC}"/>
              </a:ext>
            </a:extLst>
          </p:cNvPr>
          <p:cNvSpPr txBox="1"/>
          <p:nvPr/>
        </p:nvSpPr>
        <p:spPr>
          <a:xfrm>
            <a:off x="1371600" y="4012861"/>
            <a:ext cx="9956800" cy="4363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「見やすさ」を分かりやすく示すための説明例です。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C3216C3-20E6-6CF4-B54A-17C645688B9A}"/>
              </a:ext>
            </a:extLst>
          </p:cNvPr>
          <p:cNvCxnSpPr/>
          <p:nvPr/>
        </p:nvCxnSpPr>
        <p:spPr>
          <a:xfrm>
            <a:off x="1371600" y="4487333"/>
            <a:ext cx="99568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8E950C-0B85-AB90-5472-43099E31BF3B}"/>
              </a:ext>
            </a:extLst>
          </p:cNvPr>
          <p:cNvSpPr txBox="1"/>
          <p:nvPr/>
        </p:nvSpPr>
        <p:spPr>
          <a:xfrm>
            <a:off x="838200" y="4639733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69D3B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69D3B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5129F6C-459E-6767-0E40-CA832782E736}"/>
              </a:ext>
            </a:extLst>
          </p:cNvPr>
          <p:cNvSpPr txBox="1"/>
          <p:nvPr/>
        </p:nvSpPr>
        <p:spPr>
          <a:xfrm>
            <a:off x="1371600" y="4639733"/>
            <a:ext cx="9956800" cy="5880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F6F8F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正確さ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D7FDBE-02D1-4B48-7683-DFB69AEE24AE}"/>
              </a:ext>
            </a:extLst>
          </p:cNvPr>
          <p:cNvSpPr txBox="1"/>
          <p:nvPr/>
        </p:nvSpPr>
        <p:spPr>
          <a:xfrm>
            <a:off x="1371600" y="5291328"/>
            <a:ext cx="9956800" cy="4363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「正確さ」を分かりやすく示すための説明例です。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5210DDD-1C04-A5D2-2604-C0D5DD4BCBA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C49124D-A017-A2B1-008E-06B4AC2E7F8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B9CBCD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6</a:t>
            </a:r>
            <a:endParaRPr kumimoji="1" lang="ja-JP" altLang="en-US" sz="1000">
              <a:solidFill>
                <a:srgbClr val="B9CBCD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531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ユーザー設定</PresentationFormat>
  <Paragraphs>58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2026-09-21T14:21:20Z</dcterms:created>
  <dcterms:modified xsi:type="dcterms:W3CDTF">2026-09-21T14:21:20Z</dcterms:modified>
</cp:coreProperties>
</file>