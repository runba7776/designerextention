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12EC7-7F09-408C-943E-05DD86ECB4E5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26B7B7-22BB-46D7-8E7B-EBB024AF3D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4829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親しみのある教科書体・編集できる図形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26B7B7-22BB-46D7-8E7B-EBB024AF3D8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9052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各対象の名前を色帯に置き、その下の枠に同じ高さで説明をそろえる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対象名と説明の対応をはっきりさせたい比較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75</a:t>
            </a:r>
            <a:r>
              <a:rPr kumimoji="1" lang="ja-JP" altLang="en-US"/>
              <a:t>文字。値を示す場合は単位と条件を残す。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26B7B7-22BB-46D7-8E7B-EBB024AF3D8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437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横長の長方形ごとに、左へ項目名、右へ説明を配置
用途</a:t>
            </a:r>
            <a:r>
              <a:rPr kumimoji="1" lang="en-US" altLang="ja-JP"/>
              <a:t>: </a:t>
            </a:r>
            <a:r>
              <a:rPr kumimoji="1" lang="ja-JP" altLang="en-US"/>
              <a:t>各項目の説明が少し長い箇条書きを整理するとき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項目なら説明</a:t>
            </a:r>
            <a:r>
              <a:rPr kumimoji="1" lang="en-US" altLang="ja-JP"/>
              <a:t>40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26B7B7-22BB-46D7-8E7B-EBB024AF3D8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660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上部中央に広い数式・概念、下部に具体例を横並び
用途</a:t>
            </a:r>
            <a:r>
              <a:rPr kumimoji="1" lang="en-US" altLang="ja-JP"/>
              <a:t>: </a:t>
            </a:r>
            <a:r>
              <a:rPr kumimoji="1" lang="ja-JP" altLang="en-US"/>
              <a:t>横に長い式や短い概念を見せたいとき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26B7B7-22BB-46D7-8E7B-EBB024AF3D89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1434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DF807-4840-7DC3-E5DA-ED2D994C0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60949FF-7DEB-C2E7-7E16-0FDBD84B4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7C7663-5297-13EC-7E91-9575A2400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93FB-FFA3-4121-B1BC-FA3EA09AC209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4BB3A3-33AD-3D6D-E16E-86DA6F147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D03294-F9C8-3CCF-E538-0138318A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583F-29CE-4374-BF5A-668FBBA425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6961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01B612-A0E8-2A45-996E-4CC7286C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6803C1-0F38-4CFD-5760-AF4F7485F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B9BB92-1BA1-E779-D313-EA7E671F6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93FB-FFA3-4121-B1BC-FA3EA09AC209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EC2A78-504D-8E02-6A27-5D905A1B1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338673-5DB0-151D-6FAB-DA8741D1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583F-29CE-4374-BF5A-668FBBA425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826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77A7FB-0C08-9E97-418E-8D6E6DF77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373767-5E7D-1674-DAA1-7243D4D75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42C402-D941-D3E4-73E8-5F478BFFF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93FB-FFA3-4121-B1BC-FA3EA09AC209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F89248-9907-A2A1-F9A9-B364A3FF8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68C999-7704-DB51-FC1A-E502E1D79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583F-29CE-4374-BF5A-668FBBA425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1242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779815-CE32-0E98-9170-836952342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B4ACB5-6A2D-A727-8A54-6A1A10775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BA0A5D-0E71-84FA-4853-1F0F20D21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AD9075B-600D-E9F7-59AD-F299F9B0F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93FB-FFA3-4121-B1BC-FA3EA09AC209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F6B950-77B7-CE43-45AA-64C47654C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4EA83D-BB2E-665B-5788-292C5BD4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583F-29CE-4374-BF5A-668FBBA425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785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534415-CA0E-5E59-FC3F-00672A6FC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478CFA-7F19-8639-A5D1-FD76BC4CD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51C730-7C4C-E524-25CD-76F2AF1580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C0486D1-E228-2570-D8A3-5ADCE0C6A3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1D600CC-9765-671B-094E-EE8EBE44FB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53F1E9F-D8EF-3DFF-5AC3-982034398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93FB-FFA3-4121-B1BC-FA3EA09AC209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3AEA1ED-3B85-75AA-6665-7F029C64B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7FE0C64-459E-BAAE-71AB-1FFCD007F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583F-29CE-4374-BF5A-668FBBA425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7508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71B34B-4ACE-BD76-AC6F-37A84C5E9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BAB6A77-3DA3-C512-8484-B5B55DC5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93FB-FFA3-4121-B1BC-FA3EA09AC209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327B04C-CE5A-8BC3-2504-8798771A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FEF2EED-BAE5-7A7A-D750-84BFF3778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583F-29CE-4374-BF5A-668FBBA425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2742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9185DC9-AAFC-9795-7348-4F16CD8D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93FB-FFA3-4121-B1BC-FA3EA09AC209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CED5F7D-CA88-2B8B-DDCD-0DABCC805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724E33-3FA3-7037-BF36-0C286AF7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583F-29CE-4374-BF5A-668FBBA425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117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483684-32CF-229D-D313-DEE151B10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F42BE2-763D-8269-4EE0-487BD6187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62804D-3AE7-C4F7-82D3-A307203A7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0207BE-E3CC-2B22-1E18-F9343282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93FB-FFA3-4121-B1BC-FA3EA09AC209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49E6AA2-0897-CDC5-1735-237E316B9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B747DC-24E4-AD34-9E22-A7E7FBBA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583F-29CE-4374-BF5A-668FBBA425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5440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B4AFCF-8E58-B8D5-231B-A838FADEB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7CEC78D-66AD-B7D7-FF80-863850A7C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E9CB73-35EA-7B1D-E056-ABBFE5B3F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7D31BFA-9E0A-C4CA-5DEC-023F911A4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93FB-FFA3-4121-B1BC-FA3EA09AC209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62B0D6-EBC3-6950-7A38-5B1FB070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00DDEA-CE38-2A56-3A93-096B91C0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583F-29CE-4374-BF5A-668FBBA425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94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496534-7070-DEC4-A8A5-E7B77FE80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917A93-1A53-9833-46E7-71EA1B775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EB4C1A-8F26-8AEF-06FA-E3A4115B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93FB-FFA3-4121-B1BC-FA3EA09AC209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084AF1-4332-BCBB-1960-94FE0877E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C1A66E-238B-D518-0DCA-EBA2D9DB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583F-29CE-4374-BF5A-668FBBA425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1826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187B9C-3A0E-18F7-6C4D-6C644B879D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27CA4C0-C4EE-67F8-484F-F5206B99B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29387E-B6B2-8C45-7B87-9A0E4010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93FB-FFA3-4121-B1BC-FA3EA09AC209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4748DFF-5FE6-B0CF-E9B8-FB2FCD6B6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EC069B-D7F9-1BB5-EA71-531C9026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A583F-29CE-4374-BF5A-668FBBA425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352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563B2BA-B8D3-8FBE-1110-4CA8D4C46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61D51FD-CB36-CB63-D47A-7E8AE6CC0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EC4B5A-A52D-2D60-9A0C-1B821F6E9A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E93FB-FFA3-4121-B1BC-FA3EA09AC209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29E24B-4F2E-9C6B-2549-90AEDEDEB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1AB3BC-9CC4-DCB0-553B-B9588E675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9A583F-29CE-4374-BF5A-668FBBA425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3614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5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AB96492-82F0-0ED6-58A7-C87934FD941B}"/>
              </a:ext>
            </a:extLst>
          </p:cNvPr>
          <p:cNvSpPr/>
          <p:nvPr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2767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90A6E54-1EA6-F1BA-19FC-23D3D8AE8B7C}"/>
              </a:ext>
            </a:extLst>
          </p:cNvPr>
          <p:cNvSpPr/>
          <p:nvPr/>
        </p:nvSpPr>
        <p:spPr>
          <a:xfrm>
            <a:off x="3048000" y="0"/>
            <a:ext cx="9144000" cy="254000"/>
          </a:xfrm>
          <a:prstGeom prst="rect">
            <a:avLst/>
          </a:prstGeom>
          <a:solidFill>
            <a:srgbClr val="E1EFE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D6472E-2945-077D-C8AF-90C321352F7D}"/>
              </a:ext>
            </a:extLst>
          </p:cNvPr>
          <p:cNvSpPr txBox="1"/>
          <p:nvPr/>
        </p:nvSpPr>
        <p:spPr>
          <a:xfrm>
            <a:off x="3606800" y="1371600"/>
            <a:ext cx="7874000" cy="280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203B39"/>
                </a:solidFill>
                <a:latin typeface="UD Digi Kyokasho NP" panose="02020400000000000000" pitchFamily="18" charset="-128"/>
                <a:ea typeface="UD Digi Kyokasho NP" panose="02020400000000000000" pitchFamily="18" charset="-128"/>
              </a:rPr>
              <a:t>クラスルーム </a:t>
            </a:r>
            <a:r>
              <a:rPr kumimoji="1" lang="en-US" altLang="ja-JP" sz="4200" b="1">
                <a:solidFill>
                  <a:srgbClr val="203B39"/>
                </a:solidFill>
                <a:latin typeface="UD Digi Kyokasho NP" panose="02020400000000000000" pitchFamily="18" charset="-128"/>
                <a:ea typeface="UD Digi Kyokasho NP" panose="02020400000000000000" pitchFamily="18" charset="-128"/>
              </a:rPr>
              <a:t>/ </a:t>
            </a:r>
            <a:r>
              <a:rPr kumimoji="1" lang="ja-JP" altLang="en-US" sz="4200" b="1">
                <a:solidFill>
                  <a:srgbClr val="203B39"/>
                </a:solidFill>
                <a:latin typeface="UD Digi Kyokasho NP" panose="02020400000000000000" pitchFamily="18" charset="-128"/>
                <a:ea typeface="UD Digi Kyokasho NP" panose="02020400000000000000" pitchFamily="18" charset="-128"/>
              </a:rPr>
              <a:t>書体と配色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418A8C-75BC-0785-6723-1DA773E62B76}"/>
              </a:ext>
            </a:extLst>
          </p:cNvPr>
          <p:cNvSpPr txBox="1"/>
          <p:nvPr/>
        </p:nvSpPr>
        <p:spPr>
          <a:xfrm>
            <a:off x="3632200" y="4737100"/>
            <a:ext cx="7670800" cy="118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親しみのある教科書体・編集できる図形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36D7EBB-9F8D-D894-67FB-0C8BE645450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1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FAF799A-A373-DB13-5266-985BE3051B8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4</a:t>
            </a:r>
            <a:endParaRPr kumimoji="1" lang="ja-JP" altLang="en-US" sz="1000">
              <a:solidFill>
                <a:srgbClr val="526963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499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5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0251EE-10FD-E1B9-E7D5-6CECE77F6383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203B39"/>
                </a:solidFill>
                <a:latin typeface="UD Digi Kyokasho NP" panose="02020400000000000000" pitchFamily="18" charset="-128"/>
                <a:ea typeface="UD Digi Kyokasho NP" panose="02020400000000000000" pitchFamily="18" charset="-128"/>
              </a:rPr>
              <a:t>色の見出しと囲まれた比較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4B79B2B4-E144-1154-398F-B2849F42AC6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1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C4AD0DC-FA48-4ADA-0EF1-B08A207848F2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F5FAF4"/>
          </a:solidFill>
          <a:ln w="12700">
            <a:solidFill>
              <a:srgbClr val="276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FFD8A9-96B5-7411-61EC-C953E9DBEEB1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2767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709EDF3-48F6-80B4-19F0-10B2A51A9F3B}"/>
              </a:ext>
            </a:extLst>
          </p:cNvPr>
          <p:cNvSpPr/>
          <p:nvPr/>
        </p:nvSpPr>
        <p:spPr>
          <a:xfrm>
            <a:off x="711200" y="2019300"/>
            <a:ext cx="3386667" cy="1054100"/>
          </a:xfrm>
          <a:prstGeom prst="rect">
            <a:avLst/>
          </a:prstGeom>
          <a:solidFill>
            <a:srgbClr val="2767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B6E6E42-DDBA-4DF9-913A-FF2634850A87}"/>
              </a:ext>
            </a:extLst>
          </p:cNvPr>
          <p:cNvSpPr txBox="1"/>
          <p:nvPr/>
        </p:nvSpPr>
        <p:spPr>
          <a:xfrm>
            <a:off x="914400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DAE0B1F-CEAD-4E57-5AA2-5FE328E7E86F}"/>
              </a:ext>
            </a:extLst>
          </p:cNvPr>
          <p:cNvSpPr txBox="1"/>
          <p:nvPr/>
        </p:nvSpPr>
        <p:spPr>
          <a:xfrm>
            <a:off x="939800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4DE8620-0623-1B45-59B5-DEE93A98BAC9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F5FAF4"/>
          </a:solidFill>
          <a:ln w="12700">
            <a:solidFill>
              <a:srgbClr val="385C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C920AFA-4B70-5920-CD1F-249A98616538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385C9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9FC2DB7-27F2-442B-1F5B-1DC1F8446159}"/>
              </a:ext>
            </a:extLst>
          </p:cNvPr>
          <p:cNvSpPr/>
          <p:nvPr/>
        </p:nvSpPr>
        <p:spPr>
          <a:xfrm>
            <a:off x="4402667" y="2019300"/>
            <a:ext cx="3386666" cy="1054100"/>
          </a:xfrm>
          <a:prstGeom prst="rect">
            <a:avLst/>
          </a:prstGeom>
          <a:solidFill>
            <a:srgbClr val="385C9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CF01954-0A11-7844-9ADF-21B9A9FB6D6B}"/>
              </a:ext>
            </a:extLst>
          </p:cNvPr>
          <p:cNvSpPr txBox="1"/>
          <p:nvPr/>
        </p:nvSpPr>
        <p:spPr>
          <a:xfrm>
            <a:off x="4605867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D100D30-8335-1A85-68AF-AEE0A38B8000}"/>
              </a:ext>
            </a:extLst>
          </p:cNvPr>
          <p:cNvSpPr txBox="1"/>
          <p:nvPr/>
        </p:nvSpPr>
        <p:spPr>
          <a:xfrm>
            <a:off x="4631267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032075-0B94-A3D7-F121-4716FD178458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F5FAF4"/>
          </a:solidFill>
          <a:ln w="12700">
            <a:solidFill>
              <a:srgbClr val="9753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DAFDDA-9785-7F8E-EE4E-17E673149F6B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9753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D19AB0F-B70D-53CE-AFF5-90834657E89C}"/>
              </a:ext>
            </a:extLst>
          </p:cNvPr>
          <p:cNvSpPr/>
          <p:nvPr/>
        </p:nvSpPr>
        <p:spPr>
          <a:xfrm>
            <a:off x="8094133" y="2019300"/>
            <a:ext cx="3386667" cy="1054100"/>
          </a:xfrm>
          <a:prstGeom prst="rect">
            <a:avLst/>
          </a:prstGeom>
          <a:solidFill>
            <a:srgbClr val="9753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6419088-8A80-B6C2-D846-B8D6409F40F3}"/>
              </a:ext>
            </a:extLst>
          </p:cNvPr>
          <p:cNvSpPr txBox="1"/>
          <p:nvPr/>
        </p:nvSpPr>
        <p:spPr>
          <a:xfrm>
            <a:off x="8297333" y="2222500"/>
            <a:ext cx="2980267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FFFFF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200" b="1">
              <a:solidFill>
                <a:srgbClr val="FFFFFF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A77392E-B4E3-4510-07CF-5E02560434B9}"/>
              </a:ext>
            </a:extLst>
          </p:cNvPr>
          <p:cNvSpPr txBox="1"/>
          <p:nvPr/>
        </p:nvSpPr>
        <p:spPr>
          <a:xfrm>
            <a:off x="8322733" y="3327400"/>
            <a:ext cx="2929467" cy="245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4D02F5D-F3D4-34FD-083E-72517FFF4B6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1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E41D3B7-4E40-CEA8-9D53-365910C3244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4</a:t>
            </a:r>
            <a:endParaRPr kumimoji="1" lang="ja-JP" altLang="en-US" sz="1000">
              <a:solidFill>
                <a:srgbClr val="526963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446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5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430F119-3958-0ADE-6D4C-F493A829F1B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203B39"/>
                </a:solidFill>
                <a:latin typeface="UD Digi Kyokasho NP" panose="02020400000000000000" pitchFamily="18" charset="-128"/>
                <a:ea typeface="UD Digi Kyokasho NP" panose="02020400000000000000" pitchFamily="18" charset="-128"/>
              </a:rPr>
              <a:t>色面で分ける横の説明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C0FA1FD4-4915-DFFD-CD44-3C2245EC428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1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0CFAB75-35B5-A60F-FB42-60686D2AE61E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E6EF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F354B58-87E8-F199-5B02-9394563299AA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2767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1C1B074-0B29-327A-B3C7-9C9BC289FE64}"/>
              </a:ext>
            </a:extLst>
          </p:cNvPr>
          <p:cNvSpPr txBox="1"/>
          <p:nvPr/>
        </p:nvSpPr>
        <p:spPr>
          <a:xfrm>
            <a:off x="952500" y="21717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76756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76756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100" b="1">
              <a:solidFill>
                <a:srgbClr val="276756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E522E5-069B-B839-939F-396190E6A76E}"/>
              </a:ext>
            </a:extLst>
          </p:cNvPr>
          <p:cNvSpPr txBox="1"/>
          <p:nvPr/>
        </p:nvSpPr>
        <p:spPr>
          <a:xfrm>
            <a:off x="4305300" y="21717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5B66626-06F0-CA33-2A7C-8414847AF5B1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E7EE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6B055CF-1436-42D5-0C48-F82082D47C17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385C9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107C448-F54D-3545-FA5F-E6D382DE8900}"/>
              </a:ext>
            </a:extLst>
          </p:cNvPr>
          <p:cNvSpPr txBox="1"/>
          <p:nvPr/>
        </p:nvSpPr>
        <p:spPr>
          <a:xfrm>
            <a:off x="952500" y="31750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385C9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385C9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100" b="1">
              <a:solidFill>
                <a:srgbClr val="385C94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9B93A62-17BA-D493-22FA-C7DB0436B1EE}"/>
              </a:ext>
            </a:extLst>
          </p:cNvPr>
          <p:cNvSpPr txBox="1"/>
          <p:nvPr/>
        </p:nvSpPr>
        <p:spPr>
          <a:xfrm>
            <a:off x="4305300" y="31750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0322521-24C2-31EF-3A29-27AA9FBB54E2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EEED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0781AC3-108F-8253-9274-D0809FA36790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9753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6930352-1B0A-94BF-80DA-B6C634491080}"/>
              </a:ext>
            </a:extLst>
          </p:cNvPr>
          <p:cNvSpPr txBox="1"/>
          <p:nvPr/>
        </p:nvSpPr>
        <p:spPr>
          <a:xfrm>
            <a:off x="952500" y="41783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9753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9753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100" b="1">
              <a:solidFill>
                <a:srgbClr val="9753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BE50524-8CDD-1492-14C2-66FAF73F7875}"/>
              </a:ext>
            </a:extLst>
          </p:cNvPr>
          <p:cNvSpPr txBox="1"/>
          <p:nvPr/>
        </p:nvSpPr>
        <p:spPr>
          <a:xfrm>
            <a:off x="4305300" y="41783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705A05F-CFE4-9213-647E-78C8E73B5038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ECED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F7CEE6C-37BE-5C85-4475-B9EF9E177918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7E508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113454C-30B6-C0A4-E823-A460A55115C1}"/>
              </a:ext>
            </a:extLst>
          </p:cNvPr>
          <p:cNvSpPr txBox="1"/>
          <p:nvPr/>
        </p:nvSpPr>
        <p:spPr>
          <a:xfrm>
            <a:off x="952500" y="5181600"/>
            <a:ext cx="30099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7E508E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7E508E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</a:t>
            </a:r>
            <a:endParaRPr kumimoji="1" lang="ja-JP" altLang="en-US" sz="2100" b="1">
              <a:solidFill>
                <a:srgbClr val="7E508E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F08DBF5-2B53-F3CE-E74B-9DCFE7A25C10}"/>
              </a:ext>
            </a:extLst>
          </p:cNvPr>
          <p:cNvSpPr txBox="1"/>
          <p:nvPr/>
        </p:nvSpPr>
        <p:spPr>
          <a:xfrm>
            <a:off x="4305300" y="5181600"/>
            <a:ext cx="69088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203B39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6FABEF31-A294-3FFB-229B-AC7FB040A52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1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3801167-F79F-5F22-5D51-9FE690D4FA0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4</a:t>
            </a:r>
            <a:endParaRPr kumimoji="1" lang="ja-JP" altLang="en-US" sz="1000">
              <a:solidFill>
                <a:srgbClr val="526963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71121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5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809EA52-448F-592C-0F85-43E6FD8C0C99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203B39"/>
                </a:solidFill>
                <a:latin typeface="UD Digi Kyokasho NP" panose="02020400000000000000" pitchFamily="18" charset="-128"/>
                <a:ea typeface="UD Digi Kyokasho NP" panose="02020400000000000000" pitchFamily="18" charset="-128"/>
              </a:rPr>
              <a:t>中央の式と下の具体例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AE12D54B-091B-CF5F-9CE1-7E3D3EC927A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1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7769607-800D-0992-798C-A263DB6AE058}"/>
              </a:ext>
            </a:extLst>
          </p:cNvPr>
          <p:cNvSpPr txBox="1"/>
          <p:nvPr/>
        </p:nvSpPr>
        <p:spPr>
          <a:xfrm>
            <a:off x="965200" y="2032000"/>
            <a:ext cx="102616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276756"/>
                </a:solidFill>
                <a:latin typeface="Cambria Math" panose="02040503050406030204" pitchFamily="18" charset="0"/>
                <a:ea typeface="BIZ UDPGothic" panose="020B0400000000000000" pitchFamily="50" charset="-128"/>
              </a:rPr>
              <a:t>1 + 3 + 5 = 9</a:t>
            </a:r>
            <a:endParaRPr kumimoji="1" lang="ja-JP" altLang="en-US" sz="3200" b="1">
              <a:solidFill>
                <a:srgbClr val="276756"/>
              </a:solidFill>
              <a:latin typeface="Cambria Math" panose="02040503050406030204" pitchFamily="18" charset="0"/>
              <a:ea typeface="BIZ UDPGothic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97B8D36-FE18-E271-56F7-810C58143B9C}"/>
              </a:ext>
            </a:extLst>
          </p:cNvPr>
          <p:cNvSpPr txBox="1"/>
          <p:nvPr/>
        </p:nvSpPr>
        <p:spPr>
          <a:xfrm>
            <a:off x="965200" y="3517900"/>
            <a:ext cx="10261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最初の</a:t>
            </a:r>
            <a:r>
              <a:rPr kumimoji="1" lang="en-US" altLang="ja-JP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r>
              <a:rPr kumimoji="1" lang="ja-JP" altLang="en-US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個の奇数の和。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4F5522-9BE3-3DB6-0B0A-3BC91D333A7C}"/>
              </a:ext>
            </a:extLst>
          </p:cNvPr>
          <p:cNvSpPr/>
          <p:nvPr/>
        </p:nvSpPr>
        <p:spPr>
          <a:xfrm>
            <a:off x="622300" y="4445000"/>
            <a:ext cx="3475567" cy="1600200"/>
          </a:xfrm>
          <a:prstGeom prst="rect">
            <a:avLst/>
          </a:prstGeom>
          <a:solidFill>
            <a:srgbClr val="E6EF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9F83328-51C9-4DC4-5B43-208D0C9602C1}"/>
              </a:ext>
            </a:extLst>
          </p:cNvPr>
          <p:cNvSpPr/>
          <p:nvPr/>
        </p:nvSpPr>
        <p:spPr>
          <a:xfrm>
            <a:off x="622300" y="4445000"/>
            <a:ext cx="38100" cy="1600200"/>
          </a:xfrm>
          <a:prstGeom prst="rect">
            <a:avLst/>
          </a:prstGeom>
          <a:solidFill>
            <a:srgbClr val="27675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D985526-2995-CAB3-A385-942F35F10C22}"/>
              </a:ext>
            </a:extLst>
          </p:cNvPr>
          <p:cNvSpPr txBox="1"/>
          <p:nvPr/>
        </p:nvSpPr>
        <p:spPr>
          <a:xfrm>
            <a:off x="711200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76756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76756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endParaRPr kumimoji="1" lang="ja-JP" altLang="en-US" sz="2100" b="1">
              <a:solidFill>
                <a:srgbClr val="276756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7D1FCB7-5B7C-4EF8-1647-50060FFA1165}"/>
              </a:ext>
            </a:extLst>
          </p:cNvPr>
          <p:cNvSpPr txBox="1"/>
          <p:nvPr/>
        </p:nvSpPr>
        <p:spPr>
          <a:xfrm>
            <a:off x="711200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6A21D98-526E-F5AF-CA41-6227FD62EAB1}"/>
              </a:ext>
            </a:extLst>
          </p:cNvPr>
          <p:cNvSpPr/>
          <p:nvPr/>
        </p:nvSpPr>
        <p:spPr>
          <a:xfrm>
            <a:off x="4313767" y="4445000"/>
            <a:ext cx="3475566" cy="1600200"/>
          </a:xfrm>
          <a:prstGeom prst="rect">
            <a:avLst/>
          </a:prstGeom>
          <a:solidFill>
            <a:srgbClr val="E7EE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343F3EA-0583-060F-E29F-FB00352E9EB0}"/>
              </a:ext>
            </a:extLst>
          </p:cNvPr>
          <p:cNvSpPr/>
          <p:nvPr/>
        </p:nvSpPr>
        <p:spPr>
          <a:xfrm>
            <a:off x="4313767" y="4445000"/>
            <a:ext cx="38100" cy="1600200"/>
          </a:xfrm>
          <a:prstGeom prst="rect">
            <a:avLst/>
          </a:prstGeom>
          <a:solidFill>
            <a:srgbClr val="385C9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780BAAF-4917-1C26-AD1F-70FFC77CC1F4}"/>
              </a:ext>
            </a:extLst>
          </p:cNvPr>
          <p:cNvSpPr txBox="1"/>
          <p:nvPr/>
        </p:nvSpPr>
        <p:spPr>
          <a:xfrm>
            <a:off x="4402667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385C9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385C94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</a:t>
            </a:r>
            <a:endParaRPr kumimoji="1" lang="ja-JP" altLang="en-US" sz="2100" b="1">
              <a:solidFill>
                <a:srgbClr val="385C94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29A1F53-51FD-8409-5E20-D94D07A4B022}"/>
              </a:ext>
            </a:extLst>
          </p:cNvPr>
          <p:cNvSpPr txBox="1"/>
          <p:nvPr/>
        </p:nvSpPr>
        <p:spPr>
          <a:xfrm>
            <a:off x="4402667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0A946DB-951B-8DEA-1B0A-60C806954E48}"/>
              </a:ext>
            </a:extLst>
          </p:cNvPr>
          <p:cNvSpPr/>
          <p:nvPr/>
        </p:nvSpPr>
        <p:spPr>
          <a:xfrm>
            <a:off x="8005233" y="4445000"/>
            <a:ext cx="3475567" cy="1600200"/>
          </a:xfrm>
          <a:prstGeom prst="rect">
            <a:avLst/>
          </a:prstGeom>
          <a:solidFill>
            <a:srgbClr val="EEEDE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1D27F60-2B0B-4CF0-499E-5901B810D35F}"/>
              </a:ext>
            </a:extLst>
          </p:cNvPr>
          <p:cNvSpPr/>
          <p:nvPr/>
        </p:nvSpPr>
        <p:spPr>
          <a:xfrm>
            <a:off x="8005233" y="4445000"/>
            <a:ext cx="38100" cy="1600200"/>
          </a:xfrm>
          <a:prstGeom prst="rect">
            <a:avLst/>
          </a:prstGeom>
          <a:solidFill>
            <a:srgbClr val="9753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6B07394-E567-0B57-40AB-7921E59BDE06}"/>
              </a:ext>
            </a:extLst>
          </p:cNvPr>
          <p:cNvSpPr txBox="1"/>
          <p:nvPr/>
        </p:nvSpPr>
        <p:spPr>
          <a:xfrm>
            <a:off x="8094133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9753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97531D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</a:t>
            </a:r>
            <a:endParaRPr kumimoji="1" lang="ja-JP" altLang="en-US" sz="2100" b="1">
              <a:solidFill>
                <a:srgbClr val="97531D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315C18C-0CC8-412B-88B2-B7D2971790A1}"/>
              </a:ext>
            </a:extLst>
          </p:cNvPr>
          <p:cNvSpPr txBox="1"/>
          <p:nvPr/>
        </p:nvSpPr>
        <p:spPr>
          <a:xfrm>
            <a:off x="8094133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B97AF75-B97E-4038-57DB-59B995B3C58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1E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D8D2D3E-B0D4-6A90-A0C0-2D118DEF354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963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4</a:t>
            </a:r>
            <a:endParaRPr kumimoji="1" lang="ja-JP" altLang="en-US" sz="1000">
              <a:solidFill>
                <a:srgbClr val="526963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974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203B39"/>
      </a:dk1>
      <a:lt1>
        <a:sysClr val="window" lastClr="FFFFFF"/>
      </a:lt1>
      <a:dk2>
        <a:srgbClr val="0E2841"/>
      </a:dk2>
      <a:lt2>
        <a:srgbClr val="E8E8E8"/>
      </a:lt2>
      <a:accent1>
        <a:srgbClr val="276756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619</Words>
  <Application>Microsoft Office PowerPoint</Application>
  <PresentationFormat>ユーザー設定</PresentationFormat>
  <Paragraphs>39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BIZ UDPGothic</vt:lpstr>
      <vt:lpstr>UD Digi Kyokasho NP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2026-09-30T14:27:23Z</dcterms:created>
  <dcterms:modified xsi:type="dcterms:W3CDTF">2026-09-30T14:27:23Z</dcterms:modified>
</cp:coreProperties>
</file>