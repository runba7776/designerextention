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E63F20-176A-4EA2-A45C-D676521BD849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C6403-4924-49F9-B0A4-87385672E72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56737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題名を中央または左上の広い領域に、導入を下に置く
用途</a:t>
            </a:r>
            <a:r>
              <a:rPr kumimoji="1" lang="en-US" altLang="ja-JP"/>
              <a:t>: </a:t>
            </a:r>
            <a:r>
              <a:rPr kumimoji="1" lang="ja-JP" altLang="en-US"/>
              <a:t>題名と導入を大きく見せる表紙
注意</a:t>
            </a:r>
            <a:r>
              <a:rPr kumimoji="1" lang="en-US" altLang="ja-JP"/>
              <a:t>: </a:t>
            </a:r>
            <a:r>
              <a:rPr kumimoji="1" lang="ja-JP" altLang="en-US"/>
              <a:t>本文のページには使用しない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文字と図形の改善例 </a:t>
            </a:r>
            <a:r>
              <a:rPr kumimoji="1" lang="en-US" altLang="ja-JP"/>
              <a:t>/ AI</a:t>
            </a:r>
            <a:r>
              <a:rPr kumimoji="1" lang="ja-JP" altLang="en-US"/>
              <a:t>呼び出しなし
同じ条件で情報を確かめます。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54134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同じ大きさの円の中にアイコンと大きな項目名、円の下に説明
用途</a:t>
            </a:r>
            <a:r>
              <a:rPr kumimoji="1" lang="en-US" altLang="ja-JP"/>
              <a:t>: </a:t>
            </a:r>
            <a:r>
              <a:rPr kumimoji="1" lang="ja-JP" altLang="en-US"/>
              <a:t>発表で独立した短い要点を</a:t>
            </a:r>
            <a:r>
              <a:rPr kumimoji="1" lang="en-US" altLang="ja-JP"/>
              <a:t>2〜3</a:t>
            </a:r>
            <a:r>
              <a:rPr kumimoji="1" lang="ja-JP" altLang="en-US"/>
              <a:t>つ紹介するとき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6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文字。長い説明は横帯へ。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07918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の淡い色面。左に意味を表すアイコン、右に大きな見出しと説明
用途</a:t>
            </a:r>
            <a:r>
              <a:rPr kumimoji="1" lang="en-US" altLang="ja-JP"/>
              <a:t>: </a:t>
            </a:r>
            <a:r>
              <a:rPr kumimoji="1" lang="ja-JP" altLang="en-US"/>
              <a:t>複数の観点を同じ重さで見せ、説明を短く添えるとき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32</a:t>
            </a:r>
            <a:r>
              <a:rPr kumimoji="1" lang="ja-JP" altLang="en-US"/>
              <a:t>文字。値を含む長い項目名は横帯へ。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36971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横長の枠の中にアイコン・太い項目名・説明を同じ位置で配置
用途</a:t>
            </a:r>
            <a:r>
              <a:rPr kumimoji="1" lang="en-US" altLang="ja-JP"/>
              <a:t>: </a:t>
            </a:r>
            <a:r>
              <a:rPr kumimoji="1" lang="ja-JP" altLang="en-US"/>
              <a:t>長めの箇条書きで、項目名と内容の対応を素早く読み取らせるとき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46</a:t>
            </a:r>
            <a:r>
              <a:rPr kumimoji="1" lang="ja-JP" altLang="en-US"/>
              <a:t>文字。</a:t>
            </a:r>
            <a:r>
              <a:rPr kumimoji="1" lang="en-US" altLang="ja-JP"/>
              <a:t>4</a:t>
            </a:r>
            <a:r>
              <a:rPr kumimoji="1" lang="ja-JP" altLang="en-US"/>
              <a:t>項目では説明</a:t>
            </a:r>
            <a:r>
              <a:rPr kumimoji="1" lang="en-US" altLang="ja-JP"/>
              <a:t>32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786920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左の大きな色面に結論、右に囲まれた根拠や説明。主張と説明の大きさを分ける
用途</a:t>
            </a:r>
            <a:r>
              <a:rPr kumimoji="1" lang="en-US" altLang="ja-JP"/>
              <a:t>: </a:t>
            </a:r>
            <a:r>
              <a:rPr kumimoji="1" lang="ja-JP" altLang="en-US"/>
              <a:t>明示された一つの結論を最初に読ませたいとき
注意</a:t>
            </a:r>
            <a:r>
              <a:rPr kumimoji="1" lang="en-US" altLang="ja-JP"/>
              <a:t>: </a:t>
            </a:r>
            <a:r>
              <a:rPr kumimoji="1" lang="ja-JP" altLang="en-US"/>
              <a:t>結論が決まっていない列挙には使わない。左の主張は資料・指示で明示された内容だけ。
文字量</a:t>
            </a:r>
            <a:r>
              <a:rPr kumimoji="1" lang="en-US" altLang="ja-JP"/>
              <a:t>: </a:t>
            </a:r>
            <a:r>
              <a:rPr kumimoji="1" lang="ja-JP" altLang="en-US"/>
              <a:t>結論</a:t>
            </a:r>
            <a:r>
              <a:rPr kumimoji="1" lang="en-US" altLang="ja-JP"/>
              <a:t>22</a:t>
            </a:r>
            <a:r>
              <a:rPr kumimoji="1" lang="ja-JP" altLang="en-US"/>
              <a:t>文字、本文</a:t>
            </a:r>
            <a:r>
              <a:rPr kumimoji="1" lang="en-US" altLang="ja-JP"/>
              <a:t>32</a:t>
            </a:r>
            <a:r>
              <a:rPr kumimoji="1" lang="ja-JP" altLang="en-US"/>
              <a:t>文字、項目名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30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27909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2×2</a:t>
            </a:r>
            <a:r>
              <a:rPr kumimoji="1" lang="ja-JP" altLang="en-US"/>
              <a:t>の色面に小さめの指標名、大きく一続きの値、その下に条件
用途</a:t>
            </a:r>
            <a:r>
              <a:rPr kumimoji="1" lang="en-US" altLang="ja-JP"/>
              <a:t>: </a:t>
            </a:r>
            <a:r>
              <a:rPr kumimoji="1" lang="ja-JP" altLang="en-US"/>
              <a:t>同格の金額や指標を</a:t>
            </a:r>
            <a:r>
              <a:rPr kumimoji="1" lang="en-US" altLang="ja-JP"/>
              <a:t>2〜4</a:t>
            </a:r>
            <a:r>
              <a:rPr kumimoji="1" lang="ja-JP" altLang="en-US"/>
              <a:t>つ見せるとき。数値は途中で改行しない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指標名</a:t>
            </a:r>
            <a:r>
              <a:rPr kumimoji="1" lang="en-US" altLang="ja-JP"/>
              <a:t>14</a:t>
            </a:r>
            <a:r>
              <a:rPr kumimoji="1" lang="ja-JP" altLang="en-US"/>
              <a:t>文字、値</a:t>
            </a:r>
            <a:r>
              <a:rPr kumimoji="1" lang="en-US" altLang="ja-JP"/>
              <a:t>16</a:t>
            </a:r>
            <a:r>
              <a:rPr kumimoji="1" lang="ja-JP" altLang="en-US"/>
              <a:t>文字、説明</a:t>
            </a:r>
            <a:r>
              <a:rPr kumimoji="1" lang="en-US" altLang="ja-JP"/>
              <a:t>22</a:t>
            </a:r>
            <a:r>
              <a:rPr kumimoji="1" lang="ja-JP" altLang="en-US"/>
              <a:t>文字。長い値は横帯へ。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156485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左に指標名、中央の広い領域に大きな値、右に条件。行ごとに淡い色面
用途</a:t>
            </a:r>
            <a:r>
              <a:rPr kumimoji="1" lang="en-US" altLang="ja-JP"/>
              <a:t>: </a:t>
            </a:r>
            <a:r>
              <a:rPr kumimoji="1" lang="ja-JP" altLang="en-US"/>
              <a:t>桁数の多い金額や、条件を添えた複数の指標を読むとき
注意</a:t>
            </a:r>
            <a:r>
              <a:rPr kumimoji="1" lang="en-US" altLang="ja-JP"/>
              <a:t>: </a:t>
            </a:r>
            <a:r>
              <a:rPr kumimoji="1" lang="ja-JP" altLang="en-US"/>
              <a:t>数値を創作しない。図の面積は数量を表さない
文字量</a:t>
            </a:r>
            <a:r>
              <a:rPr kumimoji="1" lang="en-US" altLang="ja-JP"/>
              <a:t>: </a:t>
            </a:r>
            <a:r>
              <a:rPr kumimoji="1" lang="ja-JP" altLang="en-US"/>
              <a:t>指標名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20</a:t>
            </a:r>
            <a:r>
              <a:rPr kumimoji="1" lang="ja-JP" altLang="en-US"/>
              <a:t>文字、説明</a:t>
            </a:r>
            <a:r>
              <a:rPr kumimoji="1" lang="en-US" altLang="ja-JP"/>
              <a:t>22</a:t>
            </a:r>
            <a:r>
              <a:rPr kumimoji="1" lang="ja-JP" altLang="en-US"/>
              <a:t>文字。単位を含む値は一行で保持。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24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36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48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60</a:t>
            </a:r>
            <a:r>
              <a:rPr kumimoji="1" lang="ja-JP" altLang="en-US"/>
              <a:t>点 </a:t>
            </a:r>
            <a:r>
              <a:rPr kumimoji="1" lang="en-US" altLang="ja-JP"/>
              <a:t>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482000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対象ごとに同じ大きさの枠、上にアイコン、中央の色帯に名前、下に説明
用途</a:t>
            </a:r>
            <a:r>
              <a:rPr kumimoji="1" lang="en-US" altLang="ja-JP"/>
              <a:t>: </a:t>
            </a:r>
            <a:r>
              <a:rPr kumimoji="1" lang="ja-JP" altLang="en-US"/>
              <a:t>短い比較を対象名と象徴図形で見分けるとき
注意</a:t>
            </a:r>
            <a:r>
              <a:rPr kumimoji="1" lang="en-US" altLang="ja-JP"/>
              <a:t>: </a:t>
            </a:r>
            <a:r>
              <a:rPr kumimoji="1" lang="ja-JP" altLang="en-US"/>
              <a:t>比較条件が違う対象は条件を明記する
文字量</a:t>
            </a:r>
            <a:r>
              <a:rPr kumimoji="1" lang="en-US" altLang="ja-JP"/>
              <a:t>: </a:t>
            </a:r>
            <a:r>
              <a:rPr kumimoji="1" lang="ja-JP" altLang="en-US"/>
              <a:t>対象名</a:t>
            </a:r>
            <a:r>
              <a:rPr kumimoji="1" lang="en-US" altLang="ja-JP"/>
              <a:t>12</a:t>
            </a:r>
            <a:r>
              <a:rPr kumimoji="1" lang="ja-JP" altLang="en-US"/>
              <a:t>文字、値</a:t>
            </a:r>
            <a:r>
              <a:rPr kumimoji="1" lang="en-US" altLang="ja-JP"/>
              <a:t>8</a:t>
            </a:r>
            <a:r>
              <a:rPr kumimoji="1" lang="ja-JP" altLang="en-US"/>
              <a:t>文字、説明</a:t>
            </a:r>
            <a:r>
              <a:rPr kumimoji="1" lang="en-US" altLang="ja-JP"/>
              <a:t>56</a:t>
            </a:r>
            <a:r>
              <a:rPr kumimoji="1" lang="ja-JP" altLang="en-US"/>
              <a:t>文字。比較条件を説明に残す。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98849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工程ごとに丸い番号と本文の図形。工程間を矢印で接続
用途</a:t>
            </a:r>
            <a:r>
              <a:rPr kumimoji="1" lang="en-US" altLang="ja-JP"/>
              <a:t>: </a:t>
            </a:r>
            <a:r>
              <a:rPr kumimoji="1" lang="ja-JP" altLang="en-US"/>
              <a:t>順序が明確な短い手順を、段階ごとに理解してもらうとき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工程名</a:t>
            </a:r>
            <a:r>
              <a:rPr kumimoji="1" lang="en-US" altLang="ja-JP"/>
              <a:t>10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</a:t>
            </a:r>
            <a:r>
              <a:rPr kumimoji="1" lang="en-US" altLang="ja-JP"/>
              <a:t>5</a:t>
            </a:r>
            <a:r>
              <a:rPr kumimoji="1" lang="ja-JP" altLang="en-US"/>
              <a:t>工程なら工程名</a:t>
            </a:r>
            <a:r>
              <a:rPr kumimoji="1" lang="en-US" altLang="ja-JP"/>
              <a:t>8</a:t>
            </a:r>
            <a:r>
              <a:rPr kumimoji="1" lang="ja-JP" altLang="en-US"/>
              <a:t>文字・説明</a:t>
            </a:r>
            <a:r>
              <a:rPr kumimoji="1" lang="en-US" altLang="ja-JP"/>
              <a:t>18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9711656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左に縦に連なる工程番号、右の枠内に工程名と説明
用途</a:t>
            </a:r>
            <a:r>
              <a:rPr kumimoji="1" lang="en-US" altLang="ja-JP"/>
              <a:t>: </a:t>
            </a:r>
            <a:r>
              <a:rPr kumimoji="1" lang="ja-JP" altLang="en-US"/>
              <a:t>工程の説明が少し長く、横並びでは読みにくいとき
注意</a:t>
            </a:r>
            <a:r>
              <a:rPr kumimoji="1" lang="en-US" altLang="ja-JP"/>
              <a:t>: </a:t>
            </a:r>
            <a:r>
              <a:rPr kumimoji="1" lang="ja-JP" altLang="en-US"/>
              <a:t>順序のない項目には使わない
文字量</a:t>
            </a:r>
            <a:r>
              <a:rPr kumimoji="1" lang="en-US" altLang="ja-JP"/>
              <a:t>: </a:t>
            </a:r>
            <a:r>
              <a:rPr kumimoji="1" lang="ja-JP" altLang="en-US"/>
              <a:t>工程名</a:t>
            </a:r>
            <a:r>
              <a:rPr kumimoji="1" lang="en-US" altLang="ja-JP"/>
              <a:t>14</a:t>
            </a:r>
            <a:r>
              <a:rPr kumimoji="1" lang="ja-JP" altLang="en-US"/>
              <a:t>文字、説明</a:t>
            </a:r>
            <a:r>
              <a:rPr kumimoji="1" lang="en-US" altLang="ja-JP"/>
              <a:t>46</a:t>
            </a:r>
            <a:r>
              <a:rPr kumimoji="1" lang="ja-JP" altLang="en-US"/>
              <a:t>文字。</a:t>
            </a:r>
            <a:r>
              <a:rPr kumimoji="1" lang="en-US" altLang="ja-JP"/>
              <a:t>5</a:t>
            </a:r>
            <a:r>
              <a:rPr kumimoji="1" lang="ja-JP" altLang="en-US"/>
              <a:t>工程なら説明</a:t>
            </a:r>
            <a:r>
              <a:rPr kumimoji="1" lang="en-US" altLang="ja-JP"/>
              <a:t>32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536301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左の色面に大きな数式と成立条件、右の枠に具体例と説明
用途</a:t>
            </a:r>
            <a:r>
              <a:rPr kumimoji="1" lang="en-US" altLang="ja-JP"/>
              <a:t>: </a:t>
            </a:r>
            <a:r>
              <a:rPr kumimoji="1" lang="ja-JP" altLang="en-US"/>
              <a:t>数式そのものと、それが意味することを一緒に伝えるとき
注意</a:t>
            </a:r>
            <a:r>
              <a:rPr kumimoji="1" lang="en-US" altLang="ja-JP"/>
              <a:t>: </a:t>
            </a:r>
            <a:r>
              <a:rPr kumimoji="1" lang="ja-JP" altLang="en-US"/>
              <a:t>数式と成立条件を保持する
文字量</a:t>
            </a:r>
            <a:r>
              <a:rPr kumimoji="1" lang="en-US" altLang="ja-JP"/>
              <a:t>: </a:t>
            </a:r>
            <a:r>
              <a:rPr kumimoji="1" lang="ja-JP" altLang="en-US"/>
              <a:t>数式</a:t>
            </a:r>
            <a:r>
              <a:rPr kumimoji="1" lang="en-US" altLang="ja-JP"/>
              <a:t>30</a:t>
            </a:r>
            <a:r>
              <a:rPr kumimoji="1" lang="ja-JP" altLang="en-US"/>
              <a:t>文字、成立条件</a:t>
            </a:r>
            <a:r>
              <a:rPr kumimoji="1" lang="en-US" altLang="ja-JP"/>
              <a:t>40</a:t>
            </a:r>
            <a:r>
              <a:rPr kumimoji="1" lang="ja-JP" altLang="en-US"/>
              <a:t>文字、項目名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24</a:t>
            </a:r>
            <a:r>
              <a:rPr kumimoji="1" lang="ja-JP" altLang="en-US"/>
              <a:t>文字。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</a:t>
            </a:r>
            <a:r>
              <a:rPr kumimoji="1" lang="en-US" altLang="ja-JP"/>
              <a:t>1 + 3 + 5 = 9
</a:t>
            </a:r>
            <a:r>
              <a:rPr kumimoji="1" lang="ja-JP" altLang="en-US"/>
              <a:t>最初の</a:t>
            </a:r>
            <a:r>
              <a:rPr kumimoji="1" lang="en-US" altLang="ja-JP"/>
              <a:t>3</a:t>
            </a:r>
            <a:r>
              <a:rPr kumimoji="1" lang="ja-JP" altLang="en-US"/>
              <a:t>個の奇数の和。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21236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配置</a:t>
            </a:r>
            <a:r>
              <a:rPr kumimoji="1" lang="en-US" altLang="ja-JP"/>
              <a:t>: </a:t>
            </a:r>
            <a:r>
              <a:rPr kumimoji="1" lang="ja-JP" altLang="en-US"/>
              <a:t>ネイティブ描画の検証用
用途</a:t>
            </a:r>
            <a:r>
              <a:rPr kumimoji="1" lang="en-US" altLang="ja-JP"/>
              <a:t>: </a:t>
            </a:r>
            <a:r>
              <a:rPr kumimoji="1" lang="ja-JP" altLang="en-US"/>
              <a:t>ネイティブ描画の検証用
注意</a:t>
            </a:r>
            <a:r>
              <a:rPr kumimoji="1" lang="en-US" altLang="ja-JP"/>
              <a:t>: </a:t>
            </a:r>
            <a:r>
              <a:rPr kumimoji="1" lang="ja-JP" altLang="en-US"/>
              <a:t>順序・因果・優劣を配置だけで付けない
文字量</a:t>
            </a:r>
            <a:r>
              <a:rPr kumimoji="1" lang="en-US" altLang="ja-JP"/>
              <a:t>: </a:t>
            </a:r>
            <a:r>
              <a:rPr kumimoji="1" lang="ja-JP" altLang="en-US"/>
              <a:t>項目名</a:t>
            </a:r>
            <a:r>
              <a:rPr kumimoji="1" lang="en-US" altLang="ja-JP"/>
              <a:t>12</a:t>
            </a:r>
            <a:r>
              <a:rPr kumimoji="1" lang="ja-JP" altLang="en-US"/>
              <a:t>文字、説明</a:t>
            </a:r>
            <a:r>
              <a:rPr kumimoji="1" lang="en-US" altLang="ja-JP"/>
              <a:t>36</a:t>
            </a:r>
            <a:r>
              <a:rPr kumimoji="1" lang="ja-JP" altLang="en-US"/>
              <a:t>文字を目安にする。枠の実測を優先する。
動作確認用の架空データ。
内容</a:t>
            </a:r>
            <a:r>
              <a:rPr kumimoji="1" lang="en-US" altLang="ja-JP"/>
              <a:t>:
</a:t>
            </a:r>
            <a:r>
              <a:rPr kumimoji="1" lang="ja-JP" altLang="en-US"/>
              <a:t>要点と根拠を伝える
同じ条件で情報を確かめます。
項目</a:t>
            </a:r>
            <a:r>
              <a:rPr kumimoji="1" lang="en-US" altLang="ja-JP"/>
              <a:t>1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2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3 — </a:t>
            </a:r>
            <a:r>
              <a:rPr kumimoji="1" lang="ja-JP" altLang="en-US"/>
              <a:t>条件と根拠を示す。
項目</a:t>
            </a:r>
            <a:r>
              <a:rPr kumimoji="1" lang="en-US" altLang="ja-JP"/>
              <a:t>4 — </a:t>
            </a:r>
            <a:r>
              <a:rPr kumimoji="1" lang="ja-JP" altLang="en-US"/>
              <a:t>条件と根拠を示す。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0FC6403-4924-49F9-B0A4-87385672E721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75028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B99CEC-5059-8743-E91A-ECFD6A914C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F0760FE-46C5-BB3D-11FE-E7BF4B2CF5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CBC17E9-6777-AFD8-64F5-8F3538B18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0BBFED1-A1C5-3AB1-9D82-1BE1138081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29EF85F-1E81-E87D-0F74-1D1703993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6912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D3363F-19E5-BA94-2628-52C1A90FF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553059A-70DD-3F4B-6773-465E4F795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2E753B-6294-FFD6-55DF-000E0DE48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4D6165B6-DF28-5126-C828-0EF5E04F1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057C7F8-172F-4413-66C4-B2CF68F97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13664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F766482-1375-19F5-17AD-9CD31C6D7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A9D16F0-6133-8230-F34F-3D562451A8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92CF7A9-57D2-058A-BA8D-AEB42A0D2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13D84C7-7AD4-9B59-E97B-23E12551E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9BC6148-2CD5-C9F4-6EA6-6775633340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20809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C905E7A-C500-A354-1E9D-6E2838F21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1AB4B1B-0D89-3E0A-DE08-DA464B32BF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47F9907-BA32-5A07-66B5-DD0FED507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7ACE2E4-69D2-6C05-1152-1D4EAA1332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46442B8-00E4-2628-B9FE-F1F44AF43D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BA263E-4EF5-ED83-7383-C9B2D32AD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6390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4C63DDF-1E5E-29AC-8B4C-652D5F14EE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AEB23E-C5E9-7AB8-E2F4-9DBBA8C4AF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D1BB1A1-AFB1-041A-9194-BF79033A96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AEDAB31-C907-43E1-0CD3-30A8A932F29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8B78C0E-44F7-7325-1A79-15E4C6EC4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ABC6A9F-2802-7518-F2E9-5C40A11BF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45B85A98-9036-1D08-6FDE-A9AF2712D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D7AD329-6483-FEB9-34F2-C35034D99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857835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36328D-6607-6CB7-FDB7-F15B15577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2E98FEC2-DCD3-BFCC-34A4-ADFD96A88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0162FA1C-F015-7DE1-F74F-58E409DD0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847418E-5298-736E-C4A2-186AD9DE5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632776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6DEA61E4-9CAC-B3F3-7D6A-B5205087B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527506F-185F-1B66-5CC5-1B98BFE5D4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53DFA02-CCB1-F0F6-21B5-FBC155EFD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5266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406869F-4BFD-5CF9-CE35-0FEFEFFDB7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0DD37C8-6A83-6F51-692C-96CC0B7D89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E9B7E8-FAB4-23FE-14F0-0177EA1B2E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0EAE0F-23BC-6496-8B14-A7520CB8E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9770308-2B7D-A2A7-6531-65D80182CE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EA5795-102E-EECD-FFB6-CE826EF66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60951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3A34811-DF4F-0311-3180-F8FBA529D6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2AF22EA-64AF-39C2-588E-BCF140CCC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812AFFEA-BDEB-AC72-BA1B-58ECD877E5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67142AE-C561-AEED-1D8F-790B76D43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546A4CF-909E-1D4C-922A-3BE184DD33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73D89E78-1EF3-6512-5C42-42266389B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9642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B384316-548B-DE98-A2BE-642CAF5055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C45D4F65-4A45-1F30-99CF-5699C54F3E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1D2EE54-1736-868E-C637-E27C83880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116F70D-A235-8DDD-7365-FE5E724F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B2E1A8A-224F-18E4-58C2-7F388D356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0800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9781EC3-DF21-F9C6-692F-E22CAE80FC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35816C2-654D-5141-BE04-72E00B89C2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ED355DA-AC54-204A-6372-4CEE65F116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A9D90E-B5D4-BE4C-C9A4-D7F5C0902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9565899-06E5-E243-8758-C096730E9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2583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2424C30-5DA4-BF4E-7E41-A49816A5F3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F59B6FF-3FD9-57A6-D225-D5C250767C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28B75E8-AC72-CD6F-C00B-D1A16D1287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AF483D-5FF4-4EE9-BF93-5C516BA16958}" type="datetimeFigureOut">
              <a:rPr kumimoji="1" lang="ja-JP" altLang="en-US" smtClean="0"/>
              <a:t>2026/10/1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AF0A961-1A70-666F-E061-996D6C4EA1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845E5E6-65BA-74D7-1EE0-A469D495CB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2A975D-8FC9-4E74-9140-BEBE4A4D595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62971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696D8C4C-CE41-5567-FD1A-C4B4583A3901}"/>
              </a:ext>
            </a:extLst>
          </p:cNvPr>
          <p:cNvSpPr/>
          <p:nvPr/>
        </p:nvSpPr>
        <p:spPr>
          <a:xfrm>
            <a:off x="0" y="0"/>
            <a:ext cx="3937000" cy="6858000"/>
          </a:xfrm>
          <a:prstGeom prst="rect">
            <a:avLst/>
          </a:prstGeom>
          <a:solidFill>
            <a:srgbClr val="2546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D02BF031-5035-40DF-D28F-5842A94BE042}"/>
              </a:ext>
            </a:extLst>
          </p:cNvPr>
          <p:cNvSpPr/>
          <p:nvPr/>
        </p:nvSpPr>
        <p:spPr>
          <a:xfrm>
            <a:off x="3860800" y="0"/>
            <a:ext cx="101600" cy="68580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C0F7E39-96CC-4465-AB6A-8AB1B187211A}"/>
              </a:ext>
            </a:extLst>
          </p:cNvPr>
          <p:cNvSpPr txBox="1"/>
          <p:nvPr/>
        </p:nvSpPr>
        <p:spPr>
          <a:xfrm>
            <a:off x="4483100" y="1320800"/>
            <a:ext cx="6985000" cy="292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40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主張・数値・説明に強弱を付
ける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BC5814A-5AB2-57BA-424F-C02435285EA2}"/>
              </a:ext>
            </a:extLst>
          </p:cNvPr>
          <p:cNvSpPr txBox="1"/>
          <p:nvPr/>
        </p:nvSpPr>
        <p:spPr>
          <a:xfrm>
            <a:off x="4508500" y="4673600"/>
            <a:ext cx="6858000" cy="1295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文字と図形の改善例 </a:t>
            </a:r>
            <a:r>
              <a:rPr kumimoji="1" lang="en-US" altLang="ja-JP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/ AI</a:t>
            </a:r>
            <a:r>
              <a:rPr kumimoji="1" lang="ja-JP" altLang="en-US" sz="22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呼び出しなし</a:t>
            </a:r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9170FC76-241A-BA19-2621-5EF9A2589AB0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E44E0A2A-D6A7-A411-B417-9B08408A457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850560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7E36A90-81AA-F29C-494D-9610FEEE0EC0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B1F30FB-7DE5-BB56-05BF-8967B8F1376F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円の中にアイコンと要点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C0C46D59-F991-B10A-2A9B-32121F101AC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802FA9FD-2936-2D67-B7F5-0D4C3A174E40}"/>
              </a:ext>
            </a:extLst>
          </p:cNvPr>
          <p:cNvSpPr/>
          <p:nvPr/>
        </p:nvSpPr>
        <p:spPr>
          <a:xfrm>
            <a:off x="1083733" y="2095500"/>
            <a:ext cx="2641600" cy="2641600"/>
          </a:xfrm>
          <a:prstGeom prst="ellipse">
            <a:avLst/>
          </a:prstGeom>
          <a:solidFill>
            <a:srgbClr val="21464D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FC7E2D77-BA83-4C22-BF2A-6B7504C4D761}"/>
              </a:ext>
            </a:extLst>
          </p:cNvPr>
          <p:cNvSpPr/>
          <p:nvPr/>
        </p:nvSpPr>
        <p:spPr>
          <a:xfrm>
            <a:off x="2226733" y="2438400"/>
            <a:ext cx="355600" cy="508000"/>
          </a:xfrm>
          <a:prstGeom prst="roundRect">
            <a:avLst/>
          </a:prstGeom>
          <a:noFill/>
          <a:ln w="35560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6AB2A2D4-2511-121B-0F0F-8B2E2D8C9B66}"/>
              </a:ext>
            </a:extLst>
          </p:cNvPr>
          <p:cNvCxnSpPr/>
          <p:nvPr/>
        </p:nvCxnSpPr>
        <p:spPr>
          <a:xfrm>
            <a:off x="2302933" y="25654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E223A86B-50F5-ADAE-17F8-B1EDF1D9FA29}"/>
              </a:ext>
            </a:extLst>
          </p:cNvPr>
          <p:cNvCxnSpPr/>
          <p:nvPr/>
        </p:nvCxnSpPr>
        <p:spPr>
          <a:xfrm>
            <a:off x="2302933" y="26670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37B529DD-7432-BD91-7201-95EC0A1BC253}"/>
              </a:ext>
            </a:extLst>
          </p:cNvPr>
          <p:cNvCxnSpPr/>
          <p:nvPr/>
        </p:nvCxnSpPr>
        <p:spPr>
          <a:xfrm>
            <a:off x="2302933" y="27686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37C25C6-1329-1DAF-323A-3C9BDB5A17CE}"/>
              </a:ext>
            </a:extLst>
          </p:cNvPr>
          <p:cNvSpPr txBox="1"/>
          <p:nvPr/>
        </p:nvSpPr>
        <p:spPr>
          <a:xfrm>
            <a:off x="1337733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6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5717EDFB-E712-6F25-E46E-3E3D394A74F0}"/>
              </a:ext>
            </a:extLst>
          </p:cNvPr>
          <p:cNvSpPr txBox="1"/>
          <p:nvPr/>
        </p:nvSpPr>
        <p:spPr>
          <a:xfrm>
            <a:off x="812800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2" name="楕円 11">
            <a:extLst>
              <a:ext uri="{FF2B5EF4-FFF2-40B4-BE49-F238E27FC236}">
                <a16:creationId xmlns:a16="http://schemas.microsoft.com/office/drawing/2014/main" id="{92304D03-B2C8-1F0E-43B6-C13B196A0039}"/>
              </a:ext>
            </a:extLst>
          </p:cNvPr>
          <p:cNvSpPr/>
          <p:nvPr/>
        </p:nvSpPr>
        <p:spPr>
          <a:xfrm>
            <a:off x="4775200" y="2095500"/>
            <a:ext cx="2641600" cy="2641600"/>
          </a:xfrm>
          <a:prstGeom prst="ellipse">
            <a:avLst/>
          </a:prstGeom>
          <a:solidFill>
            <a:srgbClr val="344445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88EC5F98-A97A-5209-E83C-A1A639C65109}"/>
              </a:ext>
            </a:extLst>
          </p:cNvPr>
          <p:cNvCxnSpPr/>
          <p:nvPr/>
        </p:nvCxnSpPr>
        <p:spPr>
          <a:xfrm>
            <a:off x="5867400" y="2463800"/>
            <a:ext cx="0" cy="457200"/>
          </a:xfrm>
          <a:prstGeom prst="line">
            <a:avLst/>
          </a:prstGeom>
          <a:ln w="35560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419B331E-9097-A32A-F421-97CE1A0D1FE3}"/>
              </a:ext>
            </a:extLst>
          </p:cNvPr>
          <p:cNvCxnSpPr/>
          <p:nvPr/>
        </p:nvCxnSpPr>
        <p:spPr>
          <a:xfrm>
            <a:off x="5867400" y="2921000"/>
            <a:ext cx="482600" cy="0"/>
          </a:xfrm>
          <a:prstGeom prst="line">
            <a:avLst/>
          </a:prstGeom>
          <a:ln w="35560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83ABCF1B-2CC0-A02B-6C4C-5FAE49514049}"/>
              </a:ext>
            </a:extLst>
          </p:cNvPr>
          <p:cNvSpPr/>
          <p:nvPr/>
        </p:nvSpPr>
        <p:spPr>
          <a:xfrm>
            <a:off x="5943600" y="2692400"/>
            <a:ext cx="76200" cy="1778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090C096A-055E-9FEA-97A4-B6EE8ED782B0}"/>
              </a:ext>
            </a:extLst>
          </p:cNvPr>
          <p:cNvSpPr/>
          <p:nvPr/>
        </p:nvSpPr>
        <p:spPr>
          <a:xfrm>
            <a:off x="6070600" y="2565400"/>
            <a:ext cx="76200" cy="3048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CF4FD65D-6107-26D9-B4F6-2497C7C1948C}"/>
              </a:ext>
            </a:extLst>
          </p:cNvPr>
          <p:cNvSpPr/>
          <p:nvPr/>
        </p:nvSpPr>
        <p:spPr>
          <a:xfrm>
            <a:off x="6197600" y="2463800"/>
            <a:ext cx="76200" cy="4064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181030A4-1B32-E884-AFDE-C96728F40029}"/>
              </a:ext>
            </a:extLst>
          </p:cNvPr>
          <p:cNvSpPr txBox="1"/>
          <p:nvPr/>
        </p:nvSpPr>
        <p:spPr>
          <a:xfrm>
            <a:off x="5029200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6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83E35A27-3871-CE8C-DA21-2A1F8EA79C31}"/>
              </a:ext>
            </a:extLst>
          </p:cNvPr>
          <p:cNvSpPr txBox="1"/>
          <p:nvPr/>
        </p:nvSpPr>
        <p:spPr>
          <a:xfrm>
            <a:off x="4504267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0" name="楕円 19">
            <a:extLst>
              <a:ext uri="{FF2B5EF4-FFF2-40B4-BE49-F238E27FC236}">
                <a16:creationId xmlns:a16="http://schemas.microsoft.com/office/drawing/2014/main" id="{CE82E64C-BD63-1066-2CD3-11ECBF9F3393}"/>
              </a:ext>
            </a:extLst>
          </p:cNvPr>
          <p:cNvSpPr/>
          <p:nvPr/>
        </p:nvSpPr>
        <p:spPr>
          <a:xfrm>
            <a:off x="8466667" y="2095500"/>
            <a:ext cx="2641600" cy="2641600"/>
          </a:xfrm>
          <a:prstGeom prst="ellipse">
            <a:avLst/>
          </a:prstGeom>
          <a:solidFill>
            <a:srgbClr val="2C3F54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楕円 20">
            <a:extLst>
              <a:ext uri="{FF2B5EF4-FFF2-40B4-BE49-F238E27FC236}">
                <a16:creationId xmlns:a16="http://schemas.microsoft.com/office/drawing/2014/main" id="{A07F0BC1-FC2A-87DF-E251-8DE0A41B62DE}"/>
              </a:ext>
            </a:extLst>
          </p:cNvPr>
          <p:cNvSpPr/>
          <p:nvPr/>
        </p:nvSpPr>
        <p:spPr>
          <a:xfrm>
            <a:off x="9685867" y="2463800"/>
            <a:ext cx="203200" cy="2032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四角形: 角を丸くする 21">
            <a:extLst>
              <a:ext uri="{FF2B5EF4-FFF2-40B4-BE49-F238E27FC236}">
                <a16:creationId xmlns:a16="http://schemas.microsoft.com/office/drawing/2014/main" id="{5A65631E-4955-1CAF-FEEE-1427280BD9C4}"/>
              </a:ext>
            </a:extLst>
          </p:cNvPr>
          <p:cNvSpPr/>
          <p:nvPr/>
        </p:nvSpPr>
        <p:spPr>
          <a:xfrm>
            <a:off x="9609667" y="2717800"/>
            <a:ext cx="355600" cy="228600"/>
          </a:xfrm>
          <a:prstGeom prst="roundRect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F69C53E2-60BE-BFBD-15A3-AD05C6320A10}"/>
              </a:ext>
            </a:extLst>
          </p:cNvPr>
          <p:cNvSpPr/>
          <p:nvPr/>
        </p:nvSpPr>
        <p:spPr>
          <a:xfrm>
            <a:off x="9508067" y="25654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9064DAA8-0964-A8FE-8303-166DB9954C00}"/>
              </a:ext>
            </a:extLst>
          </p:cNvPr>
          <p:cNvSpPr/>
          <p:nvPr/>
        </p:nvSpPr>
        <p:spPr>
          <a:xfrm>
            <a:off x="9965267" y="25654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0A6B5C8A-55A8-B907-15CE-8EF016A3358E}"/>
              </a:ext>
            </a:extLst>
          </p:cNvPr>
          <p:cNvCxnSpPr/>
          <p:nvPr/>
        </p:nvCxnSpPr>
        <p:spPr>
          <a:xfrm>
            <a:off x="9533467" y="2743200"/>
            <a:ext cx="0" cy="152400"/>
          </a:xfrm>
          <a:prstGeom prst="line">
            <a:avLst/>
          </a:prstGeom>
          <a:ln w="35560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39E7C0B3-7454-3EE4-87FA-3ADAAD612C61}"/>
              </a:ext>
            </a:extLst>
          </p:cNvPr>
          <p:cNvCxnSpPr/>
          <p:nvPr/>
        </p:nvCxnSpPr>
        <p:spPr>
          <a:xfrm>
            <a:off x="10041467" y="2743200"/>
            <a:ext cx="0" cy="152400"/>
          </a:xfrm>
          <a:prstGeom prst="line">
            <a:avLst/>
          </a:prstGeom>
          <a:ln w="35560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7DB29D6-5D2C-B06A-F0EB-DFA80F450F1E}"/>
              </a:ext>
            </a:extLst>
          </p:cNvPr>
          <p:cNvSpPr txBox="1"/>
          <p:nvPr/>
        </p:nvSpPr>
        <p:spPr>
          <a:xfrm>
            <a:off x="8720667" y="3136900"/>
            <a:ext cx="2133600" cy="1016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6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2FA516C3-178A-63D0-1F96-A500CAC0F53D}"/>
              </a:ext>
            </a:extLst>
          </p:cNvPr>
          <p:cNvSpPr txBox="1"/>
          <p:nvPr/>
        </p:nvSpPr>
        <p:spPr>
          <a:xfrm>
            <a:off x="8195733" y="4940300"/>
            <a:ext cx="3183467" cy="1079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B8D597EF-6668-C125-6C92-71082DBCFE7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4C3EE59-3CD8-A53F-1434-49ADEF5932A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565509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3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B63DE1FB-9EE2-90BF-8E57-3E5A2E7EDCBF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A8BF956-AA68-9053-E0DF-821FE3571535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アイコンと本文を囲む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BC0B6BB-6FE3-867A-D160-16CFF9B8E5C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7750575-B23F-AF3C-964B-A3E298527C7A}"/>
              </a:ext>
            </a:extLst>
          </p:cNvPr>
          <p:cNvSpPr/>
          <p:nvPr/>
        </p:nvSpPr>
        <p:spPr>
          <a:xfrm>
            <a:off x="711200" y="2019300"/>
            <a:ext cx="5232400" cy="1930400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154C8F0-0AD4-52D6-3019-07C86DE69098}"/>
              </a:ext>
            </a:extLst>
          </p:cNvPr>
          <p:cNvSpPr/>
          <p:nvPr/>
        </p:nvSpPr>
        <p:spPr>
          <a:xfrm>
            <a:off x="711200" y="2019300"/>
            <a:ext cx="38100" cy="19304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8F19046-3840-6549-D747-FA356A55F156}"/>
              </a:ext>
            </a:extLst>
          </p:cNvPr>
          <p:cNvSpPr/>
          <p:nvPr/>
        </p:nvSpPr>
        <p:spPr>
          <a:xfrm>
            <a:off x="1066800" y="2514600"/>
            <a:ext cx="355600" cy="508000"/>
          </a:xfrm>
          <a:prstGeom prst="roundRect">
            <a:avLst/>
          </a:prstGeom>
          <a:noFill/>
          <a:ln w="35560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AC4784B5-7E94-D6D7-B51E-54A97FE6392D}"/>
              </a:ext>
            </a:extLst>
          </p:cNvPr>
          <p:cNvCxnSpPr/>
          <p:nvPr/>
        </p:nvCxnSpPr>
        <p:spPr>
          <a:xfrm>
            <a:off x="1143000" y="26416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9792F76F-F48B-83F4-B4C3-0D42A70D5241}"/>
              </a:ext>
            </a:extLst>
          </p:cNvPr>
          <p:cNvCxnSpPr/>
          <p:nvPr/>
        </p:nvCxnSpPr>
        <p:spPr>
          <a:xfrm>
            <a:off x="1143000" y="27432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33C81D1F-0B1A-75E9-7460-447C21A6DC78}"/>
              </a:ext>
            </a:extLst>
          </p:cNvPr>
          <p:cNvCxnSpPr/>
          <p:nvPr/>
        </p:nvCxnSpPr>
        <p:spPr>
          <a:xfrm>
            <a:off x="1143000" y="2844800"/>
            <a:ext cx="203200" cy="0"/>
          </a:xfrm>
          <a:prstGeom prst="line">
            <a:avLst/>
          </a:prstGeom>
          <a:ln w="35560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331F086C-0931-DD67-1100-10CE6CF889B5}"/>
              </a:ext>
            </a:extLst>
          </p:cNvPr>
          <p:cNvSpPr txBox="1"/>
          <p:nvPr/>
        </p:nvSpPr>
        <p:spPr>
          <a:xfrm>
            <a:off x="1803400" y="21971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6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F814F88-C988-FB02-F213-2B6DF1CA4BC6}"/>
              </a:ext>
            </a:extLst>
          </p:cNvPr>
          <p:cNvSpPr txBox="1"/>
          <p:nvPr/>
        </p:nvSpPr>
        <p:spPr>
          <a:xfrm>
            <a:off x="1803400" y="31369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33052DB7-35CF-79FD-3952-CE4FD943EB3C}"/>
              </a:ext>
            </a:extLst>
          </p:cNvPr>
          <p:cNvSpPr/>
          <p:nvPr/>
        </p:nvSpPr>
        <p:spPr>
          <a:xfrm>
            <a:off x="6248400" y="2019300"/>
            <a:ext cx="5232400" cy="1930400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7DBBE4D2-30D9-CE1E-81C8-5C778D1362C6}"/>
              </a:ext>
            </a:extLst>
          </p:cNvPr>
          <p:cNvSpPr/>
          <p:nvPr/>
        </p:nvSpPr>
        <p:spPr>
          <a:xfrm>
            <a:off x="6248400" y="2019300"/>
            <a:ext cx="38100" cy="19304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F71FA16A-4DE9-5E7E-6D82-83855F251D49}"/>
              </a:ext>
            </a:extLst>
          </p:cNvPr>
          <p:cNvCxnSpPr/>
          <p:nvPr/>
        </p:nvCxnSpPr>
        <p:spPr>
          <a:xfrm>
            <a:off x="6553200" y="2540000"/>
            <a:ext cx="0" cy="457200"/>
          </a:xfrm>
          <a:prstGeom prst="line">
            <a:avLst/>
          </a:prstGeom>
          <a:ln w="35560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8ED4B0B1-F70E-9665-2448-A6C0E23523E7}"/>
              </a:ext>
            </a:extLst>
          </p:cNvPr>
          <p:cNvCxnSpPr/>
          <p:nvPr/>
        </p:nvCxnSpPr>
        <p:spPr>
          <a:xfrm>
            <a:off x="6553200" y="2997200"/>
            <a:ext cx="482600" cy="0"/>
          </a:xfrm>
          <a:prstGeom prst="line">
            <a:avLst/>
          </a:prstGeom>
          <a:ln w="35560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A7420B97-ABEC-8BFA-591B-4948304CEDCE}"/>
              </a:ext>
            </a:extLst>
          </p:cNvPr>
          <p:cNvSpPr/>
          <p:nvPr/>
        </p:nvSpPr>
        <p:spPr>
          <a:xfrm>
            <a:off x="6629400" y="2768600"/>
            <a:ext cx="76200" cy="1778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BBF79FD7-F5F9-B2AD-625E-6223A40A0661}"/>
              </a:ext>
            </a:extLst>
          </p:cNvPr>
          <p:cNvSpPr/>
          <p:nvPr/>
        </p:nvSpPr>
        <p:spPr>
          <a:xfrm>
            <a:off x="6756400" y="2641600"/>
            <a:ext cx="76200" cy="3048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E436CD83-9006-AD8D-8D9F-4FC0C2C5BDC9}"/>
              </a:ext>
            </a:extLst>
          </p:cNvPr>
          <p:cNvSpPr/>
          <p:nvPr/>
        </p:nvSpPr>
        <p:spPr>
          <a:xfrm>
            <a:off x="6883400" y="2540000"/>
            <a:ext cx="76200" cy="406400"/>
          </a:xfrm>
          <a:prstGeom prst="rect">
            <a:avLst/>
          </a:prstGeom>
          <a:noFill/>
          <a:ln w="35560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4F0E496A-CD01-11C4-5622-C20482CB70E6}"/>
              </a:ext>
            </a:extLst>
          </p:cNvPr>
          <p:cNvSpPr txBox="1"/>
          <p:nvPr/>
        </p:nvSpPr>
        <p:spPr>
          <a:xfrm>
            <a:off x="7340600" y="21971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6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B8CA2004-5EDD-A2A7-42F0-DD1867AC7657}"/>
              </a:ext>
            </a:extLst>
          </p:cNvPr>
          <p:cNvSpPr txBox="1"/>
          <p:nvPr/>
        </p:nvSpPr>
        <p:spPr>
          <a:xfrm>
            <a:off x="7340600" y="31369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E47007BD-5318-FF6A-31D2-827F2E55D2DE}"/>
              </a:ext>
            </a:extLst>
          </p:cNvPr>
          <p:cNvSpPr/>
          <p:nvPr/>
        </p:nvSpPr>
        <p:spPr>
          <a:xfrm>
            <a:off x="711200" y="4076700"/>
            <a:ext cx="5232400" cy="1930400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5FE95AE-8E0C-A3FF-A058-E9044176A312}"/>
              </a:ext>
            </a:extLst>
          </p:cNvPr>
          <p:cNvSpPr/>
          <p:nvPr/>
        </p:nvSpPr>
        <p:spPr>
          <a:xfrm>
            <a:off x="711200" y="4076700"/>
            <a:ext cx="38100" cy="19304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029B273A-E1D1-0613-182E-8B35B03ABF42}"/>
              </a:ext>
            </a:extLst>
          </p:cNvPr>
          <p:cNvSpPr/>
          <p:nvPr/>
        </p:nvSpPr>
        <p:spPr>
          <a:xfrm>
            <a:off x="1143000" y="4597400"/>
            <a:ext cx="203200" cy="2032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9C81362D-4268-B293-DBC6-29D522A6C87C}"/>
              </a:ext>
            </a:extLst>
          </p:cNvPr>
          <p:cNvSpPr/>
          <p:nvPr/>
        </p:nvSpPr>
        <p:spPr>
          <a:xfrm>
            <a:off x="1066800" y="4851400"/>
            <a:ext cx="355600" cy="228600"/>
          </a:xfrm>
          <a:prstGeom prst="roundRect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A20B9731-9A73-13C9-FF29-E94E55BAE204}"/>
              </a:ext>
            </a:extLst>
          </p:cNvPr>
          <p:cNvSpPr/>
          <p:nvPr/>
        </p:nvSpPr>
        <p:spPr>
          <a:xfrm>
            <a:off x="965200" y="46990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D52DB730-CCDE-32F2-8D06-D665BC150B09}"/>
              </a:ext>
            </a:extLst>
          </p:cNvPr>
          <p:cNvSpPr/>
          <p:nvPr/>
        </p:nvSpPr>
        <p:spPr>
          <a:xfrm>
            <a:off x="1422400" y="4699000"/>
            <a:ext cx="101600" cy="101600"/>
          </a:xfrm>
          <a:prstGeom prst="ellipse">
            <a:avLst/>
          </a:prstGeom>
          <a:noFill/>
          <a:ln w="35560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3DE5224D-2383-22B0-F114-6DC8AAF71ACB}"/>
              </a:ext>
            </a:extLst>
          </p:cNvPr>
          <p:cNvCxnSpPr/>
          <p:nvPr/>
        </p:nvCxnSpPr>
        <p:spPr>
          <a:xfrm>
            <a:off x="990600" y="4876800"/>
            <a:ext cx="0" cy="152400"/>
          </a:xfrm>
          <a:prstGeom prst="line">
            <a:avLst/>
          </a:prstGeom>
          <a:ln w="35560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15F26DC7-7A45-4998-6912-A5467831E7CB}"/>
              </a:ext>
            </a:extLst>
          </p:cNvPr>
          <p:cNvCxnSpPr/>
          <p:nvPr/>
        </p:nvCxnSpPr>
        <p:spPr>
          <a:xfrm>
            <a:off x="1498600" y="4876800"/>
            <a:ext cx="0" cy="152400"/>
          </a:xfrm>
          <a:prstGeom prst="line">
            <a:avLst/>
          </a:prstGeom>
          <a:ln w="35560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F840180D-B429-2748-01BB-25A0C2D69DFA}"/>
              </a:ext>
            </a:extLst>
          </p:cNvPr>
          <p:cNvSpPr txBox="1"/>
          <p:nvPr/>
        </p:nvSpPr>
        <p:spPr>
          <a:xfrm>
            <a:off x="1803400" y="42545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6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15213250-FEE7-B0DE-0FDA-7D6FA27C9EB5}"/>
              </a:ext>
            </a:extLst>
          </p:cNvPr>
          <p:cNvSpPr txBox="1"/>
          <p:nvPr/>
        </p:nvSpPr>
        <p:spPr>
          <a:xfrm>
            <a:off x="1803400" y="51943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672C79A-E592-D3A1-F75E-8BD29106A4F6}"/>
              </a:ext>
            </a:extLst>
          </p:cNvPr>
          <p:cNvSpPr/>
          <p:nvPr/>
        </p:nvSpPr>
        <p:spPr>
          <a:xfrm>
            <a:off x="6248400" y="4076700"/>
            <a:ext cx="5232400" cy="1930400"/>
          </a:xfrm>
          <a:prstGeom prst="rect">
            <a:avLst/>
          </a:prstGeom>
          <a:solidFill>
            <a:srgbClr val="2646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3A2E72F7-E990-B56D-B603-2D5B43DB0DA6}"/>
              </a:ext>
            </a:extLst>
          </p:cNvPr>
          <p:cNvSpPr/>
          <p:nvPr/>
        </p:nvSpPr>
        <p:spPr>
          <a:xfrm>
            <a:off x="6248400" y="4076700"/>
            <a:ext cx="38100" cy="19304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6D468CDF-306E-AE9E-B1E1-4D3EA1974A1F}"/>
              </a:ext>
            </a:extLst>
          </p:cNvPr>
          <p:cNvSpPr/>
          <p:nvPr/>
        </p:nvSpPr>
        <p:spPr>
          <a:xfrm>
            <a:off x="6527800" y="4572000"/>
            <a:ext cx="508000" cy="508000"/>
          </a:xfrm>
          <a:prstGeom prst="ellipse">
            <a:avLst/>
          </a:prstGeom>
          <a:noFill/>
          <a:ln w="35560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38B405F9-DDB9-983F-B0F4-C12365DA1267}"/>
              </a:ext>
            </a:extLst>
          </p:cNvPr>
          <p:cNvSpPr/>
          <p:nvPr/>
        </p:nvSpPr>
        <p:spPr>
          <a:xfrm>
            <a:off x="6654800" y="4572000"/>
            <a:ext cx="254000" cy="508000"/>
          </a:xfrm>
          <a:prstGeom prst="ellipse">
            <a:avLst/>
          </a:prstGeom>
          <a:noFill/>
          <a:ln w="35560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B7B84636-01F6-47AD-E44B-A36AF0C7F2B9}"/>
              </a:ext>
            </a:extLst>
          </p:cNvPr>
          <p:cNvCxnSpPr/>
          <p:nvPr/>
        </p:nvCxnSpPr>
        <p:spPr>
          <a:xfrm>
            <a:off x="6527800" y="4826000"/>
            <a:ext cx="508000" cy="0"/>
          </a:xfrm>
          <a:prstGeom prst="line">
            <a:avLst/>
          </a:prstGeom>
          <a:ln w="35560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1B343BDE-E9B7-6C75-5768-F44922D8FCF8}"/>
              </a:ext>
            </a:extLst>
          </p:cNvPr>
          <p:cNvSpPr txBox="1"/>
          <p:nvPr/>
        </p:nvSpPr>
        <p:spPr>
          <a:xfrm>
            <a:off x="7340600" y="4254500"/>
            <a:ext cx="3886200" cy="876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6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083AF087-EA23-C288-80AE-FA5580CBA3EF}"/>
              </a:ext>
            </a:extLst>
          </p:cNvPr>
          <p:cNvSpPr txBox="1"/>
          <p:nvPr/>
        </p:nvSpPr>
        <p:spPr>
          <a:xfrm>
            <a:off x="7340600" y="5194300"/>
            <a:ext cx="3886200" cy="660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2A3AAD04-6FE0-A1AE-E050-4EA4B80D10B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AC53D4B5-2811-7646-68AE-8A1BE0765CFF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416694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4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CD5A994-7B96-D960-579F-B5944A99103C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9257801-30BB-24B0-DB98-E48BBEB991F5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アイコンと見出しの横帯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B789C724-B013-510F-480A-B47DBEC5FED2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838459B-C516-356E-0E60-C90EB9E48D15}"/>
              </a:ext>
            </a:extLst>
          </p:cNvPr>
          <p:cNvSpPr/>
          <p:nvPr/>
        </p:nvSpPr>
        <p:spPr>
          <a:xfrm>
            <a:off x="711200" y="2019300"/>
            <a:ext cx="107696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C08FDF10-4D14-9D86-039B-35A67A6930D6}"/>
              </a:ext>
            </a:extLst>
          </p:cNvPr>
          <p:cNvSpPr/>
          <p:nvPr/>
        </p:nvSpPr>
        <p:spPr>
          <a:xfrm>
            <a:off x="711200" y="2019300"/>
            <a:ext cx="38100" cy="8763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16738F3E-B2DB-92AB-54FC-A428A48F5660}"/>
              </a:ext>
            </a:extLst>
          </p:cNvPr>
          <p:cNvSpPr/>
          <p:nvPr/>
        </p:nvSpPr>
        <p:spPr>
          <a:xfrm>
            <a:off x="1076325" y="2235200"/>
            <a:ext cx="311150" cy="444500"/>
          </a:xfrm>
          <a:prstGeom prst="roundRect">
            <a:avLst/>
          </a:prstGeom>
          <a:noFill/>
          <a:ln w="31115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8F82B61C-1FBD-999F-F00A-AF1B6074466A}"/>
              </a:ext>
            </a:extLst>
          </p:cNvPr>
          <p:cNvCxnSpPr/>
          <p:nvPr/>
        </p:nvCxnSpPr>
        <p:spPr>
          <a:xfrm>
            <a:off x="1143000" y="2346325"/>
            <a:ext cx="177800" cy="0"/>
          </a:xfrm>
          <a:prstGeom prst="line">
            <a:avLst/>
          </a:prstGeom>
          <a:ln w="3111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18FAB47E-94D4-32A4-4D1D-F6E24EB2545E}"/>
              </a:ext>
            </a:extLst>
          </p:cNvPr>
          <p:cNvCxnSpPr/>
          <p:nvPr/>
        </p:nvCxnSpPr>
        <p:spPr>
          <a:xfrm>
            <a:off x="1143000" y="2435225"/>
            <a:ext cx="177800" cy="0"/>
          </a:xfrm>
          <a:prstGeom prst="line">
            <a:avLst/>
          </a:prstGeom>
          <a:ln w="3111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970B9FCF-996C-961D-1244-B5F66C2C43B9}"/>
              </a:ext>
            </a:extLst>
          </p:cNvPr>
          <p:cNvCxnSpPr/>
          <p:nvPr/>
        </p:nvCxnSpPr>
        <p:spPr>
          <a:xfrm>
            <a:off x="1143000" y="2524125"/>
            <a:ext cx="177800" cy="0"/>
          </a:xfrm>
          <a:prstGeom prst="line">
            <a:avLst/>
          </a:prstGeom>
          <a:ln w="31115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70CDC331-0BEF-BA0D-DFE2-033C2E1DCD23}"/>
              </a:ext>
            </a:extLst>
          </p:cNvPr>
          <p:cNvSpPr txBox="1"/>
          <p:nvPr/>
        </p:nvSpPr>
        <p:spPr>
          <a:xfrm>
            <a:off x="1752600" y="21463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4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85C65763-290E-6371-6C04-A8261E274845}"/>
              </a:ext>
            </a:extLst>
          </p:cNvPr>
          <p:cNvSpPr txBox="1"/>
          <p:nvPr/>
        </p:nvSpPr>
        <p:spPr>
          <a:xfrm>
            <a:off x="5562600" y="21590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FE0F7FD0-48F5-37C3-73D3-93E831B1640A}"/>
              </a:ext>
            </a:extLst>
          </p:cNvPr>
          <p:cNvSpPr/>
          <p:nvPr/>
        </p:nvSpPr>
        <p:spPr>
          <a:xfrm>
            <a:off x="711200" y="3022600"/>
            <a:ext cx="107696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C163FD5-AF2D-437F-5745-B9A9ABC535F2}"/>
              </a:ext>
            </a:extLst>
          </p:cNvPr>
          <p:cNvSpPr/>
          <p:nvPr/>
        </p:nvSpPr>
        <p:spPr>
          <a:xfrm>
            <a:off x="711200" y="3022600"/>
            <a:ext cx="38100" cy="8763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73CF370A-894D-AD61-7025-50C27CBB8FB7}"/>
              </a:ext>
            </a:extLst>
          </p:cNvPr>
          <p:cNvCxnSpPr/>
          <p:nvPr/>
        </p:nvCxnSpPr>
        <p:spPr>
          <a:xfrm>
            <a:off x="1031875" y="3260725"/>
            <a:ext cx="0" cy="400050"/>
          </a:xfrm>
          <a:prstGeom prst="line">
            <a:avLst/>
          </a:prstGeom>
          <a:ln w="3111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14FCF7DB-307A-D500-E0A1-E7B08CC942FA}"/>
              </a:ext>
            </a:extLst>
          </p:cNvPr>
          <p:cNvCxnSpPr/>
          <p:nvPr/>
        </p:nvCxnSpPr>
        <p:spPr>
          <a:xfrm>
            <a:off x="1031875" y="3660775"/>
            <a:ext cx="422275" cy="0"/>
          </a:xfrm>
          <a:prstGeom prst="line">
            <a:avLst/>
          </a:prstGeom>
          <a:ln w="31115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3AC6BA92-88EA-C868-38D6-1A2CD4D5331C}"/>
              </a:ext>
            </a:extLst>
          </p:cNvPr>
          <p:cNvSpPr/>
          <p:nvPr/>
        </p:nvSpPr>
        <p:spPr>
          <a:xfrm>
            <a:off x="1098550" y="3460750"/>
            <a:ext cx="66675" cy="155575"/>
          </a:xfrm>
          <a:prstGeom prst="rect">
            <a:avLst/>
          </a:prstGeom>
          <a:noFill/>
          <a:ln w="31115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D4BCE08B-E43F-0AE8-E92D-4FC39F798B1F}"/>
              </a:ext>
            </a:extLst>
          </p:cNvPr>
          <p:cNvSpPr/>
          <p:nvPr/>
        </p:nvSpPr>
        <p:spPr>
          <a:xfrm>
            <a:off x="1209675" y="3349625"/>
            <a:ext cx="66675" cy="266700"/>
          </a:xfrm>
          <a:prstGeom prst="rect">
            <a:avLst/>
          </a:prstGeom>
          <a:noFill/>
          <a:ln w="31115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7ECFB85-28EC-9DD6-710A-90923064F4C0}"/>
              </a:ext>
            </a:extLst>
          </p:cNvPr>
          <p:cNvSpPr/>
          <p:nvPr/>
        </p:nvSpPr>
        <p:spPr>
          <a:xfrm>
            <a:off x="1320800" y="3260725"/>
            <a:ext cx="66675" cy="355600"/>
          </a:xfrm>
          <a:prstGeom prst="rect">
            <a:avLst/>
          </a:prstGeom>
          <a:noFill/>
          <a:ln w="31115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FE945E7-3D8F-47C6-6E79-214FE234B1EE}"/>
              </a:ext>
            </a:extLst>
          </p:cNvPr>
          <p:cNvSpPr txBox="1"/>
          <p:nvPr/>
        </p:nvSpPr>
        <p:spPr>
          <a:xfrm>
            <a:off x="1752600" y="31496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4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5911658C-67A5-1365-60E5-702249AAF0E2}"/>
              </a:ext>
            </a:extLst>
          </p:cNvPr>
          <p:cNvSpPr txBox="1"/>
          <p:nvPr/>
        </p:nvSpPr>
        <p:spPr>
          <a:xfrm>
            <a:off x="5562600" y="31623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54DFCED3-5BAC-734D-88BE-D6FC940802A2}"/>
              </a:ext>
            </a:extLst>
          </p:cNvPr>
          <p:cNvSpPr/>
          <p:nvPr/>
        </p:nvSpPr>
        <p:spPr>
          <a:xfrm>
            <a:off x="711200" y="4025900"/>
            <a:ext cx="107696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E41A361-D37D-3EF5-4D0A-11A228142205}"/>
              </a:ext>
            </a:extLst>
          </p:cNvPr>
          <p:cNvSpPr/>
          <p:nvPr/>
        </p:nvSpPr>
        <p:spPr>
          <a:xfrm>
            <a:off x="711200" y="4025900"/>
            <a:ext cx="38100" cy="8763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楕円 23">
            <a:extLst>
              <a:ext uri="{FF2B5EF4-FFF2-40B4-BE49-F238E27FC236}">
                <a16:creationId xmlns:a16="http://schemas.microsoft.com/office/drawing/2014/main" id="{602237BA-2972-5946-CAAF-49B4D76C845F}"/>
              </a:ext>
            </a:extLst>
          </p:cNvPr>
          <p:cNvSpPr/>
          <p:nvPr/>
        </p:nvSpPr>
        <p:spPr>
          <a:xfrm>
            <a:off x="1143000" y="4264025"/>
            <a:ext cx="177800" cy="177800"/>
          </a:xfrm>
          <a:prstGeom prst="ellipse">
            <a:avLst/>
          </a:prstGeom>
          <a:noFill/>
          <a:ln w="3111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82D31038-0347-FC16-29F7-4F347D072D4D}"/>
              </a:ext>
            </a:extLst>
          </p:cNvPr>
          <p:cNvSpPr/>
          <p:nvPr/>
        </p:nvSpPr>
        <p:spPr>
          <a:xfrm>
            <a:off x="1076325" y="4486275"/>
            <a:ext cx="311150" cy="200025"/>
          </a:xfrm>
          <a:prstGeom prst="roundRect">
            <a:avLst/>
          </a:prstGeom>
          <a:noFill/>
          <a:ln w="3111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6ECA008E-C30B-32AC-34BB-151DAD3488FA}"/>
              </a:ext>
            </a:extLst>
          </p:cNvPr>
          <p:cNvSpPr/>
          <p:nvPr/>
        </p:nvSpPr>
        <p:spPr>
          <a:xfrm>
            <a:off x="987425" y="4352925"/>
            <a:ext cx="88900" cy="88900"/>
          </a:xfrm>
          <a:prstGeom prst="ellipse">
            <a:avLst/>
          </a:prstGeom>
          <a:noFill/>
          <a:ln w="3111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ADC19038-E5CC-DE40-CBCF-10362F2A7E88}"/>
              </a:ext>
            </a:extLst>
          </p:cNvPr>
          <p:cNvSpPr/>
          <p:nvPr/>
        </p:nvSpPr>
        <p:spPr>
          <a:xfrm>
            <a:off x="1387475" y="4352925"/>
            <a:ext cx="88900" cy="88900"/>
          </a:xfrm>
          <a:prstGeom prst="ellipse">
            <a:avLst/>
          </a:prstGeom>
          <a:noFill/>
          <a:ln w="31115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8F7B8A52-E65A-7E89-3849-9D69EA3DF84F}"/>
              </a:ext>
            </a:extLst>
          </p:cNvPr>
          <p:cNvCxnSpPr/>
          <p:nvPr/>
        </p:nvCxnSpPr>
        <p:spPr>
          <a:xfrm>
            <a:off x="1009650" y="4508500"/>
            <a:ext cx="0" cy="133350"/>
          </a:xfrm>
          <a:prstGeom prst="line">
            <a:avLst/>
          </a:prstGeom>
          <a:ln w="3111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45FAA209-178C-0124-5DB9-45EBE9612A79}"/>
              </a:ext>
            </a:extLst>
          </p:cNvPr>
          <p:cNvCxnSpPr/>
          <p:nvPr/>
        </p:nvCxnSpPr>
        <p:spPr>
          <a:xfrm>
            <a:off x="1454150" y="4508500"/>
            <a:ext cx="0" cy="133350"/>
          </a:xfrm>
          <a:prstGeom prst="line">
            <a:avLst/>
          </a:prstGeom>
          <a:ln w="31115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238FB4BE-F12C-DCB1-5F3A-E238D4192587}"/>
              </a:ext>
            </a:extLst>
          </p:cNvPr>
          <p:cNvSpPr txBox="1"/>
          <p:nvPr/>
        </p:nvSpPr>
        <p:spPr>
          <a:xfrm>
            <a:off x="1752600" y="41529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4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D4766F01-27C1-1EEA-A996-AD6400BA02EE}"/>
              </a:ext>
            </a:extLst>
          </p:cNvPr>
          <p:cNvSpPr txBox="1"/>
          <p:nvPr/>
        </p:nvSpPr>
        <p:spPr>
          <a:xfrm>
            <a:off x="5562600" y="41656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EB9B87F-9BAC-2AEF-ED1D-F474ACC29D4E}"/>
              </a:ext>
            </a:extLst>
          </p:cNvPr>
          <p:cNvSpPr/>
          <p:nvPr/>
        </p:nvSpPr>
        <p:spPr>
          <a:xfrm>
            <a:off x="711200" y="5029200"/>
            <a:ext cx="107696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正方形/長方形 32">
            <a:extLst>
              <a:ext uri="{FF2B5EF4-FFF2-40B4-BE49-F238E27FC236}">
                <a16:creationId xmlns:a16="http://schemas.microsoft.com/office/drawing/2014/main" id="{684309FF-299D-871D-2D8B-2266C3467F47}"/>
              </a:ext>
            </a:extLst>
          </p:cNvPr>
          <p:cNvSpPr/>
          <p:nvPr/>
        </p:nvSpPr>
        <p:spPr>
          <a:xfrm>
            <a:off x="711200" y="5029200"/>
            <a:ext cx="38100" cy="8763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楕円 33">
            <a:extLst>
              <a:ext uri="{FF2B5EF4-FFF2-40B4-BE49-F238E27FC236}">
                <a16:creationId xmlns:a16="http://schemas.microsoft.com/office/drawing/2014/main" id="{926F1747-1EC5-5AE6-3B6D-2719F8FE4F17}"/>
              </a:ext>
            </a:extLst>
          </p:cNvPr>
          <p:cNvSpPr/>
          <p:nvPr/>
        </p:nvSpPr>
        <p:spPr>
          <a:xfrm>
            <a:off x="1009650" y="5245100"/>
            <a:ext cx="444500" cy="444500"/>
          </a:xfrm>
          <a:prstGeom prst="ellipse">
            <a:avLst/>
          </a:prstGeom>
          <a:noFill/>
          <a:ln w="31115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5" name="楕円 34">
            <a:extLst>
              <a:ext uri="{FF2B5EF4-FFF2-40B4-BE49-F238E27FC236}">
                <a16:creationId xmlns:a16="http://schemas.microsoft.com/office/drawing/2014/main" id="{9B7F61A5-1D4C-F84F-D4CD-A9C945021E66}"/>
              </a:ext>
            </a:extLst>
          </p:cNvPr>
          <p:cNvSpPr/>
          <p:nvPr/>
        </p:nvSpPr>
        <p:spPr>
          <a:xfrm>
            <a:off x="1120775" y="5245100"/>
            <a:ext cx="222250" cy="444500"/>
          </a:xfrm>
          <a:prstGeom prst="ellipse">
            <a:avLst/>
          </a:prstGeom>
          <a:noFill/>
          <a:ln w="31115" cap="flat" cmpd="sng" algn="ctr">
            <a:solidFill>
              <a:srgbClr val="8ED1F0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375810FD-38E0-BA59-DDC7-6E31241A27EF}"/>
              </a:ext>
            </a:extLst>
          </p:cNvPr>
          <p:cNvCxnSpPr/>
          <p:nvPr/>
        </p:nvCxnSpPr>
        <p:spPr>
          <a:xfrm>
            <a:off x="1009650" y="5467350"/>
            <a:ext cx="444500" cy="0"/>
          </a:xfrm>
          <a:prstGeom prst="line">
            <a:avLst/>
          </a:prstGeom>
          <a:ln w="31115">
            <a:solidFill>
              <a:srgbClr val="8ED1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4D7A3B7D-746C-8B36-A621-7FD4C4BE0B6C}"/>
              </a:ext>
            </a:extLst>
          </p:cNvPr>
          <p:cNvSpPr txBox="1"/>
          <p:nvPr/>
        </p:nvSpPr>
        <p:spPr>
          <a:xfrm>
            <a:off x="1752600" y="5156200"/>
            <a:ext cx="34544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4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8017CE49-8BAD-2E14-549F-28B59FD78AE8}"/>
              </a:ext>
            </a:extLst>
          </p:cNvPr>
          <p:cNvSpPr txBox="1"/>
          <p:nvPr/>
        </p:nvSpPr>
        <p:spPr>
          <a:xfrm>
            <a:off x="5562600" y="5168900"/>
            <a:ext cx="5638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16334A74-4EEB-B7BD-3CF2-D2EE6528CA3E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006526D7-236C-8B9F-66D2-2C02A870C84B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567396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5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6ED127A-2B54-50CB-23DE-258284D11D35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A424CAF-EDBE-AFD7-5737-E642F7F4EFDA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結論を大きな色面に置く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293EA757-E9E2-71B2-20F2-1C953F1BB3C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EC894A1B-73D1-87A2-5A22-23F6FE3EC6FC}"/>
              </a:ext>
            </a:extLst>
          </p:cNvPr>
          <p:cNvSpPr/>
          <p:nvPr/>
        </p:nvSpPr>
        <p:spPr>
          <a:xfrm>
            <a:off x="711200" y="2019300"/>
            <a:ext cx="4699000" cy="4013200"/>
          </a:xfrm>
          <a:prstGeom prst="round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8492350-304B-BA98-4593-B3FE7FFF804A}"/>
              </a:ext>
            </a:extLst>
          </p:cNvPr>
          <p:cNvSpPr txBox="1"/>
          <p:nvPr/>
        </p:nvSpPr>
        <p:spPr>
          <a:xfrm>
            <a:off x="1016000" y="2400300"/>
            <a:ext cx="4089400" cy="2413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8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要点と根拠を伝え
る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C0C34C8E-ECE1-E1E1-1F52-966BFADBD7E1}"/>
              </a:ext>
            </a:extLst>
          </p:cNvPr>
          <p:cNvSpPr txBox="1"/>
          <p:nvPr/>
        </p:nvSpPr>
        <p:spPr>
          <a:xfrm>
            <a:off x="1016000" y="5054600"/>
            <a:ext cx="4089400" cy="749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同じ条件で情報を確かめます。</a:t>
            </a: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AAD3CA2-4C58-CCCA-05CC-C44F33F3CB82}"/>
              </a:ext>
            </a:extLst>
          </p:cNvPr>
          <p:cNvSpPr/>
          <p:nvPr/>
        </p:nvSpPr>
        <p:spPr>
          <a:xfrm>
            <a:off x="5765800" y="2019300"/>
            <a:ext cx="5715000" cy="1185333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46EB174-741D-4328-6B74-3B710E8B6008}"/>
              </a:ext>
            </a:extLst>
          </p:cNvPr>
          <p:cNvSpPr/>
          <p:nvPr/>
        </p:nvSpPr>
        <p:spPr>
          <a:xfrm>
            <a:off x="5765800" y="2019300"/>
            <a:ext cx="38100" cy="1185333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4A8AEB1-751C-5335-790C-BB7D4756D687}"/>
              </a:ext>
            </a:extLst>
          </p:cNvPr>
          <p:cNvSpPr txBox="1"/>
          <p:nvPr/>
        </p:nvSpPr>
        <p:spPr>
          <a:xfrm>
            <a:off x="6019800" y="2159000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6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1F0E4BC-5A03-2486-21EB-16F95D70C366}"/>
              </a:ext>
            </a:extLst>
          </p:cNvPr>
          <p:cNvSpPr txBox="1"/>
          <p:nvPr/>
        </p:nvSpPr>
        <p:spPr>
          <a:xfrm>
            <a:off x="6019800" y="2768600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2919D2A8-FF4F-47ED-EA9C-93595350D075}"/>
              </a:ext>
            </a:extLst>
          </p:cNvPr>
          <p:cNvSpPr/>
          <p:nvPr/>
        </p:nvSpPr>
        <p:spPr>
          <a:xfrm>
            <a:off x="5765800" y="3357033"/>
            <a:ext cx="5715000" cy="1185334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84615A80-71F1-DBFB-F340-45F6EE9247EF}"/>
              </a:ext>
            </a:extLst>
          </p:cNvPr>
          <p:cNvSpPr/>
          <p:nvPr/>
        </p:nvSpPr>
        <p:spPr>
          <a:xfrm>
            <a:off x="5765800" y="3357033"/>
            <a:ext cx="38100" cy="1185334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536A0DBC-5CA9-0737-48F2-6FC92E8858CE}"/>
              </a:ext>
            </a:extLst>
          </p:cNvPr>
          <p:cNvSpPr txBox="1"/>
          <p:nvPr/>
        </p:nvSpPr>
        <p:spPr>
          <a:xfrm>
            <a:off x="6019800" y="3496733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6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3DAE29E7-B45F-5113-9DD3-528E4D534A62}"/>
              </a:ext>
            </a:extLst>
          </p:cNvPr>
          <p:cNvSpPr txBox="1"/>
          <p:nvPr/>
        </p:nvSpPr>
        <p:spPr>
          <a:xfrm>
            <a:off x="6019800" y="4106333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304B71DD-B24E-74BD-07A7-38C48523881A}"/>
              </a:ext>
            </a:extLst>
          </p:cNvPr>
          <p:cNvSpPr/>
          <p:nvPr/>
        </p:nvSpPr>
        <p:spPr>
          <a:xfrm>
            <a:off x="5765800" y="4694767"/>
            <a:ext cx="5715000" cy="1185333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D096BB92-BCF8-3753-6133-DFE6D6F7864C}"/>
              </a:ext>
            </a:extLst>
          </p:cNvPr>
          <p:cNvSpPr/>
          <p:nvPr/>
        </p:nvSpPr>
        <p:spPr>
          <a:xfrm>
            <a:off x="5765800" y="4694767"/>
            <a:ext cx="38100" cy="1185333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966CB7F-77C7-660A-4AAB-C26C74EE5CA3}"/>
              </a:ext>
            </a:extLst>
          </p:cNvPr>
          <p:cNvSpPr txBox="1"/>
          <p:nvPr/>
        </p:nvSpPr>
        <p:spPr>
          <a:xfrm>
            <a:off x="6019800" y="4834467"/>
            <a:ext cx="5168900" cy="495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6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AB4318DD-7713-C5DC-4132-3FA5F3655EDA}"/>
              </a:ext>
            </a:extLst>
          </p:cNvPr>
          <p:cNvSpPr txBox="1"/>
          <p:nvPr/>
        </p:nvSpPr>
        <p:spPr>
          <a:xfrm>
            <a:off x="6019800" y="5444067"/>
            <a:ext cx="5168900" cy="410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9AE57117-67B1-E29E-CFAA-19F9A52FEB8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4AA490B6-1FF5-6A2B-4279-A2EC6CDDDAA0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5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066329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6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7D94646F-8B4F-22DC-8F0D-F8C79184516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D30BE8B-A9F0-DACD-3ED0-CB1FDB446F51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一行の大きな値と条件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A364CAB1-5852-CA07-E9A1-690811BA98D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6EECC670-034F-8805-B46A-4D5C0CD4D1EB}"/>
              </a:ext>
            </a:extLst>
          </p:cNvPr>
          <p:cNvSpPr/>
          <p:nvPr/>
        </p:nvSpPr>
        <p:spPr>
          <a:xfrm>
            <a:off x="711200" y="2019300"/>
            <a:ext cx="5232400" cy="1879600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E954B74-A558-65EF-6A81-038D85806522}"/>
              </a:ext>
            </a:extLst>
          </p:cNvPr>
          <p:cNvSpPr/>
          <p:nvPr/>
        </p:nvSpPr>
        <p:spPr>
          <a:xfrm>
            <a:off x="711200" y="2019300"/>
            <a:ext cx="38100" cy="18796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FB32DF-18D1-1BA8-A6D3-FE318E9829A8}"/>
              </a:ext>
            </a:extLst>
          </p:cNvPr>
          <p:cNvSpPr txBox="1"/>
          <p:nvPr/>
        </p:nvSpPr>
        <p:spPr>
          <a:xfrm>
            <a:off x="965200" y="21844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2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EC2ACDA-5AA6-00F1-C04B-3C4C15B28468}"/>
              </a:ext>
            </a:extLst>
          </p:cNvPr>
          <p:cNvSpPr txBox="1"/>
          <p:nvPr/>
        </p:nvSpPr>
        <p:spPr>
          <a:xfrm>
            <a:off x="965200" y="27051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69D3B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24</a:t>
            </a:r>
            <a:r>
              <a:rPr kumimoji="1" lang="ja-JP" altLang="en-US" sz="3800" b="1">
                <a:solidFill>
                  <a:srgbClr val="69D3B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6B69D76-9F04-5318-ADE2-C2DE8FBD6916}"/>
              </a:ext>
            </a:extLst>
          </p:cNvPr>
          <p:cNvSpPr txBox="1"/>
          <p:nvPr/>
        </p:nvSpPr>
        <p:spPr>
          <a:xfrm>
            <a:off x="965200" y="35179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6D1AAEAF-07A2-8DB4-59AC-651F38DA7EDF}"/>
              </a:ext>
            </a:extLst>
          </p:cNvPr>
          <p:cNvSpPr/>
          <p:nvPr/>
        </p:nvSpPr>
        <p:spPr>
          <a:xfrm>
            <a:off x="6248400" y="2019300"/>
            <a:ext cx="5232400" cy="1879600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A3987C6-AA99-81AC-2972-E9E0E0B36472}"/>
              </a:ext>
            </a:extLst>
          </p:cNvPr>
          <p:cNvSpPr/>
          <p:nvPr/>
        </p:nvSpPr>
        <p:spPr>
          <a:xfrm>
            <a:off x="6248400" y="2019300"/>
            <a:ext cx="38100" cy="18796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56DA8415-C237-7A86-5C3A-C377FA947B31}"/>
              </a:ext>
            </a:extLst>
          </p:cNvPr>
          <p:cNvSpPr txBox="1"/>
          <p:nvPr/>
        </p:nvSpPr>
        <p:spPr>
          <a:xfrm>
            <a:off x="6502400" y="21844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2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E02221CD-6427-05CC-D7CF-A4B317DE4081}"/>
              </a:ext>
            </a:extLst>
          </p:cNvPr>
          <p:cNvSpPr txBox="1"/>
          <p:nvPr/>
        </p:nvSpPr>
        <p:spPr>
          <a:xfrm>
            <a:off x="6502400" y="27051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F4C382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36</a:t>
            </a:r>
            <a:r>
              <a:rPr kumimoji="1" lang="ja-JP" altLang="en-US" sz="3800" b="1">
                <a:solidFill>
                  <a:srgbClr val="F4C382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BC021A43-745C-4433-6BBE-3C246A15D2C6}"/>
              </a:ext>
            </a:extLst>
          </p:cNvPr>
          <p:cNvSpPr txBox="1"/>
          <p:nvPr/>
        </p:nvSpPr>
        <p:spPr>
          <a:xfrm>
            <a:off x="6502400" y="35179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970B2225-9825-4693-A117-AEDE8ACBDD03}"/>
              </a:ext>
            </a:extLst>
          </p:cNvPr>
          <p:cNvSpPr/>
          <p:nvPr/>
        </p:nvSpPr>
        <p:spPr>
          <a:xfrm>
            <a:off x="711200" y="4025900"/>
            <a:ext cx="5232400" cy="1879600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9C00A18-4856-EB2C-8BF3-C8553CDB32A0}"/>
              </a:ext>
            </a:extLst>
          </p:cNvPr>
          <p:cNvSpPr/>
          <p:nvPr/>
        </p:nvSpPr>
        <p:spPr>
          <a:xfrm>
            <a:off x="711200" y="4025900"/>
            <a:ext cx="38100" cy="18796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5292198D-7354-66CE-7A0A-E6C32E903ED3}"/>
              </a:ext>
            </a:extLst>
          </p:cNvPr>
          <p:cNvSpPr txBox="1"/>
          <p:nvPr/>
        </p:nvSpPr>
        <p:spPr>
          <a:xfrm>
            <a:off x="965200" y="41910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2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DEDD928-DDBC-3E11-BC5D-3DC2E7FAACCD}"/>
              </a:ext>
            </a:extLst>
          </p:cNvPr>
          <p:cNvSpPr txBox="1"/>
          <p:nvPr/>
        </p:nvSpPr>
        <p:spPr>
          <a:xfrm>
            <a:off x="965200" y="47117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B8A3ED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48</a:t>
            </a:r>
            <a:r>
              <a:rPr kumimoji="1" lang="ja-JP" altLang="en-US" sz="3800" b="1">
                <a:solidFill>
                  <a:srgbClr val="B8A3ED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1BA2FF83-4064-E335-D8A9-369CA1AD9AFB}"/>
              </a:ext>
            </a:extLst>
          </p:cNvPr>
          <p:cNvSpPr txBox="1"/>
          <p:nvPr/>
        </p:nvSpPr>
        <p:spPr>
          <a:xfrm>
            <a:off x="965200" y="55245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A534CDE-4F07-CCFB-8D8C-202B210D1554}"/>
              </a:ext>
            </a:extLst>
          </p:cNvPr>
          <p:cNvSpPr/>
          <p:nvPr/>
        </p:nvSpPr>
        <p:spPr>
          <a:xfrm>
            <a:off x="6248400" y="4025900"/>
            <a:ext cx="5232400" cy="1879600"/>
          </a:xfrm>
          <a:prstGeom prst="rect">
            <a:avLst/>
          </a:prstGeom>
          <a:solidFill>
            <a:srgbClr val="2646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0F8510ED-6878-7A1F-6B83-F5D6A4EFACA1}"/>
              </a:ext>
            </a:extLst>
          </p:cNvPr>
          <p:cNvSpPr/>
          <p:nvPr/>
        </p:nvSpPr>
        <p:spPr>
          <a:xfrm>
            <a:off x="6248400" y="4025900"/>
            <a:ext cx="38100" cy="18796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9C672E4A-8E29-EADF-0840-3151E8B1C350}"/>
              </a:ext>
            </a:extLst>
          </p:cNvPr>
          <p:cNvSpPr txBox="1"/>
          <p:nvPr/>
        </p:nvSpPr>
        <p:spPr>
          <a:xfrm>
            <a:off x="6502400" y="4191000"/>
            <a:ext cx="4724400" cy="457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2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2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2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F1AFB1F-74A5-A2A7-A0AF-502FAE10FB76}"/>
              </a:ext>
            </a:extLst>
          </p:cNvPr>
          <p:cNvSpPr txBox="1"/>
          <p:nvPr/>
        </p:nvSpPr>
        <p:spPr>
          <a:xfrm>
            <a:off x="6502400" y="4711700"/>
            <a:ext cx="4724400" cy="7366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800" b="1">
                <a:solidFill>
                  <a:srgbClr val="8ED1F0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60</a:t>
            </a:r>
            <a:r>
              <a:rPr kumimoji="1" lang="ja-JP" altLang="en-US" sz="3800" b="1">
                <a:solidFill>
                  <a:srgbClr val="8ED1F0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8E03AB4B-4698-4D49-ADA5-6AD879EE1D3B}"/>
              </a:ext>
            </a:extLst>
          </p:cNvPr>
          <p:cNvSpPr txBox="1"/>
          <p:nvPr/>
        </p:nvSpPr>
        <p:spPr>
          <a:xfrm>
            <a:off x="6502400" y="5524500"/>
            <a:ext cx="4724400" cy="368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80CAC9C6-DB5E-1CA0-2C09-F750F64E1C19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8BFD4D1-3EE2-B8BE-64F1-2CAAECFC0761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6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719488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7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B099A6B-7093-FF09-9CBC-65C4A96F8765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E32B704-8B58-D3C5-8C9F-5553B4EE1FF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一続きの数値を横帯で読む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B655681-CD28-BD07-FCAB-80BD33CB7779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9C923FB-3213-E76E-DE55-020CB51BBF2F}"/>
              </a:ext>
            </a:extLst>
          </p:cNvPr>
          <p:cNvSpPr/>
          <p:nvPr/>
        </p:nvSpPr>
        <p:spPr>
          <a:xfrm>
            <a:off x="711200" y="2019300"/>
            <a:ext cx="10769600" cy="901700"/>
          </a:xfrm>
          <a:prstGeom prst="rect">
            <a:avLst/>
          </a:prstGeom>
          <a:solidFill>
            <a:srgbClr val="21464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69D842AE-55CC-6CC0-35BC-5A128F25DA71}"/>
              </a:ext>
            </a:extLst>
          </p:cNvPr>
          <p:cNvSpPr/>
          <p:nvPr/>
        </p:nvSpPr>
        <p:spPr>
          <a:xfrm>
            <a:off x="711200" y="2019300"/>
            <a:ext cx="38100" cy="9017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F70C692D-9365-667E-DA6F-B32C799F122E}"/>
              </a:ext>
            </a:extLst>
          </p:cNvPr>
          <p:cNvSpPr txBox="1"/>
          <p:nvPr/>
        </p:nvSpPr>
        <p:spPr>
          <a:xfrm>
            <a:off x="965200" y="21463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3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CC21B92-6ABB-E38F-F3D9-76D117FBBA40}"/>
              </a:ext>
            </a:extLst>
          </p:cNvPr>
          <p:cNvSpPr txBox="1"/>
          <p:nvPr/>
        </p:nvSpPr>
        <p:spPr>
          <a:xfrm>
            <a:off x="4038600" y="21082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69D3B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24</a:t>
            </a:r>
            <a:r>
              <a:rPr kumimoji="1" lang="ja-JP" altLang="en-US" sz="3600" b="1">
                <a:solidFill>
                  <a:srgbClr val="69D3BC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91CD446-4A59-4024-3081-D5A2BE028CDD}"/>
              </a:ext>
            </a:extLst>
          </p:cNvPr>
          <p:cNvSpPr txBox="1"/>
          <p:nvPr/>
        </p:nvSpPr>
        <p:spPr>
          <a:xfrm>
            <a:off x="8966200" y="21463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3D923FE0-443A-842A-DDF0-0C1AB46AF986}"/>
              </a:ext>
            </a:extLst>
          </p:cNvPr>
          <p:cNvSpPr/>
          <p:nvPr/>
        </p:nvSpPr>
        <p:spPr>
          <a:xfrm>
            <a:off x="711200" y="3022600"/>
            <a:ext cx="10769600" cy="901700"/>
          </a:xfrm>
          <a:prstGeom prst="rect">
            <a:avLst/>
          </a:prstGeom>
          <a:solidFill>
            <a:srgbClr val="344445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B5D8B6FF-9180-2711-929D-C918C3B186FC}"/>
              </a:ext>
            </a:extLst>
          </p:cNvPr>
          <p:cNvSpPr/>
          <p:nvPr/>
        </p:nvSpPr>
        <p:spPr>
          <a:xfrm>
            <a:off x="711200" y="3022600"/>
            <a:ext cx="38100" cy="9017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DE03DDA-FC1C-2976-A3C2-23DAB336A898}"/>
              </a:ext>
            </a:extLst>
          </p:cNvPr>
          <p:cNvSpPr txBox="1"/>
          <p:nvPr/>
        </p:nvSpPr>
        <p:spPr>
          <a:xfrm>
            <a:off x="965200" y="31496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3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6DE5B7C9-DE97-BDCB-0F20-87EBA3C245EC}"/>
              </a:ext>
            </a:extLst>
          </p:cNvPr>
          <p:cNvSpPr txBox="1"/>
          <p:nvPr/>
        </p:nvSpPr>
        <p:spPr>
          <a:xfrm>
            <a:off x="4038600" y="31115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F4C382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36</a:t>
            </a:r>
            <a:r>
              <a:rPr kumimoji="1" lang="ja-JP" altLang="en-US" sz="3600" b="1">
                <a:solidFill>
                  <a:srgbClr val="F4C382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FD81B98-43F1-0FB8-24D3-3A817FE4F579}"/>
              </a:ext>
            </a:extLst>
          </p:cNvPr>
          <p:cNvSpPr txBox="1"/>
          <p:nvPr/>
        </p:nvSpPr>
        <p:spPr>
          <a:xfrm>
            <a:off x="8966200" y="31496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8A5BDFB-889D-A2E1-AE05-6F5010B8E93D}"/>
              </a:ext>
            </a:extLst>
          </p:cNvPr>
          <p:cNvSpPr/>
          <p:nvPr/>
        </p:nvSpPr>
        <p:spPr>
          <a:xfrm>
            <a:off x="711200" y="4025900"/>
            <a:ext cx="10769600" cy="901700"/>
          </a:xfrm>
          <a:prstGeom prst="rect">
            <a:avLst/>
          </a:prstGeom>
          <a:solidFill>
            <a:srgbClr val="2C3F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673A42C-FA11-D318-B424-5A3D8E2016E3}"/>
              </a:ext>
            </a:extLst>
          </p:cNvPr>
          <p:cNvSpPr/>
          <p:nvPr/>
        </p:nvSpPr>
        <p:spPr>
          <a:xfrm>
            <a:off x="711200" y="4025900"/>
            <a:ext cx="38100" cy="9017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D5EA9CA1-2F85-9530-D4BB-E6D5D2263AE8}"/>
              </a:ext>
            </a:extLst>
          </p:cNvPr>
          <p:cNvSpPr txBox="1"/>
          <p:nvPr/>
        </p:nvSpPr>
        <p:spPr>
          <a:xfrm>
            <a:off x="965200" y="41529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3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522CC3A-633E-EACD-8900-8191489689FA}"/>
              </a:ext>
            </a:extLst>
          </p:cNvPr>
          <p:cNvSpPr txBox="1"/>
          <p:nvPr/>
        </p:nvSpPr>
        <p:spPr>
          <a:xfrm>
            <a:off x="4038600" y="41148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B8A3ED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48</a:t>
            </a:r>
            <a:r>
              <a:rPr kumimoji="1" lang="ja-JP" altLang="en-US" sz="3600" b="1">
                <a:solidFill>
                  <a:srgbClr val="B8A3ED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6350218-8F42-18EC-6754-ED02DAA58F01}"/>
              </a:ext>
            </a:extLst>
          </p:cNvPr>
          <p:cNvSpPr txBox="1"/>
          <p:nvPr/>
        </p:nvSpPr>
        <p:spPr>
          <a:xfrm>
            <a:off x="8966200" y="41529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C5536094-A3C9-3181-E8A7-749FE04FC41D}"/>
              </a:ext>
            </a:extLst>
          </p:cNvPr>
          <p:cNvSpPr/>
          <p:nvPr/>
        </p:nvSpPr>
        <p:spPr>
          <a:xfrm>
            <a:off x="711200" y="5029200"/>
            <a:ext cx="10769600" cy="901700"/>
          </a:xfrm>
          <a:prstGeom prst="rect">
            <a:avLst/>
          </a:prstGeom>
          <a:solidFill>
            <a:srgbClr val="264654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EF8DD06E-E7A9-34BF-831D-F83492A39DA0}"/>
              </a:ext>
            </a:extLst>
          </p:cNvPr>
          <p:cNvSpPr/>
          <p:nvPr/>
        </p:nvSpPr>
        <p:spPr>
          <a:xfrm>
            <a:off x="711200" y="5029200"/>
            <a:ext cx="38100" cy="9017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FDE9DC9D-FEA9-09AD-526F-401FDA195583}"/>
              </a:ext>
            </a:extLst>
          </p:cNvPr>
          <p:cNvSpPr txBox="1"/>
          <p:nvPr/>
        </p:nvSpPr>
        <p:spPr>
          <a:xfrm>
            <a:off x="965200" y="5156200"/>
            <a:ext cx="28194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3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21B3B01C-21B8-3303-6C74-A1FE1C4DAB53}"/>
              </a:ext>
            </a:extLst>
          </p:cNvPr>
          <p:cNvSpPr txBox="1"/>
          <p:nvPr/>
        </p:nvSpPr>
        <p:spPr>
          <a:xfrm>
            <a:off x="4038600" y="5118100"/>
            <a:ext cx="4635500" cy="749300"/>
          </a:xfrm>
          <a:prstGeom prst="rect">
            <a:avLst/>
          </a:prstGeom>
          <a:noFill/>
        </p:spPr>
        <p:txBody>
          <a:bodyPr vert="horz" wrap="none" lIns="0" tIns="0" rIns="0" bIns="0" rtlCol="0" anchor="t">
            <a:noAutofit/>
          </a:bodyPr>
          <a:lstStyle/>
          <a:p>
            <a:r>
              <a:rPr kumimoji="1" lang="en-US" altLang="ja-JP" sz="3600" b="1">
                <a:solidFill>
                  <a:srgbClr val="8ED1F0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60</a:t>
            </a:r>
            <a:r>
              <a:rPr kumimoji="1" lang="ja-JP" altLang="en-US" sz="3600" b="1">
                <a:solidFill>
                  <a:srgbClr val="8ED1F0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点</a:t>
            </a:r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F22F71C7-3A19-6DD7-F00C-BBE5D40BBDB2}"/>
              </a:ext>
            </a:extLst>
          </p:cNvPr>
          <p:cNvSpPr txBox="1"/>
          <p:nvPr/>
        </p:nvSpPr>
        <p:spPr>
          <a:xfrm>
            <a:off x="8966200" y="5156200"/>
            <a:ext cx="2247900" cy="698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5" name="直線コネクタ 24">
            <a:extLst>
              <a:ext uri="{FF2B5EF4-FFF2-40B4-BE49-F238E27FC236}">
                <a16:creationId xmlns:a16="http://schemas.microsoft.com/office/drawing/2014/main" id="{50206DE8-0FEC-FC5C-678C-69F0DA364D37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43DEFE8C-7764-C276-A1BF-A3852192410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7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65297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8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CEC02CFE-E8B2-1E1D-CEC2-F2C4E82194F6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F86BDB-AB12-C75E-E7D1-03BF1CEE0EFC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アイコンと色帯で比べる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D0238183-4320-C414-EBF9-F4B9AFEF003A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70565FF-EE1E-BEA1-8BBB-10098B5A9F10}"/>
              </a:ext>
            </a:extLst>
          </p:cNvPr>
          <p:cNvSpPr/>
          <p:nvPr/>
        </p:nvSpPr>
        <p:spPr>
          <a:xfrm>
            <a:off x="711200" y="2019300"/>
            <a:ext cx="3386667" cy="4013200"/>
          </a:xfrm>
          <a:prstGeom prst="rect">
            <a:avLst/>
          </a:prstGeom>
          <a:solidFill>
            <a:srgbClr val="152F3B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05651F09-CD50-7953-CE94-33705CA3153A}"/>
              </a:ext>
            </a:extLst>
          </p:cNvPr>
          <p:cNvSpPr/>
          <p:nvPr/>
        </p:nvSpPr>
        <p:spPr>
          <a:xfrm>
            <a:off x="711200" y="2019300"/>
            <a:ext cx="38100" cy="40132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B2190987-6986-C8EE-1FC5-723F2E77ACB4}"/>
              </a:ext>
            </a:extLst>
          </p:cNvPr>
          <p:cNvSpPr/>
          <p:nvPr/>
        </p:nvSpPr>
        <p:spPr>
          <a:xfrm>
            <a:off x="2211917" y="2277533"/>
            <a:ext cx="385233" cy="550334"/>
          </a:xfrm>
          <a:prstGeom prst="roundRect">
            <a:avLst/>
          </a:prstGeom>
          <a:noFill/>
          <a:ln w="38523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B458D47D-52DB-A9E3-DA08-62DB3BE3AC78}"/>
              </a:ext>
            </a:extLst>
          </p:cNvPr>
          <p:cNvCxnSpPr/>
          <p:nvPr/>
        </p:nvCxnSpPr>
        <p:spPr>
          <a:xfrm>
            <a:off x="2294467" y="2415117"/>
            <a:ext cx="220133" cy="0"/>
          </a:xfrm>
          <a:prstGeom prst="line">
            <a:avLst/>
          </a:prstGeom>
          <a:ln w="38523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CA94463-955B-788E-B64B-7831F732408B}"/>
              </a:ext>
            </a:extLst>
          </p:cNvPr>
          <p:cNvCxnSpPr/>
          <p:nvPr/>
        </p:nvCxnSpPr>
        <p:spPr>
          <a:xfrm>
            <a:off x="2294467" y="2525183"/>
            <a:ext cx="220133" cy="0"/>
          </a:xfrm>
          <a:prstGeom prst="line">
            <a:avLst/>
          </a:prstGeom>
          <a:ln w="38523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F7825CA9-C94E-8FE5-9C7F-DBCEB194483E}"/>
              </a:ext>
            </a:extLst>
          </p:cNvPr>
          <p:cNvCxnSpPr/>
          <p:nvPr/>
        </p:nvCxnSpPr>
        <p:spPr>
          <a:xfrm>
            <a:off x="2294467" y="2635250"/>
            <a:ext cx="220133" cy="0"/>
          </a:xfrm>
          <a:prstGeom prst="line">
            <a:avLst/>
          </a:prstGeom>
          <a:ln w="38523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FE788D4D-E5C1-F647-1810-D16E25DE49BB}"/>
              </a:ext>
            </a:extLst>
          </p:cNvPr>
          <p:cNvSpPr/>
          <p:nvPr/>
        </p:nvSpPr>
        <p:spPr>
          <a:xfrm>
            <a:off x="711200" y="3124200"/>
            <a:ext cx="3386667" cy="9779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235720D0-21A0-17E2-C45D-FB46792F864A}"/>
              </a:ext>
            </a:extLst>
          </p:cNvPr>
          <p:cNvSpPr txBox="1"/>
          <p:nvPr/>
        </p:nvSpPr>
        <p:spPr>
          <a:xfrm>
            <a:off x="889000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600" b="1">
              <a:solidFill>
                <a:srgbClr val="1823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9CB021BF-B83F-977A-9667-F24229491FB9}"/>
              </a:ext>
            </a:extLst>
          </p:cNvPr>
          <p:cNvSpPr txBox="1"/>
          <p:nvPr/>
        </p:nvSpPr>
        <p:spPr>
          <a:xfrm>
            <a:off x="965200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CFD60B82-9082-F454-7AA0-109638D7E2B3}"/>
              </a:ext>
            </a:extLst>
          </p:cNvPr>
          <p:cNvSpPr/>
          <p:nvPr/>
        </p:nvSpPr>
        <p:spPr>
          <a:xfrm>
            <a:off x="4402667" y="2019300"/>
            <a:ext cx="3386666" cy="4013200"/>
          </a:xfrm>
          <a:prstGeom prst="rect">
            <a:avLst/>
          </a:prstGeom>
          <a:solidFill>
            <a:srgbClr val="152F3B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489B315-755E-A84D-FCB9-D60DA5E4F3C0}"/>
              </a:ext>
            </a:extLst>
          </p:cNvPr>
          <p:cNvSpPr/>
          <p:nvPr/>
        </p:nvSpPr>
        <p:spPr>
          <a:xfrm>
            <a:off x="4402667" y="2019300"/>
            <a:ext cx="38100" cy="40132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3B2AA3DB-8CCB-1C21-E245-81935A76730D}"/>
              </a:ext>
            </a:extLst>
          </p:cNvPr>
          <p:cNvCxnSpPr/>
          <p:nvPr/>
        </p:nvCxnSpPr>
        <p:spPr>
          <a:xfrm>
            <a:off x="5848350" y="2305050"/>
            <a:ext cx="0" cy="495300"/>
          </a:xfrm>
          <a:prstGeom prst="line">
            <a:avLst/>
          </a:prstGeom>
          <a:ln w="38523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73C13D71-F37D-EC82-C0C4-F972BF112EF6}"/>
              </a:ext>
            </a:extLst>
          </p:cNvPr>
          <p:cNvCxnSpPr/>
          <p:nvPr/>
        </p:nvCxnSpPr>
        <p:spPr>
          <a:xfrm>
            <a:off x="5848350" y="2800350"/>
            <a:ext cx="522817" cy="0"/>
          </a:xfrm>
          <a:prstGeom prst="line">
            <a:avLst/>
          </a:prstGeom>
          <a:ln w="38523">
            <a:solidFill>
              <a:srgbClr val="F4C38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A96A8B12-A336-64E6-42D7-A45C86E2033B}"/>
              </a:ext>
            </a:extLst>
          </p:cNvPr>
          <p:cNvSpPr/>
          <p:nvPr/>
        </p:nvSpPr>
        <p:spPr>
          <a:xfrm>
            <a:off x="5930900" y="2552700"/>
            <a:ext cx="82550" cy="192617"/>
          </a:xfrm>
          <a:prstGeom prst="rect">
            <a:avLst/>
          </a:prstGeom>
          <a:noFill/>
          <a:ln w="38523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D8F64A76-2E23-3772-0EA8-C95EC20455B1}"/>
              </a:ext>
            </a:extLst>
          </p:cNvPr>
          <p:cNvSpPr/>
          <p:nvPr/>
        </p:nvSpPr>
        <p:spPr>
          <a:xfrm>
            <a:off x="6068483" y="2415117"/>
            <a:ext cx="82550" cy="330200"/>
          </a:xfrm>
          <a:prstGeom prst="rect">
            <a:avLst/>
          </a:prstGeom>
          <a:noFill/>
          <a:ln w="38523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4D63C28E-A2F1-7891-3D86-42CEB9D93DBA}"/>
              </a:ext>
            </a:extLst>
          </p:cNvPr>
          <p:cNvSpPr/>
          <p:nvPr/>
        </p:nvSpPr>
        <p:spPr>
          <a:xfrm>
            <a:off x="6206067" y="2305050"/>
            <a:ext cx="82550" cy="440267"/>
          </a:xfrm>
          <a:prstGeom prst="rect">
            <a:avLst/>
          </a:prstGeom>
          <a:noFill/>
          <a:ln w="38523" cap="flat" cmpd="sng" algn="ctr">
            <a:solidFill>
              <a:srgbClr val="F4C382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FB58F78F-20F2-B581-8465-E1002747D9C9}"/>
              </a:ext>
            </a:extLst>
          </p:cNvPr>
          <p:cNvSpPr/>
          <p:nvPr/>
        </p:nvSpPr>
        <p:spPr>
          <a:xfrm>
            <a:off x="4402667" y="3124200"/>
            <a:ext cx="3386666" cy="9779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B0560BB0-61A8-9298-D5E0-1ECAA702F3D1}"/>
              </a:ext>
            </a:extLst>
          </p:cNvPr>
          <p:cNvSpPr txBox="1"/>
          <p:nvPr/>
        </p:nvSpPr>
        <p:spPr>
          <a:xfrm>
            <a:off x="4580467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600" b="1">
              <a:solidFill>
                <a:srgbClr val="1823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EB4A751-F46C-0CC0-6BC2-1DAFED15C4E4}"/>
              </a:ext>
            </a:extLst>
          </p:cNvPr>
          <p:cNvSpPr txBox="1"/>
          <p:nvPr/>
        </p:nvSpPr>
        <p:spPr>
          <a:xfrm>
            <a:off x="4656667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B413377F-F827-0AB1-F9FE-FD473E68A6E0}"/>
              </a:ext>
            </a:extLst>
          </p:cNvPr>
          <p:cNvSpPr/>
          <p:nvPr/>
        </p:nvSpPr>
        <p:spPr>
          <a:xfrm>
            <a:off x="8094133" y="2019300"/>
            <a:ext cx="3386667" cy="4013200"/>
          </a:xfrm>
          <a:prstGeom prst="rect">
            <a:avLst/>
          </a:prstGeom>
          <a:solidFill>
            <a:srgbClr val="152F3B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010B579A-F27A-7A1A-8820-ABB123E619D9}"/>
              </a:ext>
            </a:extLst>
          </p:cNvPr>
          <p:cNvSpPr/>
          <p:nvPr/>
        </p:nvSpPr>
        <p:spPr>
          <a:xfrm>
            <a:off x="8094133" y="2019300"/>
            <a:ext cx="38100" cy="40132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DFC0E6DF-EC56-3770-A706-987BED6E491C}"/>
              </a:ext>
            </a:extLst>
          </p:cNvPr>
          <p:cNvSpPr/>
          <p:nvPr/>
        </p:nvSpPr>
        <p:spPr>
          <a:xfrm>
            <a:off x="9677400" y="2305050"/>
            <a:ext cx="220133" cy="220133"/>
          </a:xfrm>
          <a:prstGeom prst="ellipse">
            <a:avLst/>
          </a:prstGeom>
          <a:noFill/>
          <a:ln w="38523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四角形: 角を丸くする 26">
            <a:extLst>
              <a:ext uri="{FF2B5EF4-FFF2-40B4-BE49-F238E27FC236}">
                <a16:creationId xmlns:a16="http://schemas.microsoft.com/office/drawing/2014/main" id="{9B2C348B-F3D3-4D7C-A2A8-45C8AE122725}"/>
              </a:ext>
            </a:extLst>
          </p:cNvPr>
          <p:cNvSpPr/>
          <p:nvPr/>
        </p:nvSpPr>
        <p:spPr>
          <a:xfrm>
            <a:off x="9594850" y="2580217"/>
            <a:ext cx="385233" cy="247650"/>
          </a:xfrm>
          <a:prstGeom prst="roundRect">
            <a:avLst/>
          </a:prstGeom>
          <a:noFill/>
          <a:ln w="38523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8C18010E-EBC5-06E5-3B36-68285C8B94FA}"/>
              </a:ext>
            </a:extLst>
          </p:cNvPr>
          <p:cNvSpPr/>
          <p:nvPr/>
        </p:nvSpPr>
        <p:spPr>
          <a:xfrm>
            <a:off x="9484783" y="2415117"/>
            <a:ext cx="110067" cy="110066"/>
          </a:xfrm>
          <a:prstGeom prst="ellipse">
            <a:avLst/>
          </a:prstGeom>
          <a:noFill/>
          <a:ln w="38523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楕円 28">
            <a:extLst>
              <a:ext uri="{FF2B5EF4-FFF2-40B4-BE49-F238E27FC236}">
                <a16:creationId xmlns:a16="http://schemas.microsoft.com/office/drawing/2014/main" id="{AA615A0F-682D-06D0-7E86-2F81D2E9A26F}"/>
              </a:ext>
            </a:extLst>
          </p:cNvPr>
          <p:cNvSpPr/>
          <p:nvPr/>
        </p:nvSpPr>
        <p:spPr>
          <a:xfrm>
            <a:off x="9980083" y="2415117"/>
            <a:ext cx="110067" cy="110066"/>
          </a:xfrm>
          <a:prstGeom prst="ellipse">
            <a:avLst/>
          </a:prstGeom>
          <a:noFill/>
          <a:ln w="38523" cap="flat" cmpd="sng" algn="ctr">
            <a:solidFill>
              <a:srgbClr val="B8A3ED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5E74193F-D92B-3DAF-F670-2748B40B6BC9}"/>
              </a:ext>
            </a:extLst>
          </p:cNvPr>
          <p:cNvCxnSpPr/>
          <p:nvPr/>
        </p:nvCxnSpPr>
        <p:spPr>
          <a:xfrm>
            <a:off x="9512300" y="2607733"/>
            <a:ext cx="0" cy="165100"/>
          </a:xfrm>
          <a:prstGeom prst="line">
            <a:avLst/>
          </a:prstGeom>
          <a:ln w="38523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コネクタ 30">
            <a:extLst>
              <a:ext uri="{FF2B5EF4-FFF2-40B4-BE49-F238E27FC236}">
                <a16:creationId xmlns:a16="http://schemas.microsoft.com/office/drawing/2014/main" id="{A4328A4B-90F2-6AF8-815F-522FD2F5F19F}"/>
              </a:ext>
            </a:extLst>
          </p:cNvPr>
          <p:cNvCxnSpPr/>
          <p:nvPr/>
        </p:nvCxnSpPr>
        <p:spPr>
          <a:xfrm>
            <a:off x="10062633" y="2607733"/>
            <a:ext cx="0" cy="165100"/>
          </a:xfrm>
          <a:prstGeom prst="line">
            <a:avLst/>
          </a:prstGeom>
          <a:ln w="38523">
            <a:solidFill>
              <a:srgbClr val="B8A3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正方形/長方形 31">
            <a:extLst>
              <a:ext uri="{FF2B5EF4-FFF2-40B4-BE49-F238E27FC236}">
                <a16:creationId xmlns:a16="http://schemas.microsoft.com/office/drawing/2014/main" id="{60FC7550-A4D6-872A-A347-CCEAF9BCA35A}"/>
              </a:ext>
            </a:extLst>
          </p:cNvPr>
          <p:cNvSpPr/>
          <p:nvPr/>
        </p:nvSpPr>
        <p:spPr>
          <a:xfrm>
            <a:off x="8094133" y="3124200"/>
            <a:ext cx="3386667" cy="9779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E9C6CCB8-DD89-ACD4-0009-243B9E7DC8C0}"/>
              </a:ext>
            </a:extLst>
          </p:cNvPr>
          <p:cNvSpPr txBox="1"/>
          <p:nvPr/>
        </p:nvSpPr>
        <p:spPr>
          <a:xfrm>
            <a:off x="8271933" y="3213100"/>
            <a:ext cx="3031067" cy="812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600" b="1">
                <a:solidFill>
                  <a:srgbClr val="18232F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600" b="1">
              <a:solidFill>
                <a:srgbClr val="18232F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E4DF6F10-F1F9-1AB8-01AA-6998BB64D7D8}"/>
              </a:ext>
            </a:extLst>
          </p:cNvPr>
          <p:cNvSpPr txBox="1"/>
          <p:nvPr/>
        </p:nvSpPr>
        <p:spPr>
          <a:xfrm>
            <a:off x="8348133" y="4343400"/>
            <a:ext cx="2878667" cy="14478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9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35" name="直線コネクタ 34">
            <a:extLst>
              <a:ext uri="{FF2B5EF4-FFF2-40B4-BE49-F238E27FC236}">
                <a16:creationId xmlns:a16="http://schemas.microsoft.com/office/drawing/2014/main" id="{6D8D22C2-A23A-C596-8CE7-CA4973A4DB9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0B00C2B8-40E7-D4D9-36C8-0CE384E30C15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8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70537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9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F9CE1D6C-6782-8072-C9DB-AA6C7E3B1020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FCC82EE-61FB-B600-ED2E-F24AE2893644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丸い番号と工程の図形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2BF1986-A132-FCEF-E722-94159B4469A1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40B771B0-C1FB-E1BB-8AB4-638F480FBAAD}"/>
              </a:ext>
            </a:extLst>
          </p:cNvPr>
          <p:cNvSpPr/>
          <p:nvPr/>
        </p:nvSpPr>
        <p:spPr>
          <a:xfrm>
            <a:off x="1498600" y="2133600"/>
            <a:ext cx="889000" cy="889000"/>
          </a:xfrm>
          <a:prstGeom prst="ellipse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E0C67C0-C006-59CA-4CBE-5A7676173517}"/>
              </a:ext>
            </a:extLst>
          </p:cNvPr>
          <p:cNvSpPr txBox="1"/>
          <p:nvPr/>
        </p:nvSpPr>
        <p:spPr>
          <a:xfrm>
            <a:off x="16002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1</a:t>
            </a:r>
            <a:endParaRPr kumimoji="1" lang="ja-JP" altLang="en-US" sz="32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7" name="四角形: 角を丸くする 6">
            <a:extLst>
              <a:ext uri="{FF2B5EF4-FFF2-40B4-BE49-F238E27FC236}">
                <a16:creationId xmlns:a16="http://schemas.microsoft.com/office/drawing/2014/main" id="{5DAEC927-AA1D-6566-52C4-35BDC0C7C9A0}"/>
              </a:ext>
            </a:extLst>
          </p:cNvPr>
          <p:cNvSpPr/>
          <p:nvPr/>
        </p:nvSpPr>
        <p:spPr>
          <a:xfrm>
            <a:off x="711200" y="3327400"/>
            <a:ext cx="2463800" cy="1181100"/>
          </a:xfrm>
          <a:prstGeom prst="roundRect">
            <a:avLst/>
          </a:prstGeom>
          <a:solidFill>
            <a:srgbClr val="21464D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9F022FA-0CA3-1202-BEBE-7331D71F110D}"/>
              </a:ext>
            </a:extLst>
          </p:cNvPr>
          <p:cNvSpPr txBox="1"/>
          <p:nvPr/>
        </p:nvSpPr>
        <p:spPr>
          <a:xfrm>
            <a:off x="8636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4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F787269-2E02-0F18-84D3-AE53C58CCC51}"/>
              </a:ext>
            </a:extLst>
          </p:cNvPr>
          <p:cNvSpPr txBox="1"/>
          <p:nvPr/>
        </p:nvSpPr>
        <p:spPr>
          <a:xfrm>
            <a:off x="8382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0" name="矢印: 右 9">
            <a:extLst>
              <a:ext uri="{FF2B5EF4-FFF2-40B4-BE49-F238E27FC236}">
                <a16:creationId xmlns:a16="http://schemas.microsoft.com/office/drawing/2014/main" id="{C5C8891F-39A8-2949-470F-5416E3250857}"/>
              </a:ext>
            </a:extLst>
          </p:cNvPr>
          <p:cNvSpPr/>
          <p:nvPr/>
        </p:nvSpPr>
        <p:spPr>
          <a:xfrm>
            <a:off x="3225800" y="3759200"/>
            <a:ext cx="203200" cy="228600"/>
          </a:xfrm>
          <a:prstGeom prst="rightArrow">
            <a:avLst/>
          </a:prstGeom>
          <a:solidFill>
            <a:srgbClr val="B9CB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C6FA62A2-8FD0-907C-6AB7-7B3E617E30CF}"/>
              </a:ext>
            </a:extLst>
          </p:cNvPr>
          <p:cNvSpPr/>
          <p:nvPr/>
        </p:nvSpPr>
        <p:spPr>
          <a:xfrm>
            <a:off x="4267200" y="2133600"/>
            <a:ext cx="889000" cy="889000"/>
          </a:xfrm>
          <a:prstGeom prst="ellipse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D32E1CD-1A4B-EE34-1AAC-4A6C5919E6E1}"/>
              </a:ext>
            </a:extLst>
          </p:cNvPr>
          <p:cNvSpPr txBox="1"/>
          <p:nvPr/>
        </p:nvSpPr>
        <p:spPr>
          <a:xfrm>
            <a:off x="43688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2</a:t>
            </a:r>
            <a:endParaRPr kumimoji="1" lang="ja-JP" altLang="en-US" sz="32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B3D35ED-D560-36DC-872B-6AE724EAFB6A}"/>
              </a:ext>
            </a:extLst>
          </p:cNvPr>
          <p:cNvSpPr/>
          <p:nvPr/>
        </p:nvSpPr>
        <p:spPr>
          <a:xfrm>
            <a:off x="3479800" y="3327400"/>
            <a:ext cx="2463800" cy="1181100"/>
          </a:xfrm>
          <a:prstGeom prst="roundRect">
            <a:avLst/>
          </a:prstGeom>
          <a:solidFill>
            <a:srgbClr val="344445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F2C7C31-61A9-1583-918D-AC6994DEE3C1}"/>
              </a:ext>
            </a:extLst>
          </p:cNvPr>
          <p:cNvSpPr txBox="1"/>
          <p:nvPr/>
        </p:nvSpPr>
        <p:spPr>
          <a:xfrm>
            <a:off x="36322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4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B9D02B-2335-9961-F8A8-285315BEE816}"/>
              </a:ext>
            </a:extLst>
          </p:cNvPr>
          <p:cNvSpPr txBox="1"/>
          <p:nvPr/>
        </p:nvSpPr>
        <p:spPr>
          <a:xfrm>
            <a:off x="36068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6" name="矢印: 右 15">
            <a:extLst>
              <a:ext uri="{FF2B5EF4-FFF2-40B4-BE49-F238E27FC236}">
                <a16:creationId xmlns:a16="http://schemas.microsoft.com/office/drawing/2014/main" id="{0F1C5B79-7012-116A-BCD9-70A3B7DFC5E8}"/>
              </a:ext>
            </a:extLst>
          </p:cNvPr>
          <p:cNvSpPr/>
          <p:nvPr/>
        </p:nvSpPr>
        <p:spPr>
          <a:xfrm>
            <a:off x="5994400" y="3759200"/>
            <a:ext cx="203200" cy="228600"/>
          </a:xfrm>
          <a:prstGeom prst="rightArrow">
            <a:avLst/>
          </a:prstGeom>
          <a:solidFill>
            <a:srgbClr val="B9CB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楕円 16">
            <a:extLst>
              <a:ext uri="{FF2B5EF4-FFF2-40B4-BE49-F238E27FC236}">
                <a16:creationId xmlns:a16="http://schemas.microsoft.com/office/drawing/2014/main" id="{54D67F74-0093-3E92-D005-54BF0C2CF011}"/>
              </a:ext>
            </a:extLst>
          </p:cNvPr>
          <p:cNvSpPr/>
          <p:nvPr/>
        </p:nvSpPr>
        <p:spPr>
          <a:xfrm>
            <a:off x="7035800" y="2133600"/>
            <a:ext cx="889000" cy="889000"/>
          </a:xfrm>
          <a:prstGeom prst="ellipse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F35376BC-A6ED-630A-ADD7-D25844D394A1}"/>
              </a:ext>
            </a:extLst>
          </p:cNvPr>
          <p:cNvSpPr txBox="1"/>
          <p:nvPr/>
        </p:nvSpPr>
        <p:spPr>
          <a:xfrm>
            <a:off x="71374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3</a:t>
            </a:r>
            <a:endParaRPr kumimoji="1" lang="ja-JP" altLang="en-US" sz="32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9" name="四角形: 角を丸くする 18">
            <a:extLst>
              <a:ext uri="{FF2B5EF4-FFF2-40B4-BE49-F238E27FC236}">
                <a16:creationId xmlns:a16="http://schemas.microsoft.com/office/drawing/2014/main" id="{162599F4-D3DF-39C6-36D0-78C7B1E0CC26}"/>
              </a:ext>
            </a:extLst>
          </p:cNvPr>
          <p:cNvSpPr/>
          <p:nvPr/>
        </p:nvSpPr>
        <p:spPr>
          <a:xfrm>
            <a:off x="6248400" y="3327400"/>
            <a:ext cx="2463800" cy="1181100"/>
          </a:xfrm>
          <a:prstGeom prst="roundRect">
            <a:avLst/>
          </a:prstGeom>
          <a:solidFill>
            <a:srgbClr val="2C3F54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367D7885-65DF-2D16-64C9-F0395FE8A52C}"/>
              </a:ext>
            </a:extLst>
          </p:cNvPr>
          <p:cNvSpPr txBox="1"/>
          <p:nvPr/>
        </p:nvSpPr>
        <p:spPr>
          <a:xfrm>
            <a:off x="64008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4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67189B14-1AC7-3838-20DF-29E9B1D8713F}"/>
              </a:ext>
            </a:extLst>
          </p:cNvPr>
          <p:cNvSpPr txBox="1"/>
          <p:nvPr/>
        </p:nvSpPr>
        <p:spPr>
          <a:xfrm>
            <a:off x="63754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2" name="矢印: 右 21">
            <a:extLst>
              <a:ext uri="{FF2B5EF4-FFF2-40B4-BE49-F238E27FC236}">
                <a16:creationId xmlns:a16="http://schemas.microsoft.com/office/drawing/2014/main" id="{0F8919CF-31B5-BC0A-05E7-DA7AD61DDC20}"/>
              </a:ext>
            </a:extLst>
          </p:cNvPr>
          <p:cNvSpPr/>
          <p:nvPr/>
        </p:nvSpPr>
        <p:spPr>
          <a:xfrm>
            <a:off x="8763000" y="3759200"/>
            <a:ext cx="203200" cy="228600"/>
          </a:xfrm>
          <a:prstGeom prst="rightArrow">
            <a:avLst/>
          </a:prstGeom>
          <a:solidFill>
            <a:srgbClr val="B9CBC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楕円 22">
            <a:extLst>
              <a:ext uri="{FF2B5EF4-FFF2-40B4-BE49-F238E27FC236}">
                <a16:creationId xmlns:a16="http://schemas.microsoft.com/office/drawing/2014/main" id="{2DEA15E9-D884-FAF1-9293-F4880DF91D12}"/>
              </a:ext>
            </a:extLst>
          </p:cNvPr>
          <p:cNvSpPr/>
          <p:nvPr/>
        </p:nvSpPr>
        <p:spPr>
          <a:xfrm>
            <a:off x="9804400" y="2133600"/>
            <a:ext cx="889000" cy="889000"/>
          </a:xfrm>
          <a:prstGeom prst="ellipse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7CADEFD4-46DB-C2D1-43E7-AF85DDEA7C35}"/>
              </a:ext>
            </a:extLst>
          </p:cNvPr>
          <p:cNvSpPr txBox="1"/>
          <p:nvPr/>
        </p:nvSpPr>
        <p:spPr>
          <a:xfrm>
            <a:off x="9906000" y="2247900"/>
            <a:ext cx="685800" cy="609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2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4</a:t>
            </a:r>
            <a:endParaRPr kumimoji="1" lang="ja-JP" altLang="en-US" sz="32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5" name="四角形: 角を丸くする 24">
            <a:extLst>
              <a:ext uri="{FF2B5EF4-FFF2-40B4-BE49-F238E27FC236}">
                <a16:creationId xmlns:a16="http://schemas.microsoft.com/office/drawing/2014/main" id="{5A76ABB7-D983-3588-1180-6293F7417669}"/>
              </a:ext>
            </a:extLst>
          </p:cNvPr>
          <p:cNvSpPr/>
          <p:nvPr/>
        </p:nvSpPr>
        <p:spPr>
          <a:xfrm>
            <a:off x="9017000" y="3327400"/>
            <a:ext cx="2463800" cy="1181100"/>
          </a:xfrm>
          <a:prstGeom prst="roundRect">
            <a:avLst/>
          </a:prstGeom>
          <a:solidFill>
            <a:srgbClr val="264654"/>
          </a:solidFill>
          <a:ln w="12700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1B0BB6E1-7B4E-964C-E1CA-39BBE94A249F}"/>
              </a:ext>
            </a:extLst>
          </p:cNvPr>
          <p:cNvSpPr txBox="1"/>
          <p:nvPr/>
        </p:nvSpPr>
        <p:spPr>
          <a:xfrm>
            <a:off x="9169400" y="3479800"/>
            <a:ext cx="2159000" cy="8636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4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1F5F0B5F-7985-680A-A56D-4222A4DF5226}"/>
              </a:ext>
            </a:extLst>
          </p:cNvPr>
          <p:cNvSpPr txBox="1"/>
          <p:nvPr/>
        </p:nvSpPr>
        <p:spPr>
          <a:xfrm>
            <a:off x="9144000" y="4813300"/>
            <a:ext cx="22098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2DB30964-AF32-1CB2-79F3-4D70354598D3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B900E7DC-8F73-35A6-BFDB-793BA3C49C5C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9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46373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0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2E3D62B-CA86-4E12-B6F4-7656F1272F14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748B729-E2DE-852A-C592-DDEC79E3EA75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縦の工程と大きな段階番号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89C9663D-A9E5-7015-5696-D23500602050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E2A83813-25FC-7B51-A5CB-2BD5829E6800}"/>
              </a:ext>
            </a:extLst>
          </p:cNvPr>
          <p:cNvCxnSpPr/>
          <p:nvPr/>
        </p:nvCxnSpPr>
        <p:spPr>
          <a:xfrm>
            <a:off x="1066800" y="2654300"/>
            <a:ext cx="0" cy="368300"/>
          </a:xfrm>
          <a:prstGeom prst="line">
            <a:avLst/>
          </a:prstGeom>
          <a:ln w="25400">
            <a:solidFill>
              <a:srgbClr val="B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楕円 5">
            <a:extLst>
              <a:ext uri="{FF2B5EF4-FFF2-40B4-BE49-F238E27FC236}">
                <a16:creationId xmlns:a16="http://schemas.microsoft.com/office/drawing/2014/main" id="{C0B2075F-C5C9-7EE8-2F67-AF7DA3D2BE2F}"/>
              </a:ext>
            </a:extLst>
          </p:cNvPr>
          <p:cNvSpPr/>
          <p:nvPr/>
        </p:nvSpPr>
        <p:spPr>
          <a:xfrm>
            <a:off x="749300" y="2019300"/>
            <a:ext cx="635000" cy="635000"/>
          </a:xfrm>
          <a:prstGeom prst="ellipse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2960420-5325-F574-66A2-DD8FB92D05D4}"/>
              </a:ext>
            </a:extLst>
          </p:cNvPr>
          <p:cNvSpPr txBox="1"/>
          <p:nvPr/>
        </p:nvSpPr>
        <p:spPr>
          <a:xfrm>
            <a:off x="812800" y="20828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1</a:t>
            </a:r>
            <a:endParaRPr kumimoji="1" lang="ja-JP" altLang="en-US" sz="28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6CCA2BF-33A6-E70E-F876-188A663EF912}"/>
              </a:ext>
            </a:extLst>
          </p:cNvPr>
          <p:cNvSpPr/>
          <p:nvPr/>
        </p:nvSpPr>
        <p:spPr>
          <a:xfrm>
            <a:off x="1651000" y="2019300"/>
            <a:ext cx="98298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15F3BF4A-B602-FE8B-44EF-AE396A2ED2C2}"/>
              </a:ext>
            </a:extLst>
          </p:cNvPr>
          <p:cNvSpPr/>
          <p:nvPr/>
        </p:nvSpPr>
        <p:spPr>
          <a:xfrm>
            <a:off x="1651000" y="2019300"/>
            <a:ext cx="38100" cy="8763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C381786-400E-4F61-2BB1-D18F5E94F79D}"/>
              </a:ext>
            </a:extLst>
          </p:cNvPr>
          <p:cNvSpPr txBox="1"/>
          <p:nvPr/>
        </p:nvSpPr>
        <p:spPr>
          <a:xfrm>
            <a:off x="1905000" y="21463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4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1F95CD93-0281-EE3A-2821-6C86F54BF1A5}"/>
              </a:ext>
            </a:extLst>
          </p:cNvPr>
          <p:cNvSpPr txBox="1"/>
          <p:nvPr/>
        </p:nvSpPr>
        <p:spPr>
          <a:xfrm>
            <a:off x="5181600" y="21463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CA5E64E7-4CA3-8111-C3A6-2414606D3610}"/>
              </a:ext>
            </a:extLst>
          </p:cNvPr>
          <p:cNvCxnSpPr/>
          <p:nvPr/>
        </p:nvCxnSpPr>
        <p:spPr>
          <a:xfrm>
            <a:off x="1066800" y="3657600"/>
            <a:ext cx="0" cy="368300"/>
          </a:xfrm>
          <a:prstGeom prst="line">
            <a:avLst/>
          </a:prstGeom>
          <a:ln w="25400">
            <a:solidFill>
              <a:srgbClr val="B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楕円 12">
            <a:extLst>
              <a:ext uri="{FF2B5EF4-FFF2-40B4-BE49-F238E27FC236}">
                <a16:creationId xmlns:a16="http://schemas.microsoft.com/office/drawing/2014/main" id="{BE6049FD-82DC-9F6F-2853-3348EDB1FAA4}"/>
              </a:ext>
            </a:extLst>
          </p:cNvPr>
          <p:cNvSpPr/>
          <p:nvPr/>
        </p:nvSpPr>
        <p:spPr>
          <a:xfrm>
            <a:off x="749300" y="3022600"/>
            <a:ext cx="635000" cy="635000"/>
          </a:xfrm>
          <a:prstGeom prst="ellipse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F24C229-7C98-3324-98E0-F3F588724392}"/>
              </a:ext>
            </a:extLst>
          </p:cNvPr>
          <p:cNvSpPr txBox="1"/>
          <p:nvPr/>
        </p:nvSpPr>
        <p:spPr>
          <a:xfrm>
            <a:off x="812800" y="30861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2</a:t>
            </a:r>
            <a:endParaRPr kumimoji="1" lang="ja-JP" altLang="en-US" sz="28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1B67EF2-6C7C-F1ED-BFDD-E7E6A41A972E}"/>
              </a:ext>
            </a:extLst>
          </p:cNvPr>
          <p:cNvSpPr/>
          <p:nvPr/>
        </p:nvSpPr>
        <p:spPr>
          <a:xfrm>
            <a:off x="1651000" y="3022600"/>
            <a:ext cx="98298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0E76417-B9D6-FCA1-B665-5ED9A46395D8}"/>
              </a:ext>
            </a:extLst>
          </p:cNvPr>
          <p:cNvSpPr/>
          <p:nvPr/>
        </p:nvSpPr>
        <p:spPr>
          <a:xfrm>
            <a:off x="1651000" y="3022600"/>
            <a:ext cx="38100" cy="876300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7A5AF9B-26D2-69F1-41E8-571AD117C9C4}"/>
              </a:ext>
            </a:extLst>
          </p:cNvPr>
          <p:cNvSpPr txBox="1"/>
          <p:nvPr/>
        </p:nvSpPr>
        <p:spPr>
          <a:xfrm>
            <a:off x="1905000" y="31496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4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2C88E5F-2BAF-E13F-BDCA-E2087C847962}"/>
              </a:ext>
            </a:extLst>
          </p:cNvPr>
          <p:cNvSpPr txBox="1"/>
          <p:nvPr/>
        </p:nvSpPr>
        <p:spPr>
          <a:xfrm>
            <a:off x="5181600" y="31496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A327A60C-BFA9-D380-99D9-7BDC9E224261}"/>
              </a:ext>
            </a:extLst>
          </p:cNvPr>
          <p:cNvCxnSpPr/>
          <p:nvPr/>
        </p:nvCxnSpPr>
        <p:spPr>
          <a:xfrm>
            <a:off x="1066800" y="4660900"/>
            <a:ext cx="0" cy="368300"/>
          </a:xfrm>
          <a:prstGeom prst="line">
            <a:avLst/>
          </a:prstGeom>
          <a:ln w="25400">
            <a:solidFill>
              <a:srgbClr val="B9CBC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楕円 19">
            <a:extLst>
              <a:ext uri="{FF2B5EF4-FFF2-40B4-BE49-F238E27FC236}">
                <a16:creationId xmlns:a16="http://schemas.microsoft.com/office/drawing/2014/main" id="{EC131AA8-5F74-414D-2E1B-5BACBC97E3BF}"/>
              </a:ext>
            </a:extLst>
          </p:cNvPr>
          <p:cNvSpPr/>
          <p:nvPr/>
        </p:nvSpPr>
        <p:spPr>
          <a:xfrm>
            <a:off x="749300" y="4025900"/>
            <a:ext cx="635000" cy="635000"/>
          </a:xfrm>
          <a:prstGeom prst="ellipse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2F5CB0F-EBEE-0A6B-3D49-D2DBFA1A3C12}"/>
              </a:ext>
            </a:extLst>
          </p:cNvPr>
          <p:cNvSpPr txBox="1"/>
          <p:nvPr/>
        </p:nvSpPr>
        <p:spPr>
          <a:xfrm>
            <a:off x="812800" y="40894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3</a:t>
            </a:r>
            <a:endParaRPr kumimoji="1" lang="ja-JP" altLang="en-US" sz="28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F44DEF4C-C60D-BFFF-3D08-0B41674895DB}"/>
              </a:ext>
            </a:extLst>
          </p:cNvPr>
          <p:cNvSpPr/>
          <p:nvPr/>
        </p:nvSpPr>
        <p:spPr>
          <a:xfrm>
            <a:off x="1651000" y="4025900"/>
            <a:ext cx="98298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4F430762-4B29-B893-0699-02B982C832CE}"/>
              </a:ext>
            </a:extLst>
          </p:cNvPr>
          <p:cNvSpPr/>
          <p:nvPr/>
        </p:nvSpPr>
        <p:spPr>
          <a:xfrm>
            <a:off x="1651000" y="4025900"/>
            <a:ext cx="38100" cy="876300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2FC16C1B-EDD0-0482-F1B2-8E847AAF980C}"/>
              </a:ext>
            </a:extLst>
          </p:cNvPr>
          <p:cNvSpPr txBox="1"/>
          <p:nvPr/>
        </p:nvSpPr>
        <p:spPr>
          <a:xfrm>
            <a:off x="1905000" y="41529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4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EADB8CF4-55D3-386A-F2A6-B5834F7C30CE}"/>
              </a:ext>
            </a:extLst>
          </p:cNvPr>
          <p:cNvSpPr txBox="1"/>
          <p:nvPr/>
        </p:nvSpPr>
        <p:spPr>
          <a:xfrm>
            <a:off x="5181600" y="41529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6" name="楕円 25">
            <a:extLst>
              <a:ext uri="{FF2B5EF4-FFF2-40B4-BE49-F238E27FC236}">
                <a16:creationId xmlns:a16="http://schemas.microsoft.com/office/drawing/2014/main" id="{DAF99215-7EA4-6ECC-0722-617C7CECE0B9}"/>
              </a:ext>
            </a:extLst>
          </p:cNvPr>
          <p:cNvSpPr/>
          <p:nvPr/>
        </p:nvSpPr>
        <p:spPr>
          <a:xfrm>
            <a:off x="749300" y="5029200"/>
            <a:ext cx="635000" cy="635000"/>
          </a:xfrm>
          <a:prstGeom prst="ellipse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A1DE1FCD-204B-C8CB-8238-81167F58E93D}"/>
              </a:ext>
            </a:extLst>
          </p:cNvPr>
          <p:cNvSpPr txBox="1"/>
          <p:nvPr/>
        </p:nvSpPr>
        <p:spPr>
          <a:xfrm>
            <a:off x="812800" y="5092700"/>
            <a:ext cx="508000" cy="533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2800" b="1">
                <a:solidFill>
                  <a:srgbClr val="18232F"/>
                </a:solidFill>
                <a:latin typeface="Segoe UI" panose="020B0502040204020203" pitchFamily="34" charset="0"/>
                <a:ea typeface="Yu Gothic UI" panose="020B0500000000000000" pitchFamily="50" charset="-128"/>
              </a:rPr>
              <a:t>4</a:t>
            </a:r>
            <a:endParaRPr kumimoji="1" lang="ja-JP" altLang="en-US" sz="2800" b="1">
              <a:solidFill>
                <a:srgbClr val="18232F"/>
              </a:solidFill>
              <a:latin typeface="Segoe UI" panose="020B0502040204020203" pitchFamily="34" charset="0"/>
              <a:ea typeface="Yu Gothic UI" panose="020B0500000000000000" pitchFamily="50" charset="-128"/>
            </a:endParaRPr>
          </a:p>
        </p:txBody>
      </p:sp>
      <p:sp>
        <p:nvSpPr>
          <p:cNvPr id="28" name="正方形/長方形 27">
            <a:extLst>
              <a:ext uri="{FF2B5EF4-FFF2-40B4-BE49-F238E27FC236}">
                <a16:creationId xmlns:a16="http://schemas.microsoft.com/office/drawing/2014/main" id="{D4A7EE5C-1D60-B57D-E4E1-E7453426A8C8}"/>
              </a:ext>
            </a:extLst>
          </p:cNvPr>
          <p:cNvSpPr/>
          <p:nvPr/>
        </p:nvSpPr>
        <p:spPr>
          <a:xfrm>
            <a:off x="1651000" y="5029200"/>
            <a:ext cx="9829800" cy="876300"/>
          </a:xfrm>
          <a:prstGeom prst="rect">
            <a:avLst/>
          </a:prstGeom>
          <a:solidFill>
            <a:srgbClr val="152F3B"/>
          </a:solidFill>
          <a:ln w="12700">
            <a:solidFill>
              <a:srgbClr val="8ED1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9" name="正方形/長方形 28">
            <a:extLst>
              <a:ext uri="{FF2B5EF4-FFF2-40B4-BE49-F238E27FC236}">
                <a16:creationId xmlns:a16="http://schemas.microsoft.com/office/drawing/2014/main" id="{031B971B-2539-8864-119E-BAD136EB3D52}"/>
              </a:ext>
            </a:extLst>
          </p:cNvPr>
          <p:cNvSpPr/>
          <p:nvPr/>
        </p:nvSpPr>
        <p:spPr>
          <a:xfrm>
            <a:off x="1651000" y="5029200"/>
            <a:ext cx="38100" cy="876300"/>
          </a:xfrm>
          <a:prstGeom prst="rect">
            <a:avLst/>
          </a:prstGeom>
          <a:solidFill>
            <a:srgbClr val="8ED1F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1263E84A-17AB-4861-4170-AAAB07B76ACC}"/>
              </a:ext>
            </a:extLst>
          </p:cNvPr>
          <p:cNvSpPr txBox="1"/>
          <p:nvPr/>
        </p:nvSpPr>
        <p:spPr>
          <a:xfrm>
            <a:off x="1905000" y="5156200"/>
            <a:ext cx="30226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400" b="1">
                <a:solidFill>
                  <a:srgbClr val="8ED1F0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4</a:t>
            </a:r>
            <a:endParaRPr kumimoji="1" lang="ja-JP" altLang="en-US" sz="2400" b="1">
              <a:solidFill>
                <a:srgbClr val="8ED1F0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551392DB-CA35-45C7-849C-2B0C499E9169}"/>
              </a:ext>
            </a:extLst>
          </p:cNvPr>
          <p:cNvSpPr txBox="1"/>
          <p:nvPr/>
        </p:nvSpPr>
        <p:spPr>
          <a:xfrm>
            <a:off x="5181600" y="5156200"/>
            <a:ext cx="6032500" cy="6223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32" name="直線コネクタ 31">
            <a:extLst>
              <a:ext uri="{FF2B5EF4-FFF2-40B4-BE49-F238E27FC236}">
                <a16:creationId xmlns:a16="http://schemas.microsoft.com/office/drawing/2014/main" id="{EEFEA6F3-E5C4-EF69-B528-9D9196EA1E74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テキスト ボックス 32">
            <a:extLst>
              <a:ext uri="{FF2B5EF4-FFF2-40B4-BE49-F238E27FC236}">
                <a16:creationId xmlns:a16="http://schemas.microsoft.com/office/drawing/2014/main" id="{CDF1F3E5-103C-6B83-A08A-C4ADB94F6EB2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10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0582119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1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553DD86B-EEB1-5C95-EBF7-AFE948CA97A1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9B0D144-0697-39EF-F477-BC58BA1C5F5D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数式と意味を図形で分ける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1F2B10C0-9096-D1E0-4C4B-0EBF08EFED66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四角形: 角を丸くする 4">
            <a:extLst>
              <a:ext uri="{FF2B5EF4-FFF2-40B4-BE49-F238E27FC236}">
                <a16:creationId xmlns:a16="http://schemas.microsoft.com/office/drawing/2014/main" id="{910FE3E6-D493-6513-3FE5-79438B0FC7EB}"/>
              </a:ext>
            </a:extLst>
          </p:cNvPr>
          <p:cNvSpPr/>
          <p:nvPr/>
        </p:nvSpPr>
        <p:spPr>
          <a:xfrm>
            <a:off x="711200" y="2019300"/>
            <a:ext cx="5232400" cy="4013200"/>
          </a:xfrm>
          <a:prstGeom prst="roundRect">
            <a:avLst/>
          </a:prstGeom>
          <a:solidFill>
            <a:srgbClr val="25465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3FC5D946-668B-7369-32EB-294830990BB8}"/>
              </a:ext>
            </a:extLst>
          </p:cNvPr>
          <p:cNvSpPr/>
          <p:nvPr/>
        </p:nvSpPr>
        <p:spPr>
          <a:xfrm>
            <a:off x="1079500" y="2317750"/>
            <a:ext cx="355600" cy="444500"/>
          </a:xfrm>
          <a:prstGeom prst="roundRect">
            <a:avLst/>
          </a:prstGeom>
          <a:noFill/>
          <a:ln w="31115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484BA927-A884-7BDE-4D54-39808F814018}"/>
              </a:ext>
            </a:extLst>
          </p:cNvPr>
          <p:cNvSpPr/>
          <p:nvPr/>
        </p:nvSpPr>
        <p:spPr>
          <a:xfrm>
            <a:off x="1146175" y="2384425"/>
            <a:ext cx="222250" cy="88900"/>
          </a:xfrm>
          <a:prstGeom prst="rect">
            <a:avLst/>
          </a:prstGeom>
          <a:noFill/>
          <a:ln w="31115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楕円 7">
            <a:extLst>
              <a:ext uri="{FF2B5EF4-FFF2-40B4-BE49-F238E27FC236}">
                <a16:creationId xmlns:a16="http://schemas.microsoft.com/office/drawing/2014/main" id="{C24FF6EA-9638-2A98-E253-016A6486B2C1}"/>
              </a:ext>
            </a:extLst>
          </p:cNvPr>
          <p:cNvSpPr/>
          <p:nvPr/>
        </p:nvSpPr>
        <p:spPr>
          <a:xfrm>
            <a:off x="1168400" y="2540000"/>
            <a:ext cx="22225" cy="22225"/>
          </a:xfrm>
          <a:prstGeom prst="ellipse">
            <a:avLst/>
          </a:prstGeom>
          <a:solidFill>
            <a:srgbClr val="69D3BC"/>
          </a:solidFill>
          <a:ln w="31115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楕円 8">
            <a:extLst>
              <a:ext uri="{FF2B5EF4-FFF2-40B4-BE49-F238E27FC236}">
                <a16:creationId xmlns:a16="http://schemas.microsoft.com/office/drawing/2014/main" id="{43C67BE5-8D14-7CD4-2353-CFE418ACCC12}"/>
              </a:ext>
            </a:extLst>
          </p:cNvPr>
          <p:cNvSpPr/>
          <p:nvPr/>
        </p:nvSpPr>
        <p:spPr>
          <a:xfrm>
            <a:off x="1323975" y="2540000"/>
            <a:ext cx="22225" cy="22225"/>
          </a:xfrm>
          <a:prstGeom prst="ellipse">
            <a:avLst/>
          </a:prstGeom>
          <a:solidFill>
            <a:srgbClr val="69D3BC"/>
          </a:solidFill>
          <a:ln w="31115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楕円 9">
            <a:extLst>
              <a:ext uri="{FF2B5EF4-FFF2-40B4-BE49-F238E27FC236}">
                <a16:creationId xmlns:a16="http://schemas.microsoft.com/office/drawing/2014/main" id="{A9103175-8EC4-2C72-DA82-AA4DBEAF8C8E}"/>
              </a:ext>
            </a:extLst>
          </p:cNvPr>
          <p:cNvSpPr/>
          <p:nvPr/>
        </p:nvSpPr>
        <p:spPr>
          <a:xfrm>
            <a:off x="1168400" y="2651125"/>
            <a:ext cx="22225" cy="22225"/>
          </a:xfrm>
          <a:prstGeom prst="ellipse">
            <a:avLst/>
          </a:prstGeom>
          <a:solidFill>
            <a:srgbClr val="69D3BC"/>
          </a:solidFill>
          <a:ln w="31115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楕円 10">
            <a:extLst>
              <a:ext uri="{FF2B5EF4-FFF2-40B4-BE49-F238E27FC236}">
                <a16:creationId xmlns:a16="http://schemas.microsoft.com/office/drawing/2014/main" id="{82B4A05E-7F55-5E79-F19C-C8204D62C03D}"/>
              </a:ext>
            </a:extLst>
          </p:cNvPr>
          <p:cNvSpPr/>
          <p:nvPr/>
        </p:nvSpPr>
        <p:spPr>
          <a:xfrm>
            <a:off x="1323975" y="2651125"/>
            <a:ext cx="22225" cy="22225"/>
          </a:xfrm>
          <a:prstGeom prst="ellipse">
            <a:avLst/>
          </a:prstGeom>
          <a:solidFill>
            <a:srgbClr val="69D3BC"/>
          </a:solidFill>
          <a:ln w="31115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6001F4C-D89F-2D8A-53D6-CC89B7D94C80}"/>
              </a:ext>
            </a:extLst>
          </p:cNvPr>
          <p:cNvSpPr txBox="1"/>
          <p:nvPr/>
        </p:nvSpPr>
        <p:spPr>
          <a:xfrm>
            <a:off x="1016000" y="3111500"/>
            <a:ext cx="4622800" cy="16510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en-US" altLang="ja-JP" sz="3600" b="1">
                <a:solidFill>
                  <a:srgbClr val="69D3BC"/>
                </a:solidFill>
                <a:latin typeface="Cambria Math" panose="02040503050406030204" pitchFamily="18" charset="0"/>
                <a:ea typeface="Yu Gothic UI" panose="020B0500000000000000" pitchFamily="50" charset="-128"/>
              </a:rPr>
              <a:t>1 + 3 + 5 = 9</a:t>
            </a:r>
            <a:endParaRPr kumimoji="1" lang="ja-JP" altLang="en-US" sz="3600" b="1">
              <a:solidFill>
                <a:srgbClr val="69D3BC"/>
              </a:solidFill>
              <a:latin typeface="Cambria Math" panose="02040503050406030204" pitchFamily="18" charset="0"/>
              <a:ea typeface="Yu Gothic UI" panose="020B0500000000000000" pitchFamily="50" charset="-128"/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CF244DF3-DF8D-C0F6-DDE7-6BBDDCDCB24A}"/>
              </a:ext>
            </a:extLst>
          </p:cNvPr>
          <p:cNvSpPr txBox="1"/>
          <p:nvPr/>
        </p:nvSpPr>
        <p:spPr>
          <a:xfrm>
            <a:off x="1016000" y="5016500"/>
            <a:ext cx="4622800" cy="8001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最初の</a:t>
            </a:r>
            <a:r>
              <a:rPr kumimoji="1" lang="en-US" altLang="ja-JP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r>
              <a:rPr kumimoji="1" lang="ja-JP" altLang="en-US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個の奇数の和。</a:t>
            </a: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23A1A515-175E-F6E4-7C79-B5CEB780A060}"/>
              </a:ext>
            </a:extLst>
          </p:cNvPr>
          <p:cNvSpPr/>
          <p:nvPr/>
        </p:nvSpPr>
        <p:spPr>
          <a:xfrm>
            <a:off x="6273800" y="2019300"/>
            <a:ext cx="5207000" cy="1185333"/>
          </a:xfrm>
          <a:prstGeom prst="rect">
            <a:avLst/>
          </a:prstGeom>
          <a:solidFill>
            <a:srgbClr val="152F3B"/>
          </a:solidFill>
          <a:ln w="12700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3A910E73-EF4F-206D-3DE3-F905EF007858}"/>
              </a:ext>
            </a:extLst>
          </p:cNvPr>
          <p:cNvSpPr/>
          <p:nvPr/>
        </p:nvSpPr>
        <p:spPr>
          <a:xfrm>
            <a:off x="6273800" y="2019300"/>
            <a:ext cx="38100" cy="1185333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5231DC2-343A-77D2-FFB1-CC01D327E3E9}"/>
              </a:ext>
            </a:extLst>
          </p:cNvPr>
          <p:cNvSpPr txBox="1"/>
          <p:nvPr/>
        </p:nvSpPr>
        <p:spPr>
          <a:xfrm>
            <a:off x="6527800" y="2133600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69D3BC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</a:t>
            </a:r>
            <a:endParaRPr kumimoji="1" lang="ja-JP" altLang="en-US" sz="2300" b="1">
              <a:solidFill>
                <a:srgbClr val="69D3BC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60E2D1B-71B4-28F2-845E-AC44F57E5E22}"/>
              </a:ext>
            </a:extLst>
          </p:cNvPr>
          <p:cNvSpPr txBox="1"/>
          <p:nvPr/>
        </p:nvSpPr>
        <p:spPr>
          <a:xfrm>
            <a:off x="6527800" y="2641600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18" name="正方形/長方形 17">
            <a:extLst>
              <a:ext uri="{FF2B5EF4-FFF2-40B4-BE49-F238E27FC236}">
                <a16:creationId xmlns:a16="http://schemas.microsoft.com/office/drawing/2014/main" id="{7712A39D-1F4E-E5A6-A0FA-4B371B282433}"/>
              </a:ext>
            </a:extLst>
          </p:cNvPr>
          <p:cNvSpPr/>
          <p:nvPr/>
        </p:nvSpPr>
        <p:spPr>
          <a:xfrm>
            <a:off x="6273800" y="3357033"/>
            <a:ext cx="5207000" cy="1185334"/>
          </a:xfrm>
          <a:prstGeom prst="rect">
            <a:avLst/>
          </a:prstGeom>
          <a:solidFill>
            <a:srgbClr val="152F3B"/>
          </a:solidFill>
          <a:ln w="12700">
            <a:solidFill>
              <a:srgbClr val="F4C38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9" name="正方形/長方形 18">
            <a:extLst>
              <a:ext uri="{FF2B5EF4-FFF2-40B4-BE49-F238E27FC236}">
                <a16:creationId xmlns:a16="http://schemas.microsoft.com/office/drawing/2014/main" id="{AA1A46F6-3002-5768-BAD8-F781581DB7EE}"/>
              </a:ext>
            </a:extLst>
          </p:cNvPr>
          <p:cNvSpPr/>
          <p:nvPr/>
        </p:nvSpPr>
        <p:spPr>
          <a:xfrm>
            <a:off x="6273800" y="3357033"/>
            <a:ext cx="38100" cy="1185334"/>
          </a:xfrm>
          <a:prstGeom prst="rect">
            <a:avLst/>
          </a:prstGeom>
          <a:solidFill>
            <a:srgbClr val="F4C38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7BA7283F-3CD2-D304-C06D-65CECDF79DCE}"/>
              </a:ext>
            </a:extLst>
          </p:cNvPr>
          <p:cNvSpPr txBox="1"/>
          <p:nvPr/>
        </p:nvSpPr>
        <p:spPr>
          <a:xfrm>
            <a:off x="6527800" y="3471333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F4C382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2</a:t>
            </a:r>
            <a:endParaRPr kumimoji="1" lang="ja-JP" altLang="en-US" sz="2300" b="1">
              <a:solidFill>
                <a:srgbClr val="F4C382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0E54DCD7-171F-A2C9-D5D4-BFE84F36ED93}"/>
              </a:ext>
            </a:extLst>
          </p:cNvPr>
          <p:cNvSpPr txBox="1"/>
          <p:nvPr/>
        </p:nvSpPr>
        <p:spPr>
          <a:xfrm>
            <a:off x="6527800" y="3979333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16045751-3F9F-BE2A-C435-9F06E3E75092}"/>
              </a:ext>
            </a:extLst>
          </p:cNvPr>
          <p:cNvSpPr/>
          <p:nvPr/>
        </p:nvSpPr>
        <p:spPr>
          <a:xfrm>
            <a:off x="6273800" y="4694767"/>
            <a:ext cx="5207000" cy="1185333"/>
          </a:xfrm>
          <a:prstGeom prst="rect">
            <a:avLst/>
          </a:prstGeom>
          <a:solidFill>
            <a:srgbClr val="152F3B"/>
          </a:solidFill>
          <a:ln w="12700">
            <a:solidFill>
              <a:srgbClr val="B8A3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FD87989C-8912-2FF8-AC0D-B8AB20636C5F}"/>
              </a:ext>
            </a:extLst>
          </p:cNvPr>
          <p:cNvSpPr/>
          <p:nvPr/>
        </p:nvSpPr>
        <p:spPr>
          <a:xfrm>
            <a:off x="6273800" y="4694767"/>
            <a:ext cx="38100" cy="1185333"/>
          </a:xfrm>
          <a:prstGeom prst="rect">
            <a:avLst/>
          </a:prstGeom>
          <a:solidFill>
            <a:srgbClr val="B8A3ED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3E7C6F2-4A61-5190-6DB4-5CAADCEB6463}"/>
              </a:ext>
            </a:extLst>
          </p:cNvPr>
          <p:cNvSpPr txBox="1"/>
          <p:nvPr/>
        </p:nvSpPr>
        <p:spPr>
          <a:xfrm>
            <a:off x="6527800" y="4809067"/>
            <a:ext cx="4699000" cy="444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項目</a:t>
            </a:r>
            <a:r>
              <a:rPr kumimoji="1" lang="en-US" altLang="ja-JP" sz="2300" b="1">
                <a:solidFill>
                  <a:srgbClr val="B8A3E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3</a:t>
            </a:r>
            <a:endParaRPr kumimoji="1" lang="ja-JP" altLang="en-US" sz="2300" b="1">
              <a:solidFill>
                <a:srgbClr val="B8A3E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5B57850A-E365-B3CA-F0E8-8B5A0C58D269}"/>
              </a:ext>
            </a:extLst>
          </p:cNvPr>
          <p:cNvSpPr txBox="1"/>
          <p:nvPr/>
        </p:nvSpPr>
        <p:spPr>
          <a:xfrm>
            <a:off x="6527800" y="5317067"/>
            <a:ext cx="4699000" cy="537633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条件と根拠を示す。</a:t>
            </a:r>
          </a:p>
        </p:txBody>
      </p:sp>
      <p:cxnSp>
        <p:nvCxnSpPr>
          <p:cNvPr id="26" name="直線コネクタ 25">
            <a:extLst>
              <a:ext uri="{FF2B5EF4-FFF2-40B4-BE49-F238E27FC236}">
                <a16:creationId xmlns:a16="http://schemas.microsoft.com/office/drawing/2014/main" id="{C3AF9CB1-37F7-C880-D89F-25178ECFC7B1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E6970E5E-B753-3F61-26B2-01E4ADD59E0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11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344634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_12">
    <p:bg>
      <p:bgPr>
        <a:solidFill>
          <a:srgbClr val="152F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D91422E1-16B4-D456-7851-EB8640594BC8}"/>
              </a:ext>
            </a:extLst>
          </p:cNvPr>
          <p:cNvSpPr/>
          <p:nvPr/>
        </p:nvSpPr>
        <p:spPr>
          <a:xfrm>
            <a:off x="304800" y="584200"/>
            <a:ext cx="76200" cy="927100"/>
          </a:xfrm>
          <a:prstGeom prst="rect">
            <a:avLst/>
          </a:prstGeom>
          <a:solidFill>
            <a:srgbClr val="69D3B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AFC6195-1170-A0A3-A4CA-841633C62EE6}"/>
              </a:ext>
            </a:extLst>
          </p:cNvPr>
          <p:cNvSpPr txBox="1"/>
          <p:nvPr/>
        </p:nvSpPr>
        <p:spPr>
          <a:xfrm>
            <a:off x="711200" y="431800"/>
            <a:ext cx="10769600" cy="12192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意味を表す</a:t>
            </a:r>
            <a:r>
              <a:rPr kumimoji="1" lang="en-US" altLang="ja-JP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</a:t>
            </a:r>
            <a:r>
              <a:rPr kumimoji="1" lang="ja-JP" altLang="en-US" sz="3200" b="1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種類のアイコン</a:t>
            </a:r>
          </a:p>
        </p:txBody>
      </p:sp>
      <p:cxnSp>
        <p:nvCxnSpPr>
          <p:cNvPr id="4" name="直線コネクタ 3">
            <a:extLst>
              <a:ext uri="{FF2B5EF4-FFF2-40B4-BE49-F238E27FC236}">
                <a16:creationId xmlns:a16="http://schemas.microsoft.com/office/drawing/2014/main" id="{5A558160-A359-0C06-0EEB-2143A608033F}"/>
              </a:ext>
            </a:extLst>
          </p:cNvPr>
          <p:cNvCxnSpPr/>
          <p:nvPr/>
        </p:nvCxnSpPr>
        <p:spPr>
          <a:xfrm>
            <a:off x="711200" y="17653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楕円 4">
            <a:extLst>
              <a:ext uri="{FF2B5EF4-FFF2-40B4-BE49-F238E27FC236}">
                <a16:creationId xmlns:a16="http://schemas.microsoft.com/office/drawing/2014/main" id="{F02F3461-F579-B12B-B442-4CE15F29CABD}"/>
              </a:ext>
            </a:extLst>
          </p:cNvPr>
          <p:cNvSpPr/>
          <p:nvPr/>
        </p:nvSpPr>
        <p:spPr>
          <a:xfrm>
            <a:off x="1492250" y="2282825"/>
            <a:ext cx="393700" cy="393700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" name="直線コネクタ 5">
            <a:extLst>
              <a:ext uri="{FF2B5EF4-FFF2-40B4-BE49-F238E27FC236}">
                <a16:creationId xmlns:a16="http://schemas.microsoft.com/office/drawing/2014/main" id="{C0F80235-A1D7-54F1-CDC4-6EE88B4C00BA}"/>
              </a:ext>
            </a:extLst>
          </p:cNvPr>
          <p:cNvCxnSpPr/>
          <p:nvPr/>
        </p:nvCxnSpPr>
        <p:spPr>
          <a:xfrm>
            <a:off x="1590675" y="2643717"/>
            <a:ext cx="0" cy="131233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直線コネクタ 6">
            <a:extLst>
              <a:ext uri="{FF2B5EF4-FFF2-40B4-BE49-F238E27FC236}">
                <a16:creationId xmlns:a16="http://schemas.microsoft.com/office/drawing/2014/main" id="{59DCA99C-46E4-1285-C601-3EEB9D00A1B5}"/>
              </a:ext>
            </a:extLst>
          </p:cNvPr>
          <p:cNvCxnSpPr/>
          <p:nvPr/>
        </p:nvCxnSpPr>
        <p:spPr>
          <a:xfrm>
            <a:off x="1787525" y="2643717"/>
            <a:ext cx="0" cy="131233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直線コネクタ 7">
            <a:extLst>
              <a:ext uri="{FF2B5EF4-FFF2-40B4-BE49-F238E27FC236}">
                <a16:creationId xmlns:a16="http://schemas.microsoft.com/office/drawing/2014/main" id="{1A05E5B8-0D64-CED2-874B-F7C9056A14AE}"/>
              </a:ext>
            </a:extLst>
          </p:cNvPr>
          <p:cNvCxnSpPr/>
          <p:nvPr/>
        </p:nvCxnSpPr>
        <p:spPr>
          <a:xfrm>
            <a:off x="1590675" y="2807758"/>
            <a:ext cx="196850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8B59CEA7-14CA-39B9-C831-BA3AF4587699}"/>
              </a:ext>
            </a:extLst>
          </p:cNvPr>
          <p:cNvCxnSpPr/>
          <p:nvPr/>
        </p:nvCxnSpPr>
        <p:spPr>
          <a:xfrm>
            <a:off x="1623483" y="2906183"/>
            <a:ext cx="131234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82F3ACB3-4B16-57E8-A99E-02FECD84D5F5}"/>
              </a:ext>
            </a:extLst>
          </p:cNvPr>
          <p:cNvCxnSpPr/>
          <p:nvPr/>
        </p:nvCxnSpPr>
        <p:spPr>
          <a:xfrm>
            <a:off x="1328208" y="2446867"/>
            <a:ext cx="65617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CF563C18-F441-9951-1CD6-86549848FAEB}"/>
              </a:ext>
            </a:extLst>
          </p:cNvPr>
          <p:cNvCxnSpPr/>
          <p:nvPr/>
        </p:nvCxnSpPr>
        <p:spPr>
          <a:xfrm>
            <a:off x="1984375" y="2446867"/>
            <a:ext cx="65617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B48F10C2-4185-21F1-8C73-83D2685C97D9}"/>
              </a:ext>
            </a:extLst>
          </p:cNvPr>
          <p:cNvCxnSpPr/>
          <p:nvPr/>
        </p:nvCxnSpPr>
        <p:spPr>
          <a:xfrm>
            <a:off x="1689100" y="2184400"/>
            <a:ext cx="0" cy="32808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8CA80DAC-13C0-FE2A-127E-48F848EB2E5D}"/>
              </a:ext>
            </a:extLst>
          </p:cNvPr>
          <p:cNvSpPr txBox="1"/>
          <p:nvPr/>
        </p:nvSpPr>
        <p:spPr>
          <a:xfrm>
            <a:off x="863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アイデア・発想</a:t>
            </a:r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B80929F0-B39E-331C-7414-C0989C52C481}"/>
              </a:ext>
            </a:extLst>
          </p:cNvPr>
          <p:cNvSpPr/>
          <p:nvPr/>
        </p:nvSpPr>
        <p:spPr>
          <a:xfrm>
            <a:off x="3300942" y="2250017"/>
            <a:ext cx="459316" cy="656166"/>
          </a:xfrm>
          <a:prstGeom prst="round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5" name="直線コネクタ 14">
            <a:extLst>
              <a:ext uri="{FF2B5EF4-FFF2-40B4-BE49-F238E27FC236}">
                <a16:creationId xmlns:a16="http://schemas.microsoft.com/office/drawing/2014/main" id="{D2D2FB14-2EC4-E831-CA76-B498605FEA72}"/>
              </a:ext>
            </a:extLst>
          </p:cNvPr>
          <p:cNvCxnSpPr/>
          <p:nvPr/>
        </p:nvCxnSpPr>
        <p:spPr>
          <a:xfrm>
            <a:off x="3399367" y="2414058"/>
            <a:ext cx="262466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直線コネクタ 15">
            <a:extLst>
              <a:ext uri="{FF2B5EF4-FFF2-40B4-BE49-F238E27FC236}">
                <a16:creationId xmlns:a16="http://schemas.microsoft.com/office/drawing/2014/main" id="{7419AFE1-A9A9-8130-66DA-CE57A4002CAD}"/>
              </a:ext>
            </a:extLst>
          </p:cNvPr>
          <p:cNvCxnSpPr/>
          <p:nvPr/>
        </p:nvCxnSpPr>
        <p:spPr>
          <a:xfrm>
            <a:off x="3399367" y="2545292"/>
            <a:ext cx="262466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F3766733-0B59-EA29-28B6-B18E696FCEBA}"/>
              </a:ext>
            </a:extLst>
          </p:cNvPr>
          <p:cNvCxnSpPr/>
          <p:nvPr/>
        </p:nvCxnSpPr>
        <p:spPr>
          <a:xfrm>
            <a:off x="3399367" y="2676525"/>
            <a:ext cx="262466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BA7A15CE-923D-1A66-CF2E-B79304EEA73D}"/>
              </a:ext>
            </a:extLst>
          </p:cNvPr>
          <p:cNvSpPr txBox="1"/>
          <p:nvPr/>
        </p:nvSpPr>
        <p:spPr>
          <a:xfrm>
            <a:off x="2705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資料・記録</a:t>
            </a:r>
          </a:p>
        </p:txBody>
      </p: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30051A7F-81D6-36FF-9894-ECF6EC9BB803}"/>
              </a:ext>
            </a:extLst>
          </p:cNvPr>
          <p:cNvCxnSpPr/>
          <p:nvPr/>
        </p:nvCxnSpPr>
        <p:spPr>
          <a:xfrm>
            <a:off x="5076825" y="2282825"/>
            <a:ext cx="0" cy="59055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直線コネクタ 19">
            <a:extLst>
              <a:ext uri="{FF2B5EF4-FFF2-40B4-BE49-F238E27FC236}">
                <a16:creationId xmlns:a16="http://schemas.microsoft.com/office/drawing/2014/main" id="{4E5EC42C-7FBE-72D0-843D-A75F951478CE}"/>
              </a:ext>
            </a:extLst>
          </p:cNvPr>
          <p:cNvCxnSpPr/>
          <p:nvPr/>
        </p:nvCxnSpPr>
        <p:spPr>
          <a:xfrm>
            <a:off x="5076825" y="2873375"/>
            <a:ext cx="623358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正方形/長方形 20">
            <a:extLst>
              <a:ext uri="{FF2B5EF4-FFF2-40B4-BE49-F238E27FC236}">
                <a16:creationId xmlns:a16="http://schemas.microsoft.com/office/drawing/2014/main" id="{C9478564-B650-9D49-CCE7-581AEDD123AC}"/>
              </a:ext>
            </a:extLst>
          </p:cNvPr>
          <p:cNvSpPr/>
          <p:nvPr/>
        </p:nvSpPr>
        <p:spPr>
          <a:xfrm>
            <a:off x="5175250" y="2578100"/>
            <a:ext cx="98425" cy="229658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2" name="正方形/長方形 21">
            <a:extLst>
              <a:ext uri="{FF2B5EF4-FFF2-40B4-BE49-F238E27FC236}">
                <a16:creationId xmlns:a16="http://schemas.microsoft.com/office/drawing/2014/main" id="{9BE13191-43E5-2695-5AFA-9D5709CA6C86}"/>
              </a:ext>
            </a:extLst>
          </p:cNvPr>
          <p:cNvSpPr/>
          <p:nvPr/>
        </p:nvSpPr>
        <p:spPr>
          <a:xfrm>
            <a:off x="5339292" y="2414058"/>
            <a:ext cx="98425" cy="393700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3" name="正方形/長方形 22">
            <a:extLst>
              <a:ext uri="{FF2B5EF4-FFF2-40B4-BE49-F238E27FC236}">
                <a16:creationId xmlns:a16="http://schemas.microsoft.com/office/drawing/2014/main" id="{ED858200-3E0E-D8BD-079E-FBA6304BEAFD}"/>
              </a:ext>
            </a:extLst>
          </p:cNvPr>
          <p:cNvSpPr/>
          <p:nvPr/>
        </p:nvSpPr>
        <p:spPr>
          <a:xfrm>
            <a:off x="5503333" y="2282825"/>
            <a:ext cx="98425" cy="524933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4DEDC6E7-2FBA-DA88-18E3-2D6DCAB62778}"/>
              </a:ext>
            </a:extLst>
          </p:cNvPr>
          <p:cNvSpPr txBox="1"/>
          <p:nvPr/>
        </p:nvSpPr>
        <p:spPr>
          <a:xfrm>
            <a:off x="4546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グラフ・分析</a:t>
            </a:r>
          </a:p>
        </p:txBody>
      </p:sp>
      <p:sp>
        <p:nvSpPr>
          <p:cNvPr id="25" name="楕円 24">
            <a:extLst>
              <a:ext uri="{FF2B5EF4-FFF2-40B4-BE49-F238E27FC236}">
                <a16:creationId xmlns:a16="http://schemas.microsoft.com/office/drawing/2014/main" id="{290A52A7-7954-CFBB-336B-5B71E31ADC33}"/>
              </a:ext>
            </a:extLst>
          </p:cNvPr>
          <p:cNvSpPr/>
          <p:nvPr/>
        </p:nvSpPr>
        <p:spPr>
          <a:xfrm>
            <a:off x="7082367" y="2282825"/>
            <a:ext cx="262467" cy="262467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6" name="四角形: 角を丸くする 25">
            <a:extLst>
              <a:ext uri="{FF2B5EF4-FFF2-40B4-BE49-F238E27FC236}">
                <a16:creationId xmlns:a16="http://schemas.microsoft.com/office/drawing/2014/main" id="{11E1F0A8-4D1E-71D1-A81F-179477F5D927}"/>
              </a:ext>
            </a:extLst>
          </p:cNvPr>
          <p:cNvSpPr/>
          <p:nvPr/>
        </p:nvSpPr>
        <p:spPr>
          <a:xfrm>
            <a:off x="6983942" y="2610908"/>
            <a:ext cx="459317" cy="295275"/>
          </a:xfrm>
          <a:prstGeom prst="round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7" name="楕円 26">
            <a:extLst>
              <a:ext uri="{FF2B5EF4-FFF2-40B4-BE49-F238E27FC236}">
                <a16:creationId xmlns:a16="http://schemas.microsoft.com/office/drawing/2014/main" id="{513FD619-B77C-20A9-3A22-F47125CA6497}"/>
              </a:ext>
            </a:extLst>
          </p:cNvPr>
          <p:cNvSpPr/>
          <p:nvPr/>
        </p:nvSpPr>
        <p:spPr>
          <a:xfrm>
            <a:off x="6852708" y="2414058"/>
            <a:ext cx="131233" cy="131234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8" name="楕円 27">
            <a:extLst>
              <a:ext uri="{FF2B5EF4-FFF2-40B4-BE49-F238E27FC236}">
                <a16:creationId xmlns:a16="http://schemas.microsoft.com/office/drawing/2014/main" id="{31F52DF7-7810-20EE-485B-B14BEAF3BF4E}"/>
              </a:ext>
            </a:extLst>
          </p:cNvPr>
          <p:cNvSpPr/>
          <p:nvPr/>
        </p:nvSpPr>
        <p:spPr>
          <a:xfrm>
            <a:off x="7443258" y="2414058"/>
            <a:ext cx="131233" cy="131234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29" name="直線コネクタ 28">
            <a:extLst>
              <a:ext uri="{FF2B5EF4-FFF2-40B4-BE49-F238E27FC236}">
                <a16:creationId xmlns:a16="http://schemas.microsoft.com/office/drawing/2014/main" id="{5356C14C-32A4-183D-A787-FDBCC08C55CB}"/>
              </a:ext>
            </a:extLst>
          </p:cNvPr>
          <p:cNvCxnSpPr/>
          <p:nvPr/>
        </p:nvCxnSpPr>
        <p:spPr>
          <a:xfrm>
            <a:off x="6885517" y="2643717"/>
            <a:ext cx="0" cy="19685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直線コネクタ 29">
            <a:extLst>
              <a:ext uri="{FF2B5EF4-FFF2-40B4-BE49-F238E27FC236}">
                <a16:creationId xmlns:a16="http://schemas.microsoft.com/office/drawing/2014/main" id="{07ADD5A7-EA85-B098-547B-C2BB089E3B20}"/>
              </a:ext>
            </a:extLst>
          </p:cNvPr>
          <p:cNvCxnSpPr/>
          <p:nvPr/>
        </p:nvCxnSpPr>
        <p:spPr>
          <a:xfrm>
            <a:off x="7541683" y="2643717"/>
            <a:ext cx="0" cy="19685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CDA2E06E-A505-7761-4D00-024AABDB6B29}"/>
              </a:ext>
            </a:extLst>
          </p:cNvPr>
          <p:cNvSpPr txBox="1"/>
          <p:nvPr/>
        </p:nvSpPr>
        <p:spPr>
          <a:xfrm>
            <a:off x="6388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人・チーム</a:t>
            </a:r>
          </a:p>
        </p:txBody>
      </p:sp>
      <p:sp>
        <p:nvSpPr>
          <p:cNvPr id="32" name="楕円 31">
            <a:extLst>
              <a:ext uri="{FF2B5EF4-FFF2-40B4-BE49-F238E27FC236}">
                <a16:creationId xmlns:a16="http://schemas.microsoft.com/office/drawing/2014/main" id="{C8A6D1A0-71EF-D618-777A-A49D1DF74B69}"/>
              </a:ext>
            </a:extLst>
          </p:cNvPr>
          <p:cNvSpPr/>
          <p:nvPr/>
        </p:nvSpPr>
        <p:spPr>
          <a:xfrm>
            <a:off x="8727017" y="2250017"/>
            <a:ext cx="656167" cy="656166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3" name="楕円 32">
            <a:extLst>
              <a:ext uri="{FF2B5EF4-FFF2-40B4-BE49-F238E27FC236}">
                <a16:creationId xmlns:a16="http://schemas.microsoft.com/office/drawing/2014/main" id="{C9CE0428-700D-D8BD-8274-41D767F753C2}"/>
              </a:ext>
            </a:extLst>
          </p:cNvPr>
          <p:cNvSpPr/>
          <p:nvPr/>
        </p:nvSpPr>
        <p:spPr>
          <a:xfrm>
            <a:off x="8891058" y="2250017"/>
            <a:ext cx="328083" cy="656166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34" name="直線コネクタ 33">
            <a:extLst>
              <a:ext uri="{FF2B5EF4-FFF2-40B4-BE49-F238E27FC236}">
                <a16:creationId xmlns:a16="http://schemas.microsoft.com/office/drawing/2014/main" id="{24ABE83D-8DCD-EE61-3A5A-A81A4A36C8AC}"/>
              </a:ext>
            </a:extLst>
          </p:cNvPr>
          <p:cNvCxnSpPr/>
          <p:nvPr/>
        </p:nvCxnSpPr>
        <p:spPr>
          <a:xfrm>
            <a:off x="8727017" y="2578100"/>
            <a:ext cx="656167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6A9AB33-8649-0227-5967-8B4C003765AC}"/>
              </a:ext>
            </a:extLst>
          </p:cNvPr>
          <p:cNvSpPr txBox="1"/>
          <p:nvPr/>
        </p:nvSpPr>
        <p:spPr>
          <a:xfrm>
            <a:off x="82296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地域・国際</a:t>
            </a:r>
          </a:p>
        </p:txBody>
      </p:sp>
      <p:cxnSp>
        <p:nvCxnSpPr>
          <p:cNvPr id="36" name="直線コネクタ 35">
            <a:extLst>
              <a:ext uri="{FF2B5EF4-FFF2-40B4-BE49-F238E27FC236}">
                <a16:creationId xmlns:a16="http://schemas.microsoft.com/office/drawing/2014/main" id="{FE426B11-9FA3-8EA6-6D0B-7C5F10BA5B80}"/>
              </a:ext>
            </a:extLst>
          </p:cNvPr>
          <p:cNvCxnSpPr/>
          <p:nvPr/>
        </p:nvCxnSpPr>
        <p:spPr>
          <a:xfrm>
            <a:off x="10896600" y="2250017"/>
            <a:ext cx="295275" cy="98425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5312F384-6A30-30E1-9CEE-A1FE49C92789}"/>
              </a:ext>
            </a:extLst>
          </p:cNvPr>
          <p:cNvCxnSpPr/>
          <p:nvPr/>
        </p:nvCxnSpPr>
        <p:spPr>
          <a:xfrm flipV="1">
            <a:off x="11159067" y="2348442"/>
            <a:ext cx="32808" cy="328083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F58BBF85-131D-93FD-82A5-1C452D7E7960}"/>
              </a:ext>
            </a:extLst>
          </p:cNvPr>
          <p:cNvCxnSpPr/>
          <p:nvPr/>
        </p:nvCxnSpPr>
        <p:spPr>
          <a:xfrm flipV="1">
            <a:off x="10896600" y="2676525"/>
            <a:ext cx="262467" cy="229658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直線コネクタ 38">
            <a:extLst>
              <a:ext uri="{FF2B5EF4-FFF2-40B4-BE49-F238E27FC236}">
                <a16:creationId xmlns:a16="http://schemas.microsoft.com/office/drawing/2014/main" id="{9E6B8F01-C3DC-E0F3-7C97-A5943CA7A3A4}"/>
              </a:ext>
            </a:extLst>
          </p:cNvPr>
          <p:cNvCxnSpPr/>
          <p:nvPr/>
        </p:nvCxnSpPr>
        <p:spPr>
          <a:xfrm>
            <a:off x="10634133" y="2676525"/>
            <a:ext cx="262467" cy="229658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953ACDC7-D499-FCB1-33E1-D26368CF7A86}"/>
              </a:ext>
            </a:extLst>
          </p:cNvPr>
          <p:cNvCxnSpPr/>
          <p:nvPr/>
        </p:nvCxnSpPr>
        <p:spPr>
          <a:xfrm>
            <a:off x="10601325" y="2348442"/>
            <a:ext cx="32808" cy="328083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290E9956-B17F-3C11-108A-979EA5131B16}"/>
              </a:ext>
            </a:extLst>
          </p:cNvPr>
          <p:cNvCxnSpPr/>
          <p:nvPr/>
        </p:nvCxnSpPr>
        <p:spPr>
          <a:xfrm flipV="1">
            <a:off x="10601325" y="2250017"/>
            <a:ext cx="295275" cy="98425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四角形: 角を丸くする 41">
            <a:extLst>
              <a:ext uri="{FF2B5EF4-FFF2-40B4-BE49-F238E27FC236}">
                <a16:creationId xmlns:a16="http://schemas.microsoft.com/office/drawing/2014/main" id="{A0BA404D-92E2-7AF2-25D8-15B7CBEC7638}"/>
              </a:ext>
            </a:extLst>
          </p:cNvPr>
          <p:cNvSpPr/>
          <p:nvPr/>
        </p:nvSpPr>
        <p:spPr>
          <a:xfrm>
            <a:off x="10798175" y="2479675"/>
            <a:ext cx="196850" cy="196850"/>
          </a:xfrm>
          <a:prstGeom prst="round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43" name="直線コネクタ 42">
            <a:extLst>
              <a:ext uri="{FF2B5EF4-FFF2-40B4-BE49-F238E27FC236}">
                <a16:creationId xmlns:a16="http://schemas.microsoft.com/office/drawing/2014/main" id="{04AA0464-A4A0-9D2E-777B-BA5251113C58}"/>
              </a:ext>
            </a:extLst>
          </p:cNvPr>
          <p:cNvCxnSpPr/>
          <p:nvPr/>
        </p:nvCxnSpPr>
        <p:spPr>
          <a:xfrm>
            <a:off x="10896600" y="2545292"/>
            <a:ext cx="0" cy="65616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928F6F84-58EB-BC89-B04B-0D7881E77500}"/>
              </a:ext>
            </a:extLst>
          </p:cNvPr>
          <p:cNvSpPr txBox="1"/>
          <p:nvPr/>
        </p:nvSpPr>
        <p:spPr>
          <a:xfrm>
            <a:off x="10071100" y="32258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機密・保護</a:t>
            </a:r>
          </a:p>
        </p:txBody>
      </p:sp>
      <p:sp>
        <p:nvSpPr>
          <p:cNvPr id="45" name="四角形: 角を丸くする 44">
            <a:extLst>
              <a:ext uri="{FF2B5EF4-FFF2-40B4-BE49-F238E27FC236}">
                <a16:creationId xmlns:a16="http://schemas.microsoft.com/office/drawing/2014/main" id="{CA1F10D4-00E5-3132-D46B-64A046AC46A1}"/>
              </a:ext>
            </a:extLst>
          </p:cNvPr>
          <p:cNvSpPr/>
          <p:nvPr/>
        </p:nvSpPr>
        <p:spPr>
          <a:xfrm>
            <a:off x="1426633" y="4193117"/>
            <a:ext cx="524934" cy="656166"/>
          </a:xfrm>
          <a:prstGeom prst="round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正方形/長方形 45">
            <a:extLst>
              <a:ext uri="{FF2B5EF4-FFF2-40B4-BE49-F238E27FC236}">
                <a16:creationId xmlns:a16="http://schemas.microsoft.com/office/drawing/2014/main" id="{3CEE67B7-1379-B5F7-BC9F-D6329F9827DF}"/>
              </a:ext>
            </a:extLst>
          </p:cNvPr>
          <p:cNvSpPr/>
          <p:nvPr/>
        </p:nvSpPr>
        <p:spPr>
          <a:xfrm>
            <a:off x="1525058" y="4291542"/>
            <a:ext cx="328084" cy="131233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7" name="楕円 46">
            <a:extLst>
              <a:ext uri="{FF2B5EF4-FFF2-40B4-BE49-F238E27FC236}">
                <a16:creationId xmlns:a16="http://schemas.microsoft.com/office/drawing/2014/main" id="{AF5FF5CD-30C9-3D26-D1D8-80BD88170C92}"/>
              </a:ext>
            </a:extLst>
          </p:cNvPr>
          <p:cNvSpPr/>
          <p:nvPr/>
        </p:nvSpPr>
        <p:spPr>
          <a:xfrm>
            <a:off x="1557867" y="4521200"/>
            <a:ext cx="32808" cy="32808"/>
          </a:xfrm>
          <a:prstGeom prst="ellipse">
            <a:avLst/>
          </a:prstGeom>
          <a:solidFill>
            <a:srgbClr val="69D3BC"/>
          </a:solidFill>
          <a:ln w="45932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8" name="楕円 47">
            <a:extLst>
              <a:ext uri="{FF2B5EF4-FFF2-40B4-BE49-F238E27FC236}">
                <a16:creationId xmlns:a16="http://schemas.microsoft.com/office/drawing/2014/main" id="{30565FEA-5D5B-F8E5-73C5-1DD467721D8A}"/>
              </a:ext>
            </a:extLst>
          </p:cNvPr>
          <p:cNvSpPr/>
          <p:nvPr/>
        </p:nvSpPr>
        <p:spPr>
          <a:xfrm>
            <a:off x="1787525" y="4521200"/>
            <a:ext cx="32808" cy="32808"/>
          </a:xfrm>
          <a:prstGeom prst="ellipse">
            <a:avLst/>
          </a:prstGeom>
          <a:solidFill>
            <a:srgbClr val="69D3BC"/>
          </a:solidFill>
          <a:ln w="45932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9" name="楕円 48">
            <a:extLst>
              <a:ext uri="{FF2B5EF4-FFF2-40B4-BE49-F238E27FC236}">
                <a16:creationId xmlns:a16="http://schemas.microsoft.com/office/drawing/2014/main" id="{D01BF4F7-6018-8D5D-BA99-B1FE91990C01}"/>
              </a:ext>
            </a:extLst>
          </p:cNvPr>
          <p:cNvSpPr/>
          <p:nvPr/>
        </p:nvSpPr>
        <p:spPr>
          <a:xfrm>
            <a:off x="1557867" y="4685242"/>
            <a:ext cx="32808" cy="32808"/>
          </a:xfrm>
          <a:prstGeom prst="ellipse">
            <a:avLst/>
          </a:prstGeom>
          <a:solidFill>
            <a:srgbClr val="69D3BC"/>
          </a:solidFill>
          <a:ln w="45932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0" name="楕円 49">
            <a:extLst>
              <a:ext uri="{FF2B5EF4-FFF2-40B4-BE49-F238E27FC236}">
                <a16:creationId xmlns:a16="http://schemas.microsoft.com/office/drawing/2014/main" id="{85CBB48C-50DC-86FC-E86A-75F0D698D68A}"/>
              </a:ext>
            </a:extLst>
          </p:cNvPr>
          <p:cNvSpPr/>
          <p:nvPr/>
        </p:nvSpPr>
        <p:spPr>
          <a:xfrm>
            <a:off x="1787525" y="4685242"/>
            <a:ext cx="32808" cy="32808"/>
          </a:xfrm>
          <a:prstGeom prst="ellipse">
            <a:avLst/>
          </a:prstGeom>
          <a:solidFill>
            <a:srgbClr val="69D3BC"/>
          </a:solidFill>
          <a:ln w="45932">
            <a:solidFill>
              <a:srgbClr val="69D3B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1" name="テキスト ボックス 50">
            <a:extLst>
              <a:ext uri="{FF2B5EF4-FFF2-40B4-BE49-F238E27FC236}">
                <a16:creationId xmlns:a16="http://schemas.microsoft.com/office/drawing/2014/main" id="{3AB2014C-7686-388A-78C2-37E804C54A43}"/>
              </a:ext>
            </a:extLst>
          </p:cNvPr>
          <p:cNvSpPr txBox="1"/>
          <p:nvPr/>
        </p:nvSpPr>
        <p:spPr>
          <a:xfrm>
            <a:off x="863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数学・計算</a:t>
            </a:r>
          </a:p>
        </p:txBody>
      </p:sp>
      <p:sp>
        <p:nvSpPr>
          <p:cNvPr id="52" name="楕円 51">
            <a:extLst>
              <a:ext uri="{FF2B5EF4-FFF2-40B4-BE49-F238E27FC236}">
                <a16:creationId xmlns:a16="http://schemas.microsoft.com/office/drawing/2014/main" id="{99C2D096-BFCB-A894-63D9-98149DFD4068}"/>
              </a:ext>
            </a:extLst>
          </p:cNvPr>
          <p:cNvSpPr/>
          <p:nvPr/>
        </p:nvSpPr>
        <p:spPr>
          <a:xfrm>
            <a:off x="3202517" y="4193117"/>
            <a:ext cx="656166" cy="656166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E52BD60C-A7D3-56C2-CE46-C4D54C670B3C}"/>
              </a:ext>
            </a:extLst>
          </p:cNvPr>
          <p:cNvCxnSpPr/>
          <p:nvPr/>
        </p:nvCxnSpPr>
        <p:spPr>
          <a:xfrm>
            <a:off x="3530600" y="4291542"/>
            <a:ext cx="0" cy="229658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直線コネクタ 53">
            <a:extLst>
              <a:ext uri="{FF2B5EF4-FFF2-40B4-BE49-F238E27FC236}">
                <a16:creationId xmlns:a16="http://schemas.microsoft.com/office/drawing/2014/main" id="{020B8CC1-BEBD-41E3-D000-4502455C41B8}"/>
              </a:ext>
            </a:extLst>
          </p:cNvPr>
          <p:cNvCxnSpPr/>
          <p:nvPr/>
        </p:nvCxnSpPr>
        <p:spPr>
          <a:xfrm>
            <a:off x="3530600" y="4521200"/>
            <a:ext cx="164042" cy="98425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B664F85B-BE7D-72CE-FA2B-E4E9D5EE3F1D}"/>
              </a:ext>
            </a:extLst>
          </p:cNvPr>
          <p:cNvSpPr txBox="1"/>
          <p:nvPr/>
        </p:nvSpPr>
        <p:spPr>
          <a:xfrm>
            <a:off x="2705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時間・予定</a:t>
            </a:r>
          </a:p>
        </p:txBody>
      </p:sp>
      <p:sp>
        <p:nvSpPr>
          <p:cNvPr id="56" name="楕円 55">
            <a:extLst>
              <a:ext uri="{FF2B5EF4-FFF2-40B4-BE49-F238E27FC236}">
                <a16:creationId xmlns:a16="http://schemas.microsoft.com/office/drawing/2014/main" id="{827F5BD6-842D-31ED-E3C4-6CC87C626A17}"/>
              </a:ext>
            </a:extLst>
          </p:cNvPr>
          <p:cNvSpPr/>
          <p:nvPr/>
        </p:nvSpPr>
        <p:spPr>
          <a:xfrm>
            <a:off x="5044017" y="4193117"/>
            <a:ext cx="656166" cy="656166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7" name="楕円 56">
            <a:extLst>
              <a:ext uri="{FF2B5EF4-FFF2-40B4-BE49-F238E27FC236}">
                <a16:creationId xmlns:a16="http://schemas.microsoft.com/office/drawing/2014/main" id="{3700EE2B-72CC-8AB7-8FFB-EC3F323CFDB3}"/>
              </a:ext>
            </a:extLst>
          </p:cNvPr>
          <p:cNvSpPr/>
          <p:nvPr/>
        </p:nvSpPr>
        <p:spPr>
          <a:xfrm>
            <a:off x="5175250" y="4324350"/>
            <a:ext cx="393700" cy="393700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8" name="楕円 57">
            <a:extLst>
              <a:ext uri="{FF2B5EF4-FFF2-40B4-BE49-F238E27FC236}">
                <a16:creationId xmlns:a16="http://schemas.microsoft.com/office/drawing/2014/main" id="{1C8C35AC-C3EC-41BF-7ACA-229302AC801C}"/>
              </a:ext>
            </a:extLst>
          </p:cNvPr>
          <p:cNvSpPr/>
          <p:nvPr/>
        </p:nvSpPr>
        <p:spPr>
          <a:xfrm>
            <a:off x="5306483" y="4455583"/>
            <a:ext cx="131234" cy="131234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9" name="テキスト ボックス 58">
            <a:extLst>
              <a:ext uri="{FF2B5EF4-FFF2-40B4-BE49-F238E27FC236}">
                <a16:creationId xmlns:a16="http://schemas.microsoft.com/office/drawing/2014/main" id="{750C1EEF-6F62-BA86-FCDD-364FB1DE2740}"/>
              </a:ext>
            </a:extLst>
          </p:cNvPr>
          <p:cNvSpPr txBox="1"/>
          <p:nvPr/>
        </p:nvSpPr>
        <p:spPr>
          <a:xfrm>
            <a:off x="4546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目的・目標</a:t>
            </a:r>
          </a:p>
        </p:txBody>
      </p:sp>
      <p:sp>
        <p:nvSpPr>
          <p:cNvPr id="60" name="正方形/長方形 59">
            <a:extLst>
              <a:ext uri="{FF2B5EF4-FFF2-40B4-BE49-F238E27FC236}">
                <a16:creationId xmlns:a16="http://schemas.microsoft.com/office/drawing/2014/main" id="{33E3F041-B85A-1BC5-F0BC-A032D35ECCE8}"/>
              </a:ext>
            </a:extLst>
          </p:cNvPr>
          <p:cNvSpPr/>
          <p:nvPr/>
        </p:nvSpPr>
        <p:spPr>
          <a:xfrm>
            <a:off x="6983942" y="4193117"/>
            <a:ext cx="459317" cy="656166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1" name="正方形/長方形 60">
            <a:extLst>
              <a:ext uri="{FF2B5EF4-FFF2-40B4-BE49-F238E27FC236}">
                <a16:creationId xmlns:a16="http://schemas.microsoft.com/office/drawing/2014/main" id="{FE2CB61F-0963-DD65-6A4C-291414A00D6C}"/>
              </a:ext>
            </a:extLst>
          </p:cNvPr>
          <p:cNvSpPr/>
          <p:nvPr/>
        </p:nvSpPr>
        <p:spPr>
          <a:xfrm>
            <a:off x="7082367" y="4324350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AD17350B-3E64-889D-20D3-AC671085ADF8}"/>
              </a:ext>
            </a:extLst>
          </p:cNvPr>
          <p:cNvSpPr/>
          <p:nvPr/>
        </p:nvSpPr>
        <p:spPr>
          <a:xfrm>
            <a:off x="7279217" y="4324350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3" name="正方形/長方形 62">
            <a:extLst>
              <a:ext uri="{FF2B5EF4-FFF2-40B4-BE49-F238E27FC236}">
                <a16:creationId xmlns:a16="http://schemas.microsoft.com/office/drawing/2014/main" id="{48F04361-F3BE-EC1D-E416-65FE3DBA5435}"/>
              </a:ext>
            </a:extLst>
          </p:cNvPr>
          <p:cNvSpPr/>
          <p:nvPr/>
        </p:nvSpPr>
        <p:spPr>
          <a:xfrm>
            <a:off x="7082367" y="4488392"/>
            <a:ext cx="65617" cy="65616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4" name="正方形/長方形 63">
            <a:extLst>
              <a:ext uri="{FF2B5EF4-FFF2-40B4-BE49-F238E27FC236}">
                <a16:creationId xmlns:a16="http://schemas.microsoft.com/office/drawing/2014/main" id="{28527BE1-24C0-0234-EBDB-53C523B0F015}"/>
              </a:ext>
            </a:extLst>
          </p:cNvPr>
          <p:cNvSpPr/>
          <p:nvPr/>
        </p:nvSpPr>
        <p:spPr>
          <a:xfrm>
            <a:off x="7279217" y="4488392"/>
            <a:ext cx="65617" cy="65616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5" name="正方形/長方形 64">
            <a:extLst>
              <a:ext uri="{FF2B5EF4-FFF2-40B4-BE49-F238E27FC236}">
                <a16:creationId xmlns:a16="http://schemas.microsoft.com/office/drawing/2014/main" id="{F40246D2-E5FF-6051-478F-70FF8990B999}"/>
              </a:ext>
            </a:extLst>
          </p:cNvPr>
          <p:cNvSpPr/>
          <p:nvPr/>
        </p:nvSpPr>
        <p:spPr>
          <a:xfrm>
            <a:off x="7082367" y="4652433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6" name="正方形/長方形 65">
            <a:extLst>
              <a:ext uri="{FF2B5EF4-FFF2-40B4-BE49-F238E27FC236}">
                <a16:creationId xmlns:a16="http://schemas.microsoft.com/office/drawing/2014/main" id="{1614B2E3-316E-5C90-EC5E-8D9A976E1C0D}"/>
              </a:ext>
            </a:extLst>
          </p:cNvPr>
          <p:cNvSpPr/>
          <p:nvPr/>
        </p:nvSpPr>
        <p:spPr>
          <a:xfrm>
            <a:off x="7279217" y="4652433"/>
            <a:ext cx="65617" cy="65617"/>
          </a:xfrm>
          <a:prstGeom prst="rect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4A0C6FA2-6C63-A666-FD25-45764A5F94A1}"/>
              </a:ext>
            </a:extLst>
          </p:cNvPr>
          <p:cNvCxnSpPr/>
          <p:nvPr/>
        </p:nvCxnSpPr>
        <p:spPr>
          <a:xfrm>
            <a:off x="6885517" y="4849283"/>
            <a:ext cx="656167" cy="0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テキスト ボックス 67">
            <a:extLst>
              <a:ext uri="{FF2B5EF4-FFF2-40B4-BE49-F238E27FC236}">
                <a16:creationId xmlns:a16="http://schemas.microsoft.com/office/drawing/2014/main" id="{F1206E88-3B77-F9DD-1BC2-CFC17DF87D11}"/>
              </a:ext>
            </a:extLst>
          </p:cNvPr>
          <p:cNvSpPr txBox="1"/>
          <p:nvPr/>
        </p:nvSpPr>
        <p:spPr>
          <a:xfrm>
            <a:off x="6388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会社・組織</a:t>
            </a:r>
          </a:p>
        </p:txBody>
      </p:sp>
      <p:sp>
        <p:nvSpPr>
          <p:cNvPr id="69" name="楕円 68">
            <a:extLst>
              <a:ext uri="{FF2B5EF4-FFF2-40B4-BE49-F238E27FC236}">
                <a16:creationId xmlns:a16="http://schemas.microsoft.com/office/drawing/2014/main" id="{DDEFFDF4-8AA8-12AD-2D01-58967ECBB7B0}"/>
              </a:ext>
            </a:extLst>
          </p:cNvPr>
          <p:cNvSpPr/>
          <p:nvPr/>
        </p:nvSpPr>
        <p:spPr>
          <a:xfrm>
            <a:off x="8759825" y="4324350"/>
            <a:ext cx="590550" cy="229658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0" name="楕円 69">
            <a:extLst>
              <a:ext uri="{FF2B5EF4-FFF2-40B4-BE49-F238E27FC236}">
                <a16:creationId xmlns:a16="http://schemas.microsoft.com/office/drawing/2014/main" id="{14C67C7F-DB74-9BA4-338B-F37022891B1E}"/>
              </a:ext>
            </a:extLst>
          </p:cNvPr>
          <p:cNvSpPr/>
          <p:nvPr/>
        </p:nvSpPr>
        <p:spPr>
          <a:xfrm>
            <a:off x="8759825" y="4455583"/>
            <a:ext cx="590550" cy="229659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1" name="楕円 70">
            <a:extLst>
              <a:ext uri="{FF2B5EF4-FFF2-40B4-BE49-F238E27FC236}">
                <a16:creationId xmlns:a16="http://schemas.microsoft.com/office/drawing/2014/main" id="{56E010C5-AD03-F7B0-6481-C6B41BACA4A0}"/>
              </a:ext>
            </a:extLst>
          </p:cNvPr>
          <p:cNvSpPr/>
          <p:nvPr/>
        </p:nvSpPr>
        <p:spPr>
          <a:xfrm>
            <a:off x="8759825" y="4586817"/>
            <a:ext cx="590550" cy="229658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D1C03DFB-4BCA-C2D7-7EFD-A8931E985DD0}"/>
              </a:ext>
            </a:extLst>
          </p:cNvPr>
          <p:cNvSpPr txBox="1"/>
          <p:nvPr/>
        </p:nvSpPr>
        <p:spPr>
          <a:xfrm>
            <a:off x="82296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金額・費用・資
産</a:t>
            </a:r>
          </a:p>
        </p:txBody>
      </p:sp>
      <p:sp>
        <p:nvSpPr>
          <p:cNvPr id="73" name="楕円 72">
            <a:extLst>
              <a:ext uri="{FF2B5EF4-FFF2-40B4-BE49-F238E27FC236}">
                <a16:creationId xmlns:a16="http://schemas.microsoft.com/office/drawing/2014/main" id="{71C7A051-985A-B9BE-476F-EECE17728222}"/>
              </a:ext>
            </a:extLst>
          </p:cNvPr>
          <p:cNvSpPr/>
          <p:nvPr/>
        </p:nvSpPr>
        <p:spPr>
          <a:xfrm>
            <a:off x="10568517" y="4193117"/>
            <a:ext cx="459317" cy="459316"/>
          </a:xfrm>
          <a:prstGeom prst="ellipse">
            <a:avLst/>
          </a:prstGeom>
          <a:noFill/>
          <a:ln w="45932" cap="flat" cmpd="sng" algn="ctr">
            <a:solidFill>
              <a:srgbClr val="69D3BC"/>
            </a:solidFill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74" name="直線コネクタ 73">
            <a:extLst>
              <a:ext uri="{FF2B5EF4-FFF2-40B4-BE49-F238E27FC236}">
                <a16:creationId xmlns:a16="http://schemas.microsoft.com/office/drawing/2014/main" id="{C7838B0B-3CC0-F96B-3520-FBE995260260}"/>
              </a:ext>
            </a:extLst>
          </p:cNvPr>
          <p:cNvCxnSpPr/>
          <p:nvPr/>
        </p:nvCxnSpPr>
        <p:spPr>
          <a:xfrm>
            <a:off x="10995025" y="4619625"/>
            <a:ext cx="229658" cy="229658"/>
          </a:xfrm>
          <a:prstGeom prst="line">
            <a:avLst/>
          </a:prstGeom>
          <a:ln w="45932">
            <a:solidFill>
              <a:srgbClr val="69D3B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7BB67166-17B2-F068-B82E-B238E5AC6A5C}"/>
              </a:ext>
            </a:extLst>
          </p:cNvPr>
          <p:cNvSpPr txBox="1"/>
          <p:nvPr/>
        </p:nvSpPr>
        <p:spPr>
          <a:xfrm>
            <a:off x="10071100" y="5168900"/>
            <a:ext cx="1625600" cy="8255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ctr"/>
            <a:r>
              <a:rPr kumimoji="1" lang="ja-JP" altLang="en-US" sz="1700">
                <a:solidFill>
                  <a:srgbClr val="F6F8F6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確認・調査</a:t>
            </a:r>
          </a:p>
        </p:txBody>
      </p:sp>
      <p:cxnSp>
        <p:nvCxnSpPr>
          <p:cNvPr id="76" name="直線コネクタ 75">
            <a:extLst>
              <a:ext uri="{FF2B5EF4-FFF2-40B4-BE49-F238E27FC236}">
                <a16:creationId xmlns:a16="http://schemas.microsoft.com/office/drawing/2014/main" id="{36C96B6C-4DDC-8448-8BDC-11438508C1F8}"/>
              </a:ext>
            </a:extLst>
          </p:cNvPr>
          <p:cNvCxnSpPr/>
          <p:nvPr/>
        </p:nvCxnSpPr>
        <p:spPr>
          <a:xfrm>
            <a:off x="711200" y="6299200"/>
            <a:ext cx="10769600" cy="0"/>
          </a:xfrm>
          <a:prstGeom prst="line">
            <a:avLst/>
          </a:prstGeom>
          <a:ln w="12700">
            <a:solidFill>
              <a:srgbClr val="25465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7" name="テキスト ボックス 76">
            <a:extLst>
              <a:ext uri="{FF2B5EF4-FFF2-40B4-BE49-F238E27FC236}">
                <a16:creationId xmlns:a16="http://schemas.microsoft.com/office/drawing/2014/main" id="{F835FC33-DD55-2DCF-1DA0-131F0A7D1CE7}"/>
              </a:ext>
            </a:extLst>
          </p:cNvPr>
          <p:cNvSpPr txBox="1"/>
          <p:nvPr/>
        </p:nvSpPr>
        <p:spPr>
          <a:xfrm>
            <a:off x="10629900" y="6413500"/>
            <a:ext cx="850900" cy="279400"/>
          </a:xfrm>
          <a:prstGeom prst="rect">
            <a:avLst/>
          </a:prstGeom>
          <a:noFill/>
        </p:spPr>
        <p:txBody>
          <a:bodyPr vert="horz" wrap="square" lIns="0" tIns="0" rIns="0" bIns="0" rtlCol="0" anchor="t">
            <a:noAutofit/>
          </a:bodyPr>
          <a:lstStyle/>
          <a:p>
            <a:pPr algn="r"/>
            <a:r>
              <a:rPr kumimoji="1" lang="en-US" altLang="ja-JP" sz="1000">
                <a:solidFill>
                  <a:srgbClr val="B9CBCD"/>
                </a:solidFill>
                <a:latin typeface="Yu Gothic UI" panose="020B0500000000000000" pitchFamily="50" charset="-128"/>
                <a:ea typeface="Yu Gothic UI" panose="020B0500000000000000" pitchFamily="50" charset="-128"/>
              </a:rPr>
              <a:t>12 / 12</a:t>
            </a:r>
            <a:endParaRPr kumimoji="1" lang="ja-JP" altLang="en-US" sz="1000">
              <a:solidFill>
                <a:srgbClr val="B9CBCD"/>
              </a:solidFill>
              <a:latin typeface="Yu Gothic UI" panose="020B0500000000000000" pitchFamily="50" charset="-128"/>
              <a:ea typeface="Yu Gothic UI" panose="020B0500000000000000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75521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rgbClr val="F6F8F6"/>
      </a:dk1>
      <a:lt1>
        <a:sysClr val="window" lastClr="FFFFFF"/>
      </a:lt1>
      <a:dk2>
        <a:srgbClr val="0E2841"/>
      </a:dk2>
      <a:lt2>
        <a:srgbClr val="E8E8E8"/>
      </a:lt2>
      <a:accent1>
        <a:srgbClr val="69D3BC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2080</Words>
  <Application>Microsoft Office PowerPoint</Application>
  <PresentationFormat>ユーザー設定</PresentationFormat>
  <Paragraphs>153</Paragraphs>
  <Slides>12</Slides>
  <Notes>12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12</vt:i4>
      </vt:variant>
    </vt:vector>
  </HeadingPairs>
  <TitlesOfParts>
    <vt:vector size="19" baseType="lpstr">
      <vt:lpstr>Yu Gothic UI</vt:lpstr>
      <vt:lpstr>游ゴシック</vt:lpstr>
      <vt:lpstr>游ゴシック Light</vt:lpstr>
      <vt:lpstr>Arial</vt:lpstr>
      <vt:lpstr>Cambria Math</vt:lpstr>
      <vt:lpstr>Segoe UI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Designer Extention</dc:creator>
  <cp:lastModifiedBy>Designer Extention</cp:lastModifiedBy>
  <cp:revision>1</cp:revision>
  <dcterms:created xsi:type="dcterms:W3CDTF">2026-10-01T06:08:42Z</dcterms:created>
  <dcterms:modified xsi:type="dcterms:W3CDTF">2026-10-01T06:08:42Z</dcterms:modified>
</cp:coreProperties>
</file>