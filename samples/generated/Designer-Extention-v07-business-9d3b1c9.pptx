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参考値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A2-4B05-A317-4B27C189C2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86035696"/>
        <c:axId val="788073008"/>
      </c:barChart>
      <c:catAx>
        <c:axId val="7860356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88073008"/>
        <c:crosses val="autoZero"/>
        <c:auto val="1"/>
        <c:lblAlgn val="ctr"/>
        <c:lblOffset val="100"/>
        <c:tickLblSkip val="1"/>
        <c:noMultiLvlLbl val="0"/>
      </c:catAx>
      <c:valAx>
        <c:axId val="788073008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86035696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参考値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D6-4B82-BAF2-F50E975A4F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86069104"/>
        <c:axId val="788114768"/>
      </c:barChart>
      <c:catAx>
        <c:axId val="786069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88114768"/>
        <c:crosses val="autoZero"/>
        <c:auto val="1"/>
        <c:lblAlgn val="ctr"/>
        <c:lblOffset val="100"/>
        <c:tickLblSkip val="1"/>
        <c:noMultiLvlLbl val="0"/>
      </c:catAx>
      <c:valAx>
        <c:axId val="788114768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86069104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参考値</c:v>
                </c:pt>
              </c:strCache>
            </c:strRef>
          </c:tx>
          <c:spPr>
            <a:ln w="31750" cap="rnd">
              <a:solidFill>
                <a:srgbClr val="245DA8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rgbClr val="245DA8"/>
              </a:solidFill>
              <a:ln w="31750">
                <a:solidFill>
                  <a:srgbClr val="245DA8"/>
                </a:solidFill>
                <a:prstDash val="solid"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C38-409E-8D58-D36137824B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86036160"/>
        <c:axId val="788137328"/>
      </c:lineChart>
      <c:catAx>
        <c:axId val="786036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88137328"/>
        <c:crosses val="autoZero"/>
        <c:auto val="1"/>
        <c:lblAlgn val="ctr"/>
        <c:lblOffset val="100"/>
        <c:tickLblSkip val="1"/>
        <c:noMultiLvlLbl val="0"/>
      </c:catAx>
      <c:valAx>
        <c:axId val="7881373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86036160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'Sheet1'!$B$1</c:f>
              <c:strCache>
                <c:ptCount val="1"/>
                <c:pt idx="0">
                  <c:v>全体の内訳</c:v>
                </c:pt>
              </c:strCache>
            </c:strRef>
          </c:tx>
          <c:spPr>
            <a:solidFill>
              <a:srgbClr val="245DA8"/>
            </a:solidFill>
            <a:ln w="19050"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prstClr val="white"/>
                  </a:solidFill>
                </a14:hiddenLine>
              </a:ext>
            </a:extLst>
          </c:spPr>
          <c:dPt>
            <c:idx val="0"/>
            <c:bubble3D val="0"/>
            <c:spPr>
              <a:solidFill>
                <a:srgbClr val="245DA8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D5F-4002-8CAE-C54913C28696}"/>
              </c:ext>
            </c:extLst>
          </c:dPt>
          <c:dPt>
            <c:idx val="1"/>
            <c:bubble3D val="0"/>
            <c:spPr>
              <a:solidFill>
                <a:srgbClr val="945F1D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BD5F-4002-8CAE-C54913C28696}"/>
              </c:ext>
            </c:extLst>
          </c:dPt>
          <c:dPt>
            <c:idx val="2"/>
            <c:bubble3D val="0"/>
            <c:spPr>
              <a:solidFill>
                <a:srgbClr val="8B5AC4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D5F-4002-8CAE-C54913C28696}"/>
              </c:ext>
            </c:extLst>
          </c:dPt>
          <c:dLbls>
            <c:dLbl>
              <c:idx val="0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BD5F-4002-8CAE-C54913C28696}"/>
                </c:ext>
              </c:extLst>
            </c:dLbl>
            <c:dLbl>
              <c:idx val="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BD5F-4002-8CAE-C54913C28696}"/>
                </c:ext>
              </c:extLst>
            </c:dLbl>
            <c:dLbl>
              <c:idx val="2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BD5F-4002-8CAE-C54913C28696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'Sheet1'!$A$2:$A$4</c:f>
              <c:strCache>
                <c:ptCount val="3"/>
                <c:pt idx="0">
                  <c:v>学習</c:v>
                </c:pt>
                <c:pt idx="1">
                  <c:v>運動</c:v>
                </c:pt>
                <c:pt idx="2">
                  <c:v>休息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5F-4002-8CAE-C54913C286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'Sheet1'!$B$1</c:f>
              <c:strCache>
                <c:ptCount val="1"/>
                <c:pt idx="0">
                  <c:v>全体の内訳</c:v>
                </c:pt>
              </c:strCache>
            </c:strRef>
          </c:tx>
          <c:spPr>
            <a:solidFill>
              <a:srgbClr val="245DA8"/>
            </a:solidFill>
            <a:ln w="19050"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prstClr val="white"/>
                  </a:solidFill>
                </a14:hiddenLine>
              </a:ext>
            </a:extLst>
          </c:spPr>
          <c:dPt>
            <c:idx val="0"/>
            <c:bubble3D val="0"/>
            <c:spPr>
              <a:solidFill>
                <a:srgbClr val="245DA8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D9B-411A-A085-665DBF1D5E1A}"/>
              </c:ext>
            </c:extLst>
          </c:dPt>
          <c:dPt>
            <c:idx val="1"/>
            <c:bubble3D val="0"/>
            <c:spPr>
              <a:solidFill>
                <a:srgbClr val="945F1D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2D9B-411A-A085-665DBF1D5E1A}"/>
              </c:ext>
            </c:extLst>
          </c:dPt>
          <c:dPt>
            <c:idx val="2"/>
            <c:bubble3D val="0"/>
            <c:spPr>
              <a:solidFill>
                <a:srgbClr val="8B5AC4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D9B-411A-A085-665DBF1D5E1A}"/>
              </c:ext>
            </c:extLst>
          </c:dPt>
          <c:dLbls>
            <c:dLbl>
              <c:idx val="0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2D9B-411A-A085-665DBF1D5E1A}"/>
                </c:ext>
              </c:extLst>
            </c:dLbl>
            <c:dLbl>
              <c:idx val="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2D9B-411A-A085-665DBF1D5E1A}"/>
                </c:ext>
              </c:extLst>
            </c:dLbl>
            <c:dLbl>
              <c:idx val="2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2D9B-411A-A085-665DBF1D5E1A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'Sheet1'!$A$2:$A$4</c:f>
              <c:strCache>
                <c:ptCount val="3"/>
                <c:pt idx="0">
                  <c:v>学習</c:v>
                </c:pt>
                <c:pt idx="1">
                  <c:v>運動</c:v>
                </c:pt>
                <c:pt idx="2">
                  <c:v>休息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9B-411A-A085-665DBF1D5E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2"/>
      </c:doughnutChart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内訳A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FFFFF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D5-44F7-9291-EFE573CF6C3C}"/>
            </c:ext>
          </c:extLst>
        </c:ser>
        <c:ser>
          <c:idx val="1"/>
          <c:order val="1"/>
          <c:tx>
            <c:strRef>
              <c:f>'Sheet1'!$C$1</c:f>
              <c:strCache>
                <c:ptCount val="1"/>
                <c:pt idx="0">
                  <c:v>内訳B</c:v>
                </c:pt>
              </c:strCache>
            </c:strRef>
          </c:tx>
          <c:spPr>
            <a:solidFill>
              <a:srgbClr val="945F1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FFFFF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'Sheet1'!$C$2:$C$4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ED5-44F7-9291-EFE573CF6C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86057504"/>
        <c:axId val="788114288"/>
      </c:barChart>
      <c:catAx>
        <c:axId val="7860575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88114288"/>
        <c:crosses val="autoZero"/>
        <c:auto val="1"/>
        <c:lblAlgn val="ctr"/>
        <c:lblOffset val="100"/>
        <c:tickLblSkip val="1"/>
        <c:noMultiLvlLbl val="0"/>
      </c:catAx>
      <c:valAx>
        <c:axId val="788114288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86057504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内訳A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FFFFF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60-49F0-B87D-2E59546050D9}"/>
            </c:ext>
          </c:extLst>
        </c:ser>
        <c:ser>
          <c:idx val="1"/>
          <c:order val="1"/>
          <c:tx>
            <c:strRef>
              <c:f>'Sheet1'!$C$1</c:f>
              <c:strCache>
                <c:ptCount val="1"/>
                <c:pt idx="0">
                  <c:v>内訳B</c:v>
                </c:pt>
              </c:strCache>
            </c:strRef>
          </c:tx>
          <c:spPr>
            <a:solidFill>
              <a:srgbClr val="945F1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FFFFF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'Sheet1'!$C$2:$C$4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260-49F0-B87D-2E59546050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86016672"/>
        <c:axId val="788121008"/>
      </c:barChart>
      <c:catAx>
        <c:axId val="786016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88121008"/>
        <c:crosses val="autoZero"/>
        <c:auto val="1"/>
        <c:lblAlgn val="ctr"/>
        <c:lblOffset val="100"/>
        <c:tickLblSkip val="1"/>
        <c:noMultiLvlLbl val="0"/>
      </c:catAx>
      <c:valAx>
        <c:axId val="788121008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86016672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参考値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学習</c:v>
                </c:pt>
                <c:pt idx="1">
                  <c:v>運動</c:v>
                </c:pt>
                <c:pt idx="2">
                  <c:v>休息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7A-4B4B-ABF6-E5DD28B4D6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86068640"/>
        <c:axId val="788140208"/>
      </c:barChart>
      <c:catAx>
        <c:axId val="7860686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88140208"/>
        <c:crosses val="autoZero"/>
        <c:auto val="1"/>
        <c:lblAlgn val="ctr"/>
        <c:lblOffset val="100"/>
        <c:tickLblSkip val="1"/>
        <c:noMultiLvlLbl val="0"/>
      </c:catAx>
      <c:valAx>
        <c:axId val="788140208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時間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86068640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4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CB8F9B-2529-4CC1-B6AF-605A4EB0C918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4077C0-7ED2-4EEE-9A48-DA600B3DF8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0386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48</a:t>
            </a:r>
            <a:r>
              <a:rPr kumimoji="1" lang="ja-JP" altLang="en-US"/>
              <a:t>種類のアイコンと</a:t>
            </a:r>
            <a:r>
              <a:rPr kumimoji="1" lang="en-US" altLang="ja-JP"/>
              <a:t>7</a:t>
            </a:r>
            <a:r>
              <a:rPr kumimoji="1" lang="ja-JP" altLang="en-US"/>
              <a:t>種類のグラフ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077C0-7ED2-4EEE-9A48-DA600B3DF8B6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4861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077C0-7ED2-4EEE-9A48-DA600B3DF8B6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3279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077C0-7ED2-4EEE-9A48-DA600B3DF8B6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3516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077C0-7ED2-4EEE-9A48-DA600B3DF8B6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09061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077C0-7ED2-4EEE-9A48-DA600B3DF8B6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565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077C0-7ED2-4EEE-9A48-DA600B3DF8B6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85755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077C0-7ED2-4EEE-9A48-DA600B3DF8B6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40354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077C0-7ED2-4EEE-9A48-DA600B3DF8B6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08688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学習 </a:t>
            </a:r>
            <a:r>
              <a:rPr kumimoji="1" lang="en-US" altLang="ja-JP"/>
              <a:t>— </a:t>
            </a:r>
            <a:r>
              <a:rPr kumimoji="1" lang="ja-JP" altLang="en-US"/>
              <a:t>数値を比較して見る。
運動 </a:t>
            </a:r>
            <a:r>
              <a:rPr kumimoji="1" lang="en-US" altLang="ja-JP"/>
              <a:t>— </a:t>
            </a:r>
            <a:r>
              <a:rPr kumimoji="1" lang="ja-JP" altLang="en-US"/>
              <a:t>違いを棒の長さで読む。
休息 </a:t>
            </a:r>
            <a:r>
              <a:rPr kumimoji="1" lang="en-US" altLang="ja-JP"/>
              <a:t>— </a:t>
            </a:r>
            <a:r>
              <a:rPr kumimoji="1" lang="ja-JP" altLang="en-US"/>
              <a:t>全体との関係を確かめる。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077C0-7ED2-4EEE-9A48-DA600B3DF8B6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18311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アイデア・発想
資料・記録
グラフ・分析
人・チーム
地域・国際
機密・保護
数学・計算
時間・予定
目的・目標
会社・組織
金額・費用・資産
確認・調査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077C0-7ED2-4EEE-9A48-DA600B3DF8B6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27343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PC</a:t>
            </a:r>
            <a:r>
              <a:rPr kumimoji="1" lang="ja-JP" altLang="en-US"/>
              <a:t>・作業環境
スマートフォン・モバイル
サーバー・基盤
データベース・保管
クラウド
接続・ネットワーク
プログラム・開発
</a:t>
            </a:r>
            <a:r>
              <a:rPr kumimoji="1" lang="en-US" altLang="ja-JP"/>
              <a:t>AI</a:t>
            </a:r>
            <a:r>
              <a:rPr kumimoji="1" lang="ja-JP" altLang="en-US"/>
              <a:t>・半導体
本・学習
学校・進学
化学・実験
物理・原子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077C0-7ED2-4EEE-9A48-DA600B3DF8B6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98838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図形・幾何
組み合わせ・パズル
自然・環境
再利用・資源循環
電力・エネルギー
水・水資源
太陽・太陽光
健康・ケア
医療・病院
利用しやすさ・バリアフリー
製造・工場
修理・保守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077C0-7ED2-4EEE-9A48-DA600B3DF8B6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60660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物流・配送
鉄道・交通
航空・旅行
買い物・小売
製品・荷物
対話・発信
メール・連絡
写真・撮影
場所・拠点
暦・日付
節目・開始
法務・公平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077C0-7ED2-4EEE-9A48-DA600B3DF8B6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4816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F8B977-D557-E816-9C83-9F4A38282E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07D2400-938B-53E9-DCA6-4EB98DAF0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0FDBA6-4D38-9162-6BFF-2C1F476E3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E2310-109E-4258-927F-947C655139D8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3D80B1-BCB9-78D1-F5DF-69C98655A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09E913-52BC-1AD2-0E75-A769E517D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05413-AF02-446D-86E0-C2DB3B9711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2372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E5DC61-BE5E-15EC-CA0F-136E9A43C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09FA6E-D9BA-5416-FAED-5352E5466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176624-45AD-6B39-3B65-C30B0D322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E2310-109E-4258-927F-947C655139D8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AD36C8-EB23-664C-FB30-FFAF95A01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A145CC-FD65-DC55-AEBF-87697CC3C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05413-AF02-446D-86E0-C2DB3B9711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9962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5B8D7C-5413-C29C-2574-EAF209267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EDAE285-F460-7405-079B-0FC5B9722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699C9D4-511A-B69A-1D04-E7BC0F5C0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E2310-109E-4258-927F-947C655139D8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B82355-9766-D3A3-4C76-144327942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0DF73F-FB04-EA58-DFC4-17D4DA33B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05413-AF02-446D-86E0-C2DB3B9711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8382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07670A-A9AA-4DA0-F402-A2A47546B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D148AEF-5119-DCC0-4CDC-F1A6FBC4D8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F1724C4-F29D-0727-6655-05720A590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A219C4B-3525-1C0C-4011-D83CE1303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E2310-109E-4258-927F-947C655139D8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E0F9213-D21C-BD46-4DAE-F4096E400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EC3EBCE-5286-8119-EF2C-CE63B3FAB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05413-AF02-446D-86E0-C2DB3B9711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9962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1A7C9E-B956-207E-55C7-70A4F1B53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1ABA401-113B-AA67-5A5E-E8EC93454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92763F6-C109-EC96-F039-86A625E7F5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2FBBBF5-0D3A-2E36-23F6-6ABAB0D8FC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EE42C1E-189C-56FE-C57E-DAB7F68D2B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8744E87-0588-9C09-6C8B-1C09EED5D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E2310-109E-4258-927F-947C655139D8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EA486CC-3C64-9651-6C95-CC27F8DA8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2DFD58A-306C-4FA2-9ABB-1E231F535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05413-AF02-446D-86E0-C2DB3B9711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8733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F408EF-A7D5-C981-A5C5-4B924A130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63A944B-7703-886E-36F3-8CCC0E590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E2310-109E-4258-927F-947C655139D8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3748769-6737-AA18-D6D3-80685026C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E3CCC18-3110-8CDB-5F5A-4AE32E385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05413-AF02-446D-86E0-C2DB3B9711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624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BE02CF0-4916-FDCA-2578-2C26AA3C6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E2310-109E-4258-927F-947C655139D8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CF938C3-2E4D-1514-4698-4CC9D7EFA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FE177FE-5B57-876E-99DE-097C297EF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05413-AF02-446D-86E0-C2DB3B9711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168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FFB1E1-A814-D2A3-9C40-761C3AEEF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BE59109-7264-AA97-CBD8-E8B68479D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412F132-97CE-968F-7F9B-52528C01F6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585E279-3163-E9AC-908A-CF7FD64AA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E2310-109E-4258-927F-947C655139D8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0756E36-23FF-C176-F302-915205880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508B6A5-EFAF-EFF9-4CC3-945081B9A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05413-AF02-446D-86E0-C2DB3B9711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29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B37F47-448E-E77B-10AC-C334A03D6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FD91582-C075-C017-7BC5-3156842BEC4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249ECBE-4D0D-CB3A-1B85-118209B5F8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CB23B3F-BF2C-A0DA-A191-6B28CB198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E2310-109E-4258-927F-947C655139D8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B9D28B7-5377-A1B1-7F65-9E77153EE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A66E24F-3FC2-6399-6285-BD91635A9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05413-AF02-446D-86E0-C2DB3B9711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5249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0DFCAB-0E5E-2553-3CB4-0E2911DBF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8095E49-C277-95F8-739A-4DAAB8D10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1FF8292-3B8B-7D36-671A-F9DA63BCD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E2310-109E-4258-927F-947C655139D8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6461963-5AF2-8699-F44E-5CEB877A7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3EDFF7-0DE4-A673-1E4E-B08042996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05413-AF02-446D-86E0-C2DB3B9711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165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66259FA-4183-3DFB-5517-632CC3DB6F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0F99DD0-8011-EFBE-3124-7E7B22CC2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95E7B3-DA58-A2C5-B593-77ED163A4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E2310-109E-4258-927F-947C655139D8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6009FA-01DE-8DBD-563D-622A8E114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35A058-E0D3-360B-6F4B-912BD3687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05413-AF02-446D-86E0-C2DB3B9711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2209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588C4A0-E94E-E764-9FC1-6E389ED12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E89D37F-FEDE-7ABA-8889-34CFF6E29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9FC459-6A2D-05F8-83D2-8B0D3B50B5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7E2310-109E-4258-927F-947C655139D8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15E0C0-9BDA-E8C9-A414-735C418F52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4F4A42-9B95-C8EC-63AF-2CC6387A1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B05413-AF02-446D-86E0-C2DB3B9711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1124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FD494E3-9A39-B15A-02A4-26F465F98615}"/>
              </a:ext>
            </a:extLst>
          </p:cNvPr>
          <p:cNvSpPr/>
          <p:nvPr/>
        </p:nvSpPr>
        <p:spPr>
          <a:xfrm>
            <a:off x="0" y="889000"/>
            <a:ext cx="12192000" cy="34290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9C9E194-E33E-6510-51EB-213C4ECB01EE}"/>
              </a:ext>
            </a:extLst>
          </p:cNvPr>
          <p:cNvSpPr/>
          <p:nvPr/>
        </p:nvSpPr>
        <p:spPr>
          <a:xfrm>
            <a:off x="711200" y="889000"/>
            <a:ext cx="1193800" cy="762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DAA1658-A03D-38FE-ADC8-79DF22D3FD24}"/>
              </a:ext>
            </a:extLst>
          </p:cNvPr>
          <p:cNvSpPr txBox="1"/>
          <p:nvPr/>
        </p:nvSpPr>
        <p:spPr>
          <a:xfrm>
            <a:off x="787400" y="1435100"/>
            <a:ext cx="10617200" cy="248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42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図で伝える選択肢を増やす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2047D6D-63FC-3FBD-18B3-DAC2BDBBE395}"/>
              </a:ext>
            </a:extLst>
          </p:cNvPr>
          <p:cNvSpPr txBox="1"/>
          <p:nvPr/>
        </p:nvSpPr>
        <p:spPr>
          <a:xfrm>
            <a:off x="825500" y="4889500"/>
            <a:ext cx="105156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3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48</a:t>
            </a:r>
            <a:r>
              <a:rPr kumimoji="1" lang="ja-JP" altLang="en-US" sz="23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種類のアイコンと</a:t>
            </a:r>
            <a:r>
              <a:rPr kumimoji="1" lang="en-US" altLang="ja-JP" sz="23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7</a:t>
            </a:r>
            <a:r>
              <a:rPr kumimoji="1" lang="ja-JP" altLang="en-US" sz="23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種類のグラフ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F3F33F66-D4A0-035A-0936-7849122EDAA7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ECBAD2B-48B2-43D2-8EF4-22526D44DC3A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97881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1B1E071-F5F4-22AD-C00B-F3A597242A44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760E634-C2F4-D92B-D475-FEE02E4602CB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横棒グラフ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B5D443D7-30E8-DC67-C093-C13D1311D79B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3DEDFBD0-BF3C-DB1D-2DFA-37F0EC9953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0200614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0FA4206-94C1-FE50-46D0-C5486C942F28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ECFCFEB9-D2DB-8557-4376-C17735EE945E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B58BAE3-3791-0E96-A487-3DE5F4140897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0747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54DD25C-2FF8-3B83-A5C0-6851660FAA9A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04E2C68-05A3-5141-97FD-2EDB2B048B38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縦棒グラフ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B31E8A94-9633-D84B-D356-64C0551A34A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FC86C7E5-D5CE-8FD2-4071-8B11A49447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2461780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8F7B86B-1993-2723-2256-F351B3C8EE4A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8CB8CA8D-EE6E-F55A-EB80-8A97ADD3C72B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C5ED5BC-B1F9-676E-5127-6829E8C0CC1B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12376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ED9CB08-BF8C-F966-A569-F2509F8A997E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604C97D-50D5-CD63-AD64-5B9DC69D78D3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折れ線グラフ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98AAA1C-45DD-9F89-21D4-92224DE78CA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5F648E70-1F62-DAA8-C692-988E84C98D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4382194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19E34F2-23F4-3B1E-4338-7AD055A05EE4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B58A0D5D-153E-B203-E231-18B77AE1A5FC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7103B02-2202-FFCD-AF7B-DFD7EC710C1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29261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DEB61A6-54C4-EF09-D2B2-A43D71E948BA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95BDF96-87CC-3406-6AF8-01250FDCBB06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円グラフ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11AF9F1-1606-BB05-B5B7-4BC1FA3B8582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8BA1FFCC-759E-9AD8-4CA4-1E01BE19D6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9207804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BFAF2C4-4CAE-5EB5-EF8F-9EB8E1EF8F1C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2D60AAAF-EFC9-5CA6-08DF-DE823D0F033A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EDAFFA8-0298-9F7C-9209-30F458C4B76D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5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03738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C309B22-730E-5DEF-CE9A-ED931D817F10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47B4A88-2777-D158-9323-A756887D0B48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ドーナツグラフ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B7B38AE-8CCE-0012-D4F8-130CD5953050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C84FC140-EF31-4B2C-12C4-5A50A0D438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1276744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262D6A2-F4C9-8715-038D-A078B1DC059E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3788AAA2-0782-E3AF-C3B8-4BA74B28619A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E0E3644-0305-EE30-214B-FB11B3AE02D2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6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13163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045FF87-8B28-BC17-3AE7-CA4B6075A0BA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0BD51F5-E68A-B27E-FF80-EB37CC841CCF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積み上げ横棒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363231E3-5E9E-C00E-B823-474A985B86C8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DDA4B3BF-8A54-92C9-94D1-B091469F53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9954866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EAA9F58-CE57-EF5C-94A0-FD273AA2F575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1760751-1AAD-AF6C-DA9F-A111CD862BF2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DACE27-C137-EF69-1253-A8B33886DDA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7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61806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06E9AA3-B0BF-F75D-7320-EE48B03F38E2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BC16FF4-2F99-168F-D8A8-84166B0648B7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積み上げ縦棒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C800A47C-0F7C-ACAC-2A56-63D43E979392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F70C76D0-FA41-D230-0371-3B900F016D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5003218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365F1F0-975F-3B1B-4ED9-25B76CFF43F7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41B3A9A7-1F8A-7866-61D9-511A19EB5002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70B63EA-B7D9-D40E-E39B-7A2C1747194E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8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76776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2B3BA4B-5C1B-AF21-8642-50EFAE4DF600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2270AB6-16D8-8D48-0DE6-9B56CD304AB3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数値と読み取りを一緒に見せる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7CA6B4C-002A-3D7C-FC50-8B3425FEB22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AB322BF9-5E86-F58A-5228-4369048427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5452494"/>
              </p:ext>
            </p:extLst>
          </p:nvPr>
        </p:nvGraphicFramePr>
        <p:xfrm>
          <a:off x="711200" y="2044700"/>
          <a:ext cx="7048500" cy="335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2A4D3CD-131A-122D-3C5A-97F9311B0F29}"/>
              </a:ext>
            </a:extLst>
          </p:cNvPr>
          <p:cNvSpPr txBox="1"/>
          <p:nvPr/>
        </p:nvSpPr>
        <p:spPr>
          <a:xfrm>
            <a:off x="711200" y="5473700"/>
            <a:ext cx="70485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説明用の例：同じ期間の時間配分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2EB1136-064D-9A53-2F4B-259CE7D888BC}"/>
              </a:ext>
            </a:extLst>
          </p:cNvPr>
          <p:cNvSpPr/>
          <p:nvPr/>
        </p:nvSpPr>
        <p:spPr>
          <a:xfrm>
            <a:off x="8166100" y="2019300"/>
            <a:ext cx="3314700" cy="1185333"/>
          </a:xfrm>
          <a:prstGeom prst="rect">
            <a:avLst/>
          </a:prstGeom>
          <a:solidFill>
            <a:srgbClr val="EFF3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0189DFA-05AF-FA5D-CB2E-7AAEFF316A28}"/>
              </a:ext>
            </a:extLst>
          </p:cNvPr>
          <p:cNvSpPr/>
          <p:nvPr/>
        </p:nvSpPr>
        <p:spPr>
          <a:xfrm>
            <a:off x="8166100" y="2019300"/>
            <a:ext cx="38100" cy="1185333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2E97DB7B-7565-6544-21F2-0D6C03156F28}"/>
              </a:ext>
            </a:extLst>
          </p:cNvPr>
          <p:cNvSpPr/>
          <p:nvPr/>
        </p:nvSpPr>
        <p:spPr>
          <a:xfrm>
            <a:off x="8337550" y="2244725"/>
            <a:ext cx="317500" cy="285750"/>
          </a:xfrm>
          <a:prstGeom prst="roundRect">
            <a:avLst/>
          </a:prstGeom>
          <a:noFill/>
          <a:ln w="22225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156D2B9-0A24-A683-9923-34E1AF1A7650}"/>
              </a:ext>
            </a:extLst>
          </p:cNvPr>
          <p:cNvCxnSpPr/>
          <p:nvPr/>
        </p:nvCxnSpPr>
        <p:spPr>
          <a:xfrm>
            <a:off x="8496300" y="2244725"/>
            <a:ext cx="0" cy="285750"/>
          </a:xfrm>
          <a:prstGeom prst="line">
            <a:avLst/>
          </a:prstGeom>
          <a:ln w="2222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C49152D0-97BE-F278-0AB8-87137AAC8391}"/>
              </a:ext>
            </a:extLst>
          </p:cNvPr>
          <p:cNvCxnSpPr/>
          <p:nvPr/>
        </p:nvCxnSpPr>
        <p:spPr>
          <a:xfrm>
            <a:off x="8385175" y="2324100"/>
            <a:ext cx="63500" cy="0"/>
          </a:xfrm>
          <a:prstGeom prst="line">
            <a:avLst/>
          </a:prstGeom>
          <a:ln w="2222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7E1C1100-00C2-7FBC-4BC4-FCE14501AAAB}"/>
              </a:ext>
            </a:extLst>
          </p:cNvPr>
          <p:cNvCxnSpPr/>
          <p:nvPr/>
        </p:nvCxnSpPr>
        <p:spPr>
          <a:xfrm>
            <a:off x="8543925" y="2324100"/>
            <a:ext cx="63500" cy="0"/>
          </a:xfrm>
          <a:prstGeom prst="line">
            <a:avLst/>
          </a:prstGeom>
          <a:ln w="2222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4A7BCD8C-153F-76E1-A2DD-E130A2C874A6}"/>
              </a:ext>
            </a:extLst>
          </p:cNvPr>
          <p:cNvCxnSpPr/>
          <p:nvPr/>
        </p:nvCxnSpPr>
        <p:spPr>
          <a:xfrm>
            <a:off x="8385175" y="2387600"/>
            <a:ext cx="63500" cy="0"/>
          </a:xfrm>
          <a:prstGeom prst="line">
            <a:avLst/>
          </a:prstGeom>
          <a:ln w="2222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663F0320-8340-BCA4-6039-1A5F98DE7E9E}"/>
              </a:ext>
            </a:extLst>
          </p:cNvPr>
          <p:cNvCxnSpPr/>
          <p:nvPr/>
        </p:nvCxnSpPr>
        <p:spPr>
          <a:xfrm>
            <a:off x="8543925" y="2387600"/>
            <a:ext cx="63500" cy="0"/>
          </a:xfrm>
          <a:prstGeom prst="line">
            <a:avLst/>
          </a:prstGeom>
          <a:ln w="2222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4CE75B36-6349-61C8-F57B-AD8C246FA035}"/>
              </a:ext>
            </a:extLst>
          </p:cNvPr>
          <p:cNvCxnSpPr/>
          <p:nvPr/>
        </p:nvCxnSpPr>
        <p:spPr>
          <a:xfrm>
            <a:off x="8385175" y="2451100"/>
            <a:ext cx="63500" cy="0"/>
          </a:xfrm>
          <a:prstGeom prst="line">
            <a:avLst/>
          </a:prstGeom>
          <a:ln w="2222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7C9607D6-88AA-BD84-8E20-A10B0BCB4B96}"/>
              </a:ext>
            </a:extLst>
          </p:cNvPr>
          <p:cNvCxnSpPr/>
          <p:nvPr/>
        </p:nvCxnSpPr>
        <p:spPr>
          <a:xfrm>
            <a:off x="8543925" y="2451100"/>
            <a:ext cx="63500" cy="0"/>
          </a:xfrm>
          <a:prstGeom prst="line">
            <a:avLst/>
          </a:prstGeom>
          <a:ln w="2222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1CA7D7E-F423-B202-091C-D12E74700C8A}"/>
              </a:ext>
            </a:extLst>
          </p:cNvPr>
          <p:cNvSpPr txBox="1"/>
          <p:nvPr/>
        </p:nvSpPr>
        <p:spPr>
          <a:xfrm>
            <a:off x="8826500" y="2171700"/>
            <a:ext cx="24511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学習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3FC00CF-ECF9-9815-CA28-814111524F76}"/>
              </a:ext>
            </a:extLst>
          </p:cNvPr>
          <p:cNvSpPr txBox="1"/>
          <p:nvPr/>
        </p:nvSpPr>
        <p:spPr>
          <a:xfrm>
            <a:off x="8394700" y="2743200"/>
            <a:ext cx="2882900" cy="3725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数値を比較して見る。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A01EB3A-78B6-5573-2309-E18A72A696A2}"/>
              </a:ext>
            </a:extLst>
          </p:cNvPr>
          <p:cNvSpPr/>
          <p:nvPr/>
        </p:nvSpPr>
        <p:spPr>
          <a:xfrm>
            <a:off x="8166100" y="3357033"/>
            <a:ext cx="3314700" cy="1185334"/>
          </a:xfrm>
          <a:prstGeom prst="rect">
            <a:avLst/>
          </a:prstGeom>
          <a:solidFill>
            <a:srgbClr val="ECF5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9272DAA-A5FC-5D86-F7E4-DD2009FACB4C}"/>
              </a:ext>
            </a:extLst>
          </p:cNvPr>
          <p:cNvSpPr/>
          <p:nvPr/>
        </p:nvSpPr>
        <p:spPr>
          <a:xfrm>
            <a:off x="8166100" y="3357033"/>
            <a:ext cx="38100" cy="1185334"/>
          </a:xfrm>
          <a:prstGeom prst="rect">
            <a:avLst/>
          </a:prstGeom>
          <a:solidFill>
            <a:srgbClr val="087A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FD77BD41-10F4-9C47-7CB0-3E4CA43BB9F9}"/>
              </a:ext>
            </a:extLst>
          </p:cNvPr>
          <p:cNvCxnSpPr/>
          <p:nvPr/>
        </p:nvCxnSpPr>
        <p:spPr>
          <a:xfrm>
            <a:off x="8353425" y="3741208"/>
            <a:ext cx="142875" cy="142875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27C57866-C6B6-7438-B384-18C7EC68FC54}"/>
              </a:ext>
            </a:extLst>
          </p:cNvPr>
          <p:cNvCxnSpPr/>
          <p:nvPr/>
        </p:nvCxnSpPr>
        <p:spPr>
          <a:xfrm>
            <a:off x="8321675" y="3677708"/>
            <a:ext cx="31750" cy="6350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03365E04-CA63-AD10-A771-BAEBF1DC3A8D}"/>
              </a:ext>
            </a:extLst>
          </p:cNvPr>
          <p:cNvCxnSpPr/>
          <p:nvPr/>
        </p:nvCxnSpPr>
        <p:spPr>
          <a:xfrm flipV="1">
            <a:off x="8321675" y="3614208"/>
            <a:ext cx="15875" cy="6350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9C49A77F-FB7C-6063-CFC3-5F16A64DAAC7}"/>
              </a:ext>
            </a:extLst>
          </p:cNvPr>
          <p:cNvCxnSpPr/>
          <p:nvPr/>
        </p:nvCxnSpPr>
        <p:spPr>
          <a:xfrm flipV="1">
            <a:off x="8337550" y="3582458"/>
            <a:ext cx="47625" cy="3175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F110FEA8-C047-221B-6A42-507E067A12BF}"/>
              </a:ext>
            </a:extLst>
          </p:cNvPr>
          <p:cNvCxnSpPr/>
          <p:nvPr/>
        </p:nvCxnSpPr>
        <p:spPr>
          <a:xfrm>
            <a:off x="8385175" y="3582458"/>
            <a:ext cx="47625" cy="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45E9846C-8C3D-0526-B23F-8D0761594C2E}"/>
              </a:ext>
            </a:extLst>
          </p:cNvPr>
          <p:cNvCxnSpPr/>
          <p:nvPr/>
        </p:nvCxnSpPr>
        <p:spPr>
          <a:xfrm>
            <a:off x="8432800" y="3582458"/>
            <a:ext cx="63500" cy="6350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F3085D61-D563-B9FC-F7C5-56A82BB53B3A}"/>
              </a:ext>
            </a:extLst>
          </p:cNvPr>
          <p:cNvCxnSpPr/>
          <p:nvPr/>
        </p:nvCxnSpPr>
        <p:spPr>
          <a:xfrm flipV="1">
            <a:off x="8496300" y="3582458"/>
            <a:ext cx="63500" cy="6350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BEF0ABC9-846A-1041-8B80-818D3E42374F}"/>
              </a:ext>
            </a:extLst>
          </p:cNvPr>
          <p:cNvCxnSpPr/>
          <p:nvPr/>
        </p:nvCxnSpPr>
        <p:spPr>
          <a:xfrm>
            <a:off x="8559800" y="3582458"/>
            <a:ext cx="47625" cy="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7311533F-6D48-2B50-247B-1868F656A5C4}"/>
              </a:ext>
            </a:extLst>
          </p:cNvPr>
          <p:cNvCxnSpPr/>
          <p:nvPr/>
        </p:nvCxnSpPr>
        <p:spPr>
          <a:xfrm>
            <a:off x="8607425" y="3582458"/>
            <a:ext cx="47625" cy="3175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B42B1B63-8881-F2C4-7F14-7172D01D18E7}"/>
              </a:ext>
            </a:extLst>
          </p:cNvPr>
          <p:cNvCxnSpPr/>
          <p:nvPr/>
        </p:nvCxnSpPr>
        <p:spPr>
          <a:xfrm>
            <a:off x="8655050" y="3614208"/>
            <a:ext cx="15875" cy="6350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AF40EC10-7E95-E23D-692E-25EDA3A9164C}"/>
              </a:ext>
            </a:extLst>
          </p:cNvPr>
          <p:cNvCxnSpPr/>
          <p:nvPr/>
        </p:nvCxnSpPr>
        <p:spPr>
          <a:xfrm flipV="1">
            <a:off x="8639175" y="3677708"/>
            <a:ext cx="31750" cy="6350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F86200FE-53E6-F99B-03B8-7B3CA8758B77}"/>
              </a:ext>
            </a:extLst>
          </p:cNvPr>
          <p:cNvCxnSpPr/>
          <p:nvPr/>
        </p:nvCxnSpPr>
        <p:spPr>
          <a:xfrm flipV="1">
            <a:off x="8496300" y="3741208"/>
            <a:ext cx="142875" cy="142875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FD7725E8-FCFE-C37E-D186-2723CF4C1B3A}"/>
              </a:ext>
            </a:extLst>
          </p:cNvPr>
          <p:cNvSpPr txBox="1"/>
          <p:nvPr/>
        </p:nvSpPr>
        <p:spPr>
          <a:xfrm>
            <a:off x="8826500" y="3509433"/>
            <a:ext cx="24511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運動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7C5D2A7B-5893-FFD5-92D0-BEBD259823BD}"/>
              </a:ext>
            </a:extLst>
          </p:cNvPr>
          <p:cNvSpPr txBox="1"/>
          <p:nvPr/>
        </p:nvSpPr>
        <p:spPr>
          <a:xfrm>
            <a:off x="8394700" y="4080933"/>
            <a:ext cx="2882900" cy="3725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違いを棒の長さで読む。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56E96570-4160-B93D-A523-FB4C7D47CCC1}"/>
              </a:ext>
            </a:extLst>
          </p:cNvPr>
          <p:cNvSpPr/>
          <p:nvPr/>
        </p:nvSpPr>
        <p:spPr>
          <a:xfrm>
            <a:off x="8166100" y="4694767"/>
            <a:ext cx="3314700" cy="1185333"/>
          </a:xfrm>
          <a:prstGeom prst="rect">
            <a:avLst/>
          </a:prstGeom>
          <a:solidFill>
            <a:srgbClr val="F7F3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B2A1CDE5-9A51-C9A2-FFD8-B25C58500F21}"/>
              </a:ext>
            </a:extLst>
          </p:cNvPr>
          <p:cNvSpPr/>
          <p:nvPr/>
        </p:nvSpPr>
        <p:spPr>
          <a:xfrm>
            <a:off x="8166100" y="4694767"/>
            <a:ext cx="38100" cy="1185333"/>
          </a:xfrm>
          <a:prstGeom prst="rect">
            <a:avLst/>
          </a:prstGeom>
          <a:solidFill>
            <a:srgbClr val="945F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E01E67FD-4EA5-B06C-68A3-8F3006465E7C}"/>
              </a:ext>
            </a:extLst>
          </p:cNvPr>
          <p:cNvSpPr/>
          <p:nvPr/>
        </p:nvSpPr>
        <p:spPr>
          <a:xfrm>
            <a:off x="8337550" y="4904317"/>
            <a:ext cx="317500" cy="317500"/>
          </a:xfrm>
          <a:prstGeom prst="ellipse">
            <a:avLst/>
          </a:prstGeom>
          <a:noFill/>
          <a:ln w="22225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9C71B518-D5AE-D213-E30C-E8B1D3A9D1FC}"/>
              </a:ext>
            </a:extLst>
          </p:cNvPr>
          <p:cNvCxnSpPr/>
          <p:nvPr/>
        </p:nvCxnSpPr>
        <p:spPr>
          <a:xfrm>
            <a:off x="8496300" y="4951942"/>
            <a:ext cx="0" cy="111125"/>
          </a:xfrm>
          <a:prstGeom prst="line">
            <a:avLst/>
          </a:prstGeom>
          <a:ln w="22225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45C1B8DD-CCF3-A787-B671-2DBEB6171D62}"/>
              </a:ext>
            </a:extLst>
          </p:cNvPr>
          <p:cNvCxnSpPr/>
          <p:nvPr/>
        </p:nvCxnSpPr>
        <p:spPr>
          <a:xfrm>
            <a:off x="8496300" y="5063067"/>
            <a:ext cx="79375" cy="47625"/>
          </a:xfrm>
          <a:prstGeom prst="line">
            <a:avLst/>
          </a:prstGeom>
          <a:ln w="22225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EBCE1885-DAB0-24CA-34A6-2151DA754E43}"/>
              </a:ext>
            </a:extLst>
          </p:cNvPr>
          <p:cNvSpPr txBox="1"/>
          <p:nvPr/>
        </p:nvSpPr>
        <p:spPr>
          <a:xfrm>
            <a:off x="8826500" y="4847167"/>
            <a:ext cx="24511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休息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F09260B4-6CC1-6F9A-FF14-DBB97AA0BA93}"/>
              </a:ext>
            </a:extLst>
          </p:cNvPr>
          <p:cNvSpPr txBox="1"/>
          <p:nvPr/>
        </p:nvSpPr>
        <p:spPr>
          <a:xfrm>
            <a:off x="8394700" y="5418667"/>
            <a:ext cx="2882900" cy="3725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全体との関係を確かめる。</a:t>
            </a:r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92BC893E-AAD7-5108-F06D-C11899223827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01CE9F1-380D-3E76-ADCA-3227E330DF85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9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31464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EBADA1F-1D73-9E1F-308D-E0A5CE436803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5EB4E21-AC43-4B5A-A59C-710176506C76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用途で選べるアイコン </a:t>
            </a:r>
            <a:r>
              <a:rPr kumimoji="1" lang="en-US" altLang="ja-JP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1〜12</a:t>
            </a:r>
            <a:endParaRPr kumimoji="1" lang="ja-JP" altLang="en-US" sz="3400" b="1">
              <a:solidFill>
                <a:srgbClr val="172D4A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CB40B1A-E5EA-0EA9-9ED4-14BDBBA4778A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44BE5F71-2B00-054E-8BCB-E186B2E849FE}"/>
              </a:ext>
            </a:extLst>
          </p:cNvPr>
          <p:cNvSpPr/>
          <p:nvPr/>
        </p:nvSpPr>
        <p:spPr>
          <a:xfrm>
            <a:off x="1460500" y="2133600"/>
            <a:ext cx="355600" cy="355600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1E886C59-C1A1-F6BD-1B37-F848B30B9203}"/>
              </a:ext>
            </a:extLst>
          </p:cNvPr>
          <p:cNvCxnSpPr/>
          <p:nvPr/>
        </p:nvCxnSpPr>
        <p:spPr>
          <a:xfrm>
            <a:off x="1549400" y="2459567"/>
            <a:ext cx="0" cy="118533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CD2EBB98-013B-AFCF-3569-ADA84E94B5C8}"/>
              </a:ext>
            </a:extLst>
          </p:cNvPr>
          <p:cNvCxnSpPr/>
          <p:nvPr/>
        </p:nvCxnSpPr>
        <p:spPr>
          <a:xfrm>
            <a:off x="1727200" y="2459567"/>
            <a:ext cx="0" cy="118533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028DBA72-4C16-B80A-76D0-4DB3BEFBBB90}"/>
              </a:ext>
            </a:extLst>
          </p:cNvPr>
          <p:cNvCxnSpPr/>
          <p:nvPr/>
        </p:nvCxnSpPr>
        <p:spPr>
          <a:xfrm>
            <a:off x="1549400" y="2607733"/>
            <a:ext cx="177800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22DEFCC9-43AE-15A4-2FBF-EE153A7CB380}"/>
              </a:ext>
            </a:extLst>
          </p:cNvPr>
          <p:cNvCxnSpPr/>
          <p:nvPr/>
        </p:nvCxnSpPr>
        <p:spPr>
          <a:xfrm>
            <a:off x="1579033" y="2696633"/>
            <a:ext cx="118534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BFE3A03-5139-C2C1-01DB-734957AAC246}"/>
              </a:ext>
            </a:extLst>
          </p:cNvPr>
          <p:cNvCxnSpPr/>
          <p:nvPr/>
        </p:nvCxnSpPr>
        <p:spPr>
          <a:xfrm>
            <a:off x="1312333" y="2281767"/>
            <a:ext cx="59267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E89B0465-5261-42DC-EAB7-DD21218AF7ED}"/>
              </a:ext>
            </a:extLst>
          </p:cNvPr>
          <p:cNvCxnSpPr/>
          <p:nvPr/>
        </p:nvCxnSpPr>
        <p:spPr>
          <a:xfrm>
            <a:off x="1905000" y="2281767"/>
            <a:ext cx="59267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2C8F1433-9673-235F-CEC9-70F13EF3A4BF}"/>
              </a:ext>
            </a:extLst>
          </p:cNvPr>
          <p:cNvCxnSpPr/>
          <p:nvPr/>
        </p:nvCxnSpPr>
        <p:spPr>
          <a:xfrm>
            <a:off x="1638300" y="2044700"/>
            <a:ext cx="0" cy="29633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0DFDC7E-74B7-8DED-9697-F7D009CBA4E1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アイデア・発想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86A4AA44-CBB8-8EDE-07E0-2BEDCC48BEC2}"/>
              </a:ext>
            </a:extLst>
          </p:cNvPr>
          <p:cNvSpPr/>
          <p:nvPr/>
        </p:nvSpPr>
        <p:spPr>
          <a:xfrm>
            <a:off x="3272367" y="2103967"/>
            <a:ext cx="414866" cy="592666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DECF41E7-720E-F33F-68DA-194C8BE0195D}"/>
              </a:ext>
            </a:extLst>
          </p:cNvPr>
          <p:cNvCxnSpPr/>
          <p:nvPr/>
        </p:nvCxnSpPr>
        <p:spPr>
          <a:xfrm>
            <a:off x="3361267" y="2252133"/>
            <a:ext cx="237066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71B02848-D7BA-DF0A-AA5C-F13AC7643977}"/>
              </a:ext>
            </a:extLst>
          </p:cNvPr>
          <p:cNvCxnSpPr/>
          <p:nvPr/>
        </p:nvCxnSpPr>
        <p:spPr>
          <a:xfrm>
            <a:off x="3361267" y="2370667"/>
            <a:ext cx="237066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0247D6C0-867A-D58F-6AC5-E2EE8AAFDB69}"/>
              </a:ext>
            </a:extLst>
          </p:cNvPr>
          <p:cNvCxnSpPr/>
          <p:nvPr/>
        </p:nvCxnSpPr>
        <p:spPr>
          <a:xfrm>
            <a:off x="3361267" y="2489200"/>
            <a:ext cx="237066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26D745A-4DF0-91C4-3D14-12FC2477984C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資料・記録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365C180C-4FD6-61A8-9FB8-0F5EE2E14CE9}"/>
              </a:ext>
            </a:extLst>
          </p:cNvPr>
          <p:cNvCxnSpPr/>
          <p:nvPr/>
        </p:nvCxnSpPr>
        <p:spPr>
          <a:xfrm>
            <a:off x="5054600" y="2133600"/>
            <a:ext cx="0" cy="5334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FD9C882-3072-0429-4F69-715EC7F9938F}"/>
              </a:ext>
            </a:extLst>
          </p:cNvPr>
          <p:cNvCxnSpPr/>
          <p:nvPr/>
        </p:nvCxnSpPr>
        <p:spPr>
          <a:xfrm>
            <a:off x="5054600" y="2667000"/>
            <a:ext cx="563033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353F3F0C-F407-9A77-2D3B-C48E62F2108B}"/>
              </a:ext>
            </a:extLst>
          </p:cNvPr>
          <p:cNvSpPr/>
          <p:nvPr/>
        </p:nvSpPr>
        <p:spPr>
          <a:xfrm>
            <a:off x="5143500" y="2400300"/>
            <a:ext cx="88900" cy="207433"/>
          </a:xfrm>
          <a:prstGeom prst="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79F869E-F5F0-9C52-9E91-D149EDFED3CB}"/>
              </a:ext>
            </a:extLst>
          </p:cNvPr>
          <p:cNvSpPr/>
          <p:nvPr/>
        </p:nvSpPr>
        <p:spPr>
          <a:xfrm>
            <a:off x="5291667" y="2252133"/>
            <a:ext cx="88900" cy="355600"/>
          </a:xfrm>
          <a:prstGeom prst="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9C8A8D9C-43AF-3178-5C8A-60B944D77D12}"/>
              </a:ext>
            </a:extLst>
          </p:cNvPr>
          <p:cNvSpPr/>
          <p:nvPr/>
        </p:nvSpPr>
        <p:spPr>
          <a:xfrm>
            <a:off x="5439833" y="2133600"/>
            <a:ext cx="88900" cy="474133"/>
          </a:xfrm>
          <a:prstGeom prst="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533B8A2-F6DF-2783-6A39-C3340509EF76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グラフ・分析</a:t>
            </a: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3CC1221A-51E9-212F-BBB8-A5237B0B7F8B}"/>
              </a:ext>
            </a:extLst>
          </p:cNvPr>
          <p:cNvSpPr/>
          <p:nvPr/>
        </p:nvSpPr>
        <p:spPr>
          <a:xfrm>
            <a:off x="7044267" y="2133600"/>
            <a:ext cx="237067" cy="237067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7A4873E2-5E92-56A0-ACF4-B0D4635EA5A5}"/>
              </a:ext>
            </a:extLst>
          </p:cNvPr>
          <p:cNvSpPr/>
          <p:nvPr/>
        </p:nvSpPr>
        <p:spPr>
          <a:xfrm>
            <a:off x="6955367" y="2429933"/>
            <a:ext cx="414867" cy="266700"/>
          </a:xfrm>
          <a:prstGeom prst="roundRect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9C34B76F-FE70-7F98-3CFC-E1965EA45A78}"/>
              </a:ext>
            </a:extLst>
          </p:cNvPr>
          <p:cNvSpPr/>
          <p:nvPr/>
        </p:nvSpPr>
        <p:spPr>
          <a:xfrm>
            <a:off x="6836833" y="2252133"/>
            <a:ext cx="118533" cy="118534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73AE5595-9B54-3BA9-A593-17DD9E6A3A5E}"/>
              </a:ext>
            </a:extLst>
          </p:cNvPr>
          <p:cNvSpPr/>
          <p:nvPr/>
        </p:nvSpPr>
        <p:spPr>
          <a:xfrm>
            <a:off x="7370233" y="2252133"/>
            <a:ext cx="118533" cy="118534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30194454-E1D9-0746-5579-7EA489055794}"/>
              </a:ext>
            </a:extLst>
          </p:cNvPr>
          <p:cNvCxnSpPr/>
          <p:nvPr/>
        </p:nvCxnSpPr>
        <p:spPr>
          <a:xfrm>
            <a:off x="6866467" y="2459567"/>
            <a:ext cx="0" cy="1778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3DCAB3B0-2E25-77B2-D117-073899973E8C}"/>
              </a:ext>
            </a:extLst>
          </p:cNvPr>
          <p:cNvCxnSpPr/>
          <p:nvPr/>
        </p:nvCxnSpPr>
        <p:spPr>
          <a:xfrm>
            <a:off x="7459133" y="2459567"/>
            <a:ext cx="0" cy="1778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C2BBA195-833C-5F2E-F4DD-A86579B0B010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人・チーム</a:t>
            </a: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46B55F20-3DE2-982B-31BD-C3D858AA1C20}"/>
              </a:ext>
            </a:extLst>
          </p:cNvPr>
          <p:cNvSpPr/>
          <p:nvPr/>
        </p:nvSpPr>
        <p:spPr>
          <a:xfrm>
            <a:off x="8707967" y="2103967"/>
            <a:ext cx="592667" cy="592666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FDEA2C3D-62EA-4409-9CEB-A299D6BD097C}"/>
              </a:ext>
            </a:extLst>
          </p:cNvPr>
          <p:cNvSpPr/>
          <p:nvPr/>
        </p:nvSpPr>
        <p:spPr>
          <a:xfrm>
            <a:off x="8856133" y="2103967"/>
            <a:ext cx="296333" cy="592666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4FF80064-E48E-07A8-8609-87B4AAC4C708}"/>
              </a:ext>
            </a:extLst>
          </p:cNvPr>
          <p:cNvCxnSpPr/>
          <p:nvPr/>
        </p:nvCxnSpPr>
        <p:spPr>
          <a:xfrm>
            <a:off x="8707967" y="2400300"/>
            <a:ext cx="592667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16DE38F6-337C-8858-B2FA-366C594C3BF3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地域・国際</a:t>
            </a: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28D88B71-21DE-FFB5-672C-6C0635F13965}"/>
              </a:ext>
            </a:extLst>
          </p:cNvPr>
          <p:cNvCxnSpPr/>
          <p:nvPr/>
        </p:nvCxnSpPr>
        <p:spPr>
          <a:xfrm>
            <a:off x="10845800" y="2103967"/>
            <a:ext cx="266700" cy="889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7271A637-7A58-6F04-549D-9F57C442C9EC}"/>
              </a:ext>
            </a:extLst>
          </p:cNvPr>
          <p:cNvCxnSpPr/>
          <p:nvPr/>
        </p:nvCxnSpPr>
        <p:spPr>
          <a:xfrm flipV="1">
            <a:off x="11082867" y="2192867"/>
            <a:ext cx="29633" cy="2963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ED03FF9A-D5C8-7F7E-1890-C533461122FA}"/>
              </a:ext>
            </a:extLst>
          </p:cNvPr>
          <p:cNvCxnSpPr/>
          <p:nvPr/>
        </p:nvCxnSpPr>
        <p:spPr>
          <a:xfrm flipV="1">
            <a:off x="10845800" y="2489200"/>
            <a:ext cx="237067" cy="2074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E8BA8316-FA65-5568-A9C9-0C3AA85A89DE}"/>
              </a:ext>
            </a:extLst>
          </p:cNvPr>
          <p:cNvCxnSpPr/>
          <p:nvPr/>
        </p:nvCxnSpPr>
        <p:spPr>
          <a:xfrm>
            <a:off x="10608733" y="2489200"/>
            <a:ext cx="237067" cy="2074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A8140E6C-D0B9-2B9D-FC45-800CD9DEA735}"/>
              </a:ext>
            </a:extLst>
          </p:cNvPr>
          <p:cNvCxnSpPr/>
          <p:nvPr/>
        </p:nvCxnSpPr>
        <p:spPr>
          <a:xfrm>
            <a:off x="10579100" y="2192867"/>
            <a:ext cx="29633" cy="2963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6BC96830-9723-5F9F-1140-67FC551CB301}"/>
              </a:ext>
            </a:extLst>
          </p:cNvPr>
          <p:cNvCxnSpPr/>
          <p:nvPr/>
        </p:nvCxnSpPr>
        <p:spPr>
          <a:xfrm flipV="1">
            <a:off x="10579100" y="2103967"/>
            <a:ext cx="266700" cy="889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1874E1F8-8AD3-6AA0-E604-EA96CB5C26E5}"/>
              </a:ext>
            </a:extLst>
          </p:cNvPr>
          <p:cNvSpPr/>
          <p:nvPr/>
        </p:nvSpPr>
        <p:spPr>
          <a:xfrm>
            <a:off x="10756900" y="2311400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F62B4E17-B468-29B9-7743-C07456628CF7}"/>
              </a:ext>
            </a:extLst>
          </p:cNvPr>
          <p:cNvCxnSpPr/>
          <p:nvPr/>
        </p:nvCxnSpPr>
        <p:spPr>
          <a:xfrm>
            <a:off x="10845800" y="2370667"/>
            <a:ext cx="0" cy="59266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6AAA4476-4F10-5C40-477A-8A39B6F6B3C6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機密・保護</a:t>
            </a:r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DB60019A-607A-25A8-5F0D-95C4BED4BAD5}"/>
              </a:ext>
            </a:extLst>
          </p:cNvPr>
          <p:cNvSpPr/>
          <p:nvPr/>
        </p:nvSpPr>
        <p:spPr>
          <a:xfrm>
            <a:off x="1401233" y="4123267"/>
            <a:ext cx="474134" cy="592666"/>
          </a:xfrm>
          <a:prstGeom prst="round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307E4A39-21F2-6561-2226-024C178BCD7C}"/>
              </a:ext>
            </a:extLst>
          </p:cNvPr>
          <p:cNvSpPr/>
          <p:nvPr/>
        </p:nvSpPr>
        <p:spPr>
          <a:xfrm>
            <a:off x="1490133" y="4212167"/>
            <a:ext cx="296334" cy="118533"/>
          </a:xfrm>
          <a:prstGeom prst="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2101BE6C-238A-A562-94FF-ED3314959196}"/>
              </a:ext>
            </a:extLst>
          </p:cNvPr>
          <p:cNvSpPr/>
          <p:nvPr/>
        </p:nvSpPr>
        <p:spPr>
          <a:xfrm>
            <a:off x="1519767" y="4419600"/>
            <a:ext cx="29633" cy="29633"/>
          </a:xfrm>
          <a:prstGeom prst="ellipse">
            <a:avLst/>
          </a:prstGeom>
          <a:solidFill>
            <a:srgbClr val="945F1D"/>
          </a:solidFill>
          <a:ln w="41487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786C9C50-AC82-CD90-7110-3E058B5228AC}"/>
              </a:ext>
            </a:extLst>
          </p:cNvPr>
          <p:cNvSpPr/>
          <p:nvPr/>
        </p:nvSpPr>
        <p:spPr>
          <a:xfrm>
            <a:off x="1727200" y="4419600"/>
            <a:ext cx="29633" cy="29633"/>
          </a:xfrm>
          <a:prstGeom prst="ellipse">
            <a:avLst/>
          </a:prstGeom>
          <a:solidFill>
            <a:srgbClr val="945F1D"/>
          </a:solidFill>
          <a:ln w="41487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F285F67F-EEAD-21F3-65ED-73653C729885}"/>
              </a:ext>
            </a:extLst>
          </p:cNvPr>
          <p:cNvSpPr/>
          <p:nvPr/>
        </p:nvSpPr>
        <p:spPr>
          <a:xfrm>
            <a:off x="1519767" y="4567767"/>
            <a:ext cx="29633" cy="29633"/>
          </a:xfrm>
          <a:prstGeom prst="ellipse">
            <a:avLst/>
          </a:prstGeom>
          <a:solidFill>
            <a:srgbClr val="945F1D"/>
          </a:solidFill>
          <a:ln w="41487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C6C4C5E2-4466-19DE-E786-F86D126ED8B5}"/>
              </a:ext>
            </a:extLst>
          </p:cNvPr>
          <p:cNvSpPr/>
          <p:nvPr/>
        </p:nvSpPr>
        <p:spPr>
          <a:xfrm>
            <a:off x="1727200" y="4567767"/>
            <a:ext cx="29633" cy="29633"/>
          </a:xfrm>
          <a:prstGeom prst="ellipse">
            <a:avLst/>
          </a:prstGeom>
          <a:solidFill>
            <a:srgbClr val="945F1D"/>
          </a:solidFill>
          <a:ln w="41487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2FF4781E-B35E-64C6-4701-6D1920288167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数学・計算</a:t>
            </a:r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2C9CAF5E-44D2-9200-45B0-C00279B957A6}"/>
              </a:ext>
            </a:extLst>
          </p:cNvPr>
          <p:cNvSpPr/>
          <p:nvPr/>
        </p:nvSpPr>
        <p:spPr>
          <a:xfrm>
            <a:off x="3183467" y="4123267"/>
            <a:ext cx="592666" cy="592666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4EFC8A1A-2699-EBDA-F87D-7C5909883877}"/>
              </a:ext>
            </a:extLst>
          </p:cNvPr>
          <p:cNvCxnSpPr/>
          <p:nvPr/>
        </p:nvCxnSpPr>
        <p:spPr>
          <a:xfrm>
            <a:off x="3479800" y="4212167"/>
            <a:ext cx="0" cy="2074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81EE0812-0CBB-61C1-C347-8A5787634DA5}"/>
              </a:ext>
            </a:extLst>
          </p:cNvPr>
          <p:cNvCxnSpPr/>
          <p:nvPr/>
        </p:nvCxnSpPr>
        <p:spPr>
          <a:xfrm>
            <a:off x="3479800" y="4419600"/>
            <a:ext cx="148167" cy="889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3C3906A9-270D-6945-7B0A-34AE687868AA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時間・予定</a:t>
            </a:r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552ADE9C-FE77-FBAF-4555-D33B10547593}"/>
              </a:ext>
            </a:extLst>
          </p:cNvPr>
          <p:cNvSpPr/>
          <p:nvPr/>
        </p:nvSpPr>
        <p:spPr>
          <a:xfrm>
            <a:off x="5024967" y="4123267"/>
            <a:ext cx="592666" cy="592666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楕円 56">
            <a:extLst>
              <a:ext uri="{FF2B5EF4-FFF2-40B4-BE49-F238E27FC236}">
                <a16:creationId xmlns:a16="http://schemas.microsoft.com/office/drawing/2014/main" id="{F1B5C880-B75C-96A7-E251-B75437493946}"/>
              </a:ext>
            </a:extLst>
          </p:cNvPr>
          <p:cNvSpPr/>
          <p:nvPr/>
        </p:nvSpPr>
        <p:spPr>
          <a:xfrm>
            <a:off x="5143500" y="4241800"/>
            <a:ext cx="355600" cy="355600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8184A59D-153B-2941-6A51-7B5948AE0A2D}"/>
              </a:ext>
            </a:extLst>
          </p:cNvPr>
          <p:cNvSpPr/>
          <p:nvPr/>
        </p:nvSpPr>
        <p:spPr>
          <a:xfrm>
            <a:off x="5262033" y="4360333"/>
            <a:ext cx="118534" cy="118534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362145DE-6BD4-43B4-B0D4-D9A846FADEC6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目的・目標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E02244A8-FA9A-42EF-A3CA-A289F39873EE}"/>
              </a:ext>
            </a:extLst>
          </p:cNvPr>
          <p:cNvSpPr/>
          <p:nvPr/>
        </p:nvSpPr>
        <p:spPr>
          <a:xfrm>
            <a:off x="6955367" y="4123267"/>
            <a:ext cx="414867" cy="592666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7301081C-2F37-6982-FC96-6BA666771614}"/>
              </a:ext>
            </a:extLst>
          </p:cNvPr>
          <p:cNvSpPr/>
          <p:nvPr/>
        </p:nvSpPr>
        <p:spPr>
          <a:xfrm>
            <a:off x="7044267" y="4241800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EE460E5D-41D4-5E6E-8BB2-486E29046DE4}"/>
              </a:ext>
            </a:extLst>
          </p:cNvPr>
          <p:cNvSpPr/>
          <p:nvPr/>
        </p:nvSpPr>
        <p:spPr>
          <a:xfrm>
            <a:off x="7222067" y="4241800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F65E3D4D-DA9E-B719-1601-55F4497620AA}"/>
              </a:ext>
            </a:extLst>
          </p:cNvPr>
          <p:cNvSpPr/>
          <p:nvPr/>
        </p:nvSpPr>
        <p:spPr>
          <a:xfrm>
            <a:off x="7044267" y="43899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1174B96E-B0B5-C8D7-7A18-8AF5C9474EF0}"/>
              </a:ext>
            </a:extLst>
          </p:cNvPr>
          <p:cNvSpPr/>
          <p:nvPr/>
        </p:nvSpPr>
        <p:spPr>
          <a:xfrm>
            <a:off x="7222067" y="43899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231A2891-DAA0-770F-ECCE-5B96AC29BE61}"/>
              </a:ext>
            </a:extLst>
          </p:cNvPr>
          <p:cNvSpPr/>
          <p:nvPr/>
        </p:nvSpPr>
        <p:spPr>
          <a:xfrm>
            <a:off x="7044267" y="45381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35BB8BD9-EB40-3811-A56A-42321EB0B581}"/>
              </a:ext>
            </a:extLst>
          </p:cNvPr>
          <p:cNvSpPr/>
          <p:nvPr/>
        </p:nvSpPr>
        <p:spPr>
          <a:xfrm>
            <a:off x="7222067" y="45381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AA104D85-6285-EDD9-D56D-BF58EBA9C31F}"/>
              </a:ext>
            </a:extLst>
          </p:cNvPr>
          <p:cNvCxnSpPr/>
          <p:nvPr/>
        </p:nvCxnSpPr>
        <p:spPr>
          <a:xfrm>
            <a:off x="6866467" y="4715933"/>
            <a:ext cx="592667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17F5D971-968B-C2A1-1E6A-61439A31EBDC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会社・組織</a:t>
            </a:r>
          </a:p>
        </p:txBody>
      </p:sp>
      <p:sp>
        <p:nvSpPr>
          <p:cNvPr id="69" name="楕円 68">
            <a:extLst>
              <a:ext uri="{FF2B5EF4-FFF2-40B4-BE49-F238E27FC236}">
                <a16:creationId xmlns:a16="http://schemas.microsoft.com/office/drawing/2014/main" id="{7BEB3F70-ED6F-7D9B-37EB-734884B58636}"/>
              </a:ext>
            </a:extLst>
          </p:cNvPr>
          <p:cNvSpPr/>
          <p:nvPr/>
        </p:nvSpPr>
        <p:spPr>
          <a:xfrm>
            <a:off x="8737600" y="4241800"/>
            <a:ext cx="533400" cy="207433"/>
          </a:xfrm>
          <a:prstGeom prst="ellipse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楕円 69">
            <a:extLst>
              <a:ext uri="{FF2B5EF4-FFF2-40B4-BE49-F238E27FC236}">
                <a16:creationId xmlns:a16="http://schemas.microsoft.com/office/drawing/2014/main" id="{B8EC18E1-B435-6F85-7AE2-F5B0182B60B6}"/>
              </a:ext>
            </a:extLst>
          </p:cNvPr>
          <p:cNvSpPr/>
          <p:nvPr/>
        </p:nvSpPr>
        <p:spPr>
          <a:xfrm>
            <a:off x="8737600" y="4360333"/>
            <a:ext cx="533400" cy="207434"/>
          </a:xfrm>
          <a:prstGeom prst="ellipse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楕円 70">
            <a:extLst>
              <a:ext uri="{FF2B5EF4-FFF2-40B4-BE49-F238E27FC236}">
                <a16:creationId xmlns:a16="http://schemas.microsoft.com/office/drawing/2014/main" id="{EA7CBABB-1C79-9244-4425-D3181D18A88A}"/>
              </a:ext>
            </a:extLst>
          </p:cNvPr>
          <p:cNvSpPr/>
          <p:nvPr/>
        </p:nvSpPr>
        <p:spPr>
          <a:xfrm>
            <a:off x="8737600" y="4478867"/>
            <a:ext cx="533400" cy="207433"/>
          </a:xfrm>
          <a:prstGeom prst="ellipse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B5CFF1B6-2D86-96CB-D6AB-E6D47F1DE3E4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金額・費
用・資産</a:t>
            </a:r>
          </a:p>
        </p:txBody>
      </p:sp>
      <p:sp>
        <p:nvSpPr>
          <p:cNvPr id="73" name="楕円 72">
            <a:extLst>
              <a:ext uri="{FF2B5EF4-FFF2-40B4-BE49-F238E27FC236}">
                <a16:creationId xmlns:a16="http://schemas.microsoft.com/office/drawing/2014/main" id="{051BEF7F-0A6F-ED7E-451E-0C3C4FAAB5FF}"/>
              </a:ext>
            </a:extLst>
          </p:cNvPr>
          <p:cNvSpPr/>
          <p:nvPr/>
        </p:nvSpPr>
        <p:spPr>
          <a:xfrm>
            <a:off x="10549467" y="4123267"/>
            <a:ext cx="414867" cy="414866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429E9DE9-46AD-E8C0-04FF-CA729CAC2AD2}"/>
              </a:ext>
            </a:extLst>
          </p:cNvPr>
          <p:cNvCxnSpPr/>
          <p:nvPr/>
        </p:nvCxnSpPr>
        <p:spPr>
          <a:xfrm>
            <a:off x="10934700" y="4508500"/>
            <a:ext cx="207433" cy="2074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DFFC853E-7572-1199-00EC-CE5296B34D59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確認・調査</a:t>
            </a:r>
          </a:p>
        </p:txBody>
      </p: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A9032BD8-8209-3AFC-6788-0046DBCBD7E6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477CC6BE-69EC-20DE-E31E-E8BEEC46B7E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10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31237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7155E59-B5F7-FD80-7949-041B88786170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E692B0E-59B7-1691-8C07-E0BC3B0AF797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用途で選べるアイコン </a:t>
            </a:r>
            <a:r>
              <a:rPr kumimoji="1" lang="en-US" altLang="ja-JP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13〜24</a:t>
            </a:r>
            <a:endParaRPr kumimoji="1" lang="ja-JP" altLang="en-US" sz="3400" b="1">
              <a:solidFill>
                <a:srgbClr val="172D4A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BD67D202-EE61-AD15-587B-01C372444742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9959DE6-2D89-1DB1-E09D-CF5E79F4A898}"/>
              </a:ext>
            </a:extLst>
          </p:cNvPr>
          <p:cNvSpPr/>
          <p:nvPr/>
        </p:nvSpPr>
        <p:spPr>
          <a:xfrm>
            <a:off x="1401233" y="2133600"/>
            <a:ext cx="474134" cy="385233"/>
          </a:xfrm>
          <a:prstGeom prst="roundRect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BAF758CB-5C73-E8A4-B688-7DDB6F58F2AC}"/>
              </a:ext>
            </a:extLst>
          </p:cNvPr>
          <p:cNvCxnSpPr/>
          <p:nvPr/>
        </p:nvCxnSpPr>
        <p:spPr>
          <a:xfrm flipV="1">
            <a:off x="1312333" y="2518833"/>
            <a:ext cx="88900" cy="1481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D133132E-FAE3-1DA7-06E0-CC0F401A1D94}"/>
              </a:ext>
            </a:extLst>
          </p:cNvPr>
          <p:cNvCxnSpPr/>
          <p:nvPr/>
        </p:nvCxnSpPr>
        <p:spPr>
          <a:xfrm>
            <a:off x="1312333" y="2667000"/>
            <a:ext cx="651934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FB9EBF94-DFB2-0FE8-80D9-7F091C5719A1}"/>
              </a:ext>
            </a:extLst>
          </p:cNvPr>
          <p:cNvCxnSpPr/>
          <p:nvPr/>
        </p:nvCxnSpPr>
        <p:spPr>
          <a:xfrm>
            <a:off x="1875367" y="2518833"/>
            <a:ext cx="88900" cy="1481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DCFDF6FC-91A3-619A-3CC5-E38A4E2813EF}"/>
              </a:ext>
            </a:extLst>
          </p:cNvPr>
          <p:cNvCxnSpPr/>
          <p:nvPr/>
        </p:nvCxnSpPr>
        <p:spPr>
          <a:xfrm>
            <a:off x="1579033" y="2578100"/>
            <a:ext cx="118534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A31F664-1A7D-254D-A6AF-6EACC9E6801C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PC</a:t>
            </a:r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・作業環境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3305A925-7AFC-587C-B879-21798D07C7B2}"/>
              </a:ext>
            </a:extLst>
          </p:cNvPr>
          <p:cNvSpPr/>
          <p:nvPr/>
        </p:nvSpPr>
        <p:spPr>
          <a:xfrm>
            <a:off x="3302000" y="2074333"/>
            <a:ext cx="355600" cy="651934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A75F7BB4-18D0-C004-770F-F7922120CFC2}"/>
              </a:ext>
            </a:extLst>
          </p:cNvPr>
          <p:cNvCxnSpPr/>
          <p:nvPr/>
        </p:nvCxnSpPr>
        <p:spPr>
          <a:xfrm>
            <a:off x="3420533" y="2163233"/>
            <a:ext cx="118534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AC2F6F4D-1EA5-6781-A634-34C308BA49CC}"/>
              </a:ext>
            </a:extLst>
          </p:cNvPr>
          <p:cNvCxnSpPr/>
          <p:nvPr/>
        </p:nvCxnSpPr>
        <p:spPr>
          <a:xfrm>
            <a:off x="3450167" y="2637367"/>
            <a:ext cx="59266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4995F33-A7C7-E5C2-B665-8034A9B08308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スマートフォン
・モバイル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B15CB44C-6DB0-666C-DDFB-03E6B0B50CC7}"/>
              </a:ext>
            </a:extLst>
          </p:cNvPr>
          <p:cNvSpPr/>
          <p:nvPr/>
        </p:nvSpPr>
        <p:spPr>
          <a:xfrm>
            <a:off x="5054600" y="2103967"/>
            <a:ext cx="533400" cy="177800"/>
          </a:xfrm>
          <a:prstGeom prst="round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05ACB647-9FA6-18E0-4C13-05061689C90F}"/>
              </a:ext>
            </a:extLst>
          </p:cNvPr>
          <p:cNvSpPr/>
          <p:nvPr/>
        </p:nvSpPr>
        <p:spPr>
          <a:xfrm>
            <a:off x="5143500" y="2163233"/>
            <a:ext cx="29633" cy="29634"/>
          </a:xfrm>
          <a:prstGeom prst="ellipse">
            <a:avLst/>
          </a:prstGeom>
          <a:solidFill>
            <a:srgbClr val="945F1D"/>
          </a:solidFill>
          <a:ln w="41487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6ADC5BD7-EF54-63FC-E58E-058B09F99D9A}"/>
              </a:ext>
            </a:extLst>
          </p:cNvPr>
          <p:cNvCxnSpPr/>
          <p:nvPr/>
        </p:nvCxnSpPr>
        <p:spPr>
          <a:xfrm>
            <a:off x="5291667" y="2192867"/>
            <a:ext cx="207433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69EC8AEE-0D6D-6B50-564F-FF20F55024BF}"/>
              </a:ext>
            </a:extLst>
          </p:cNvPr>
          <p:cNvSpPr/>
          <p:nvPr/>
        </p:nvSpPr>
        <p:spPr>
          <a:xfrm>
            <a:off x="5054600" y="2311400"/>
            <a:ext cx="533400" cy="177800"/>
          </a:xfrm>
          <a:prstGeom prst="round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C362628D-3C30-9E23-3AD5-DC0CCC53AEFA}"/>
              </a:ext>
            </a:extLst>
          </p:cNvPr>
          <p:cNvSpPr/>
          <p:nvPr/>
        </p:nvSpPr>
        <p:spPr>
          <a:xfrm>
            <a:off x="5143500" y="2370667"/>
            <a:ext cx="29633" cy="29633"/>
          </a:xfrm>
          <a:prstGeom prst="ellipse">
            <a:avLst/>
          </a:prstGeom>
          <a:solidFill>
            <a:srgbClr val="945F1D"/>
          </a:solidFill>
          <a:ln w="41487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D5235249-8B41-C671-40E5-184962955F39}"/>
              </a:ext>
            </a:extLst>
          </p:cNvPr>
          <p:cNvCxnSpPr/>
          <p:nvPr/>
        </p:nvCxnSpPr>
        <p:spPr>
          <a:xfrm>
            <a:off x="5291667" y="2400300"/>
            <a:ext cx="207433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ED79FDDC-E7FD-40D6-5FF1-BDECA53C4515}"/>
              </a:ext>
            </a:extLst>
          </p:cNvPr>
          <p:cNvSpPr/>
          <p:nvPr/>
        </p:nvSpPr>
        <p:spPr>
          <a:xfrm>
            <a:off x="5054600" y="2518833"/>
            <a:ext cx="533400" cy="177800"/>
          </a:xfrm>
          <a:prstGeom prst="round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DA3C8F46-09D4-BCDD-C56B-127509BC6D70}"/>
              </a:ext>
            </a:extLst>
          </p:cNvPr>
          <p:cNvSpPr/>
          <p:nvPr/>
        </p:nvSpPr>
        <p:spPr>
          <a:xfrm>
            <a:off x="5143500" y="2578100"/>
            <a:ext cx="29633" cy="29633"/>
          </a:xfrm>
          <a:prstGeom prst="ellipse">
            <a:avLst/>
          </a:prstGeom>
          <a:solidFill>
            <a:srgbClr val="945F1D"/>
          </a:solidFill>
          <a:ln w="41487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AAB1A54D-1D99-FB27-83DA-E16FFA0899A4}"/>
              </a:ext>
            </a:extLst>
          </p:cNvPr>
          <p:cNvCxnSpPr/>
          <p:nvPr/>
        </p:nvCxnSpPr>
        <p:spPr>
          <a:xfrm>
            <a:off x="5291667" y="2607733"/>
            <a:ext cx="207433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6556D7E-45DB-A180-3110-3DE8B3ACA08C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サーバー・基盤</a:t>
            </a: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58A608EE-CF64-A0B3-1599-B2440955D10F}"/>
              </a:ext>
            </a:extLst>
          </p:cNvPr>
          <p:cNvSpPr/>
          <p:nvPr/>
        </p:nvSpPr>
        <p:spPr>
          <a:xfrm>
            <a:off x="6896100" y="2103967"/>
            <a:ext cx="533400" cy="177800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569B68FE-061D-C398-82BE-F91A8907DDDF}"/>
              </a:ext>
            </a:extLst>
          </p:cNvPr>
          <p:cNvCxnSpPr/>
          <p:nvPr/>
        </p:nvCxnSpPr>
        <p:spPr>
          <a:xfrm>
            <a:off x="6896100" y="2192867"/>
            <a:ext cx="0" cy="4148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D8BD4D72-C191-2806-9EB0-6307D9A4717A}"/>
              </a:ext>
            </a:extLst>
          </p:cNvPr>
          <p:cNvCxnSpPr/>
          <p:nvPr/>
        </p:nvCxnSpPr>
        <p:spPr>
          <a:xfrm>
            <a:off x="7429500" y="2192867"/>
            <a:ext cx="0" cy="4148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楕円 27">
            <a:extLst>
              <a:ext uri="{FF2B5EF4-FFF2-40B4-BE49-F238E27FC236}">
                <a16:creationId xmlns:a16="http://schemas.microsoft.com/office/drawing/2014/main" id="{4845B139-04C7-B1D9-AC1B-1146194E20D3}"/>
              </a:ext>
            </a:extLst>
          </p:cNvPr>
          <p:cNvSpPr/>
          <p:nvPr/>
        </p:nvSpPr>
        <p:spPr>
          <a:xfrm>
            <a:off x="6896100" y="2341033"/>
            <a:ext cx="533400" cy="177800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2BBD2320-985E-E11C-CA0E-39DC186D5012}"/>
              </a:ext>
            </a:extLst>
          </p:cNvPr>
          <p:cNvSpPr/>
          <p:nvPr/>
        </p:nvSpPr>
        <p:spPr>
          <a:xfrm>
            <a:off x="6896100" y="2518833"/>
            <a:ext cx="533400" cy="177800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9D8FB01-A4C7-9891-8E4F-96BC09F89AD0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データベ
ース・保管</a:t>
            </a:r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85228882-18E7-81EB-319D-8225B9FF0F85}"/>
              </a:ext>
            </a:extLst>
          </p:cNvPr>
          <p:cNvCxnSpPr/>
          <p:nvPr/>
        </p:nvCxnSpPr>
        <p:spPr>
          <a:xfrm>
            <a:off x="8707967" y="2578100"/>
            <a:ext cx="88900" cy="592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E2D80ED4-CC2E-ECBB-B272-4942949C4858}"/>
              </a:ext>
            </a:extLst>
          </p:cNvPr>
          <p:cNvCxnSpPr/>
          <p:nvPr/>
        </p:nvCxnSpPr>
        <p:spPr>
          <a:xfrm>
            <a:off x="8678333" y="2489200"/>
            <a:ext cx="29633" cy="889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8A81DCE2-791D-3DB4-949D-A2E367079892}"/>
              </a:ext>
            </a:extLst>
          </p:cNvPr>
          <p:cNvCxnSpPr/>
          <p:nvPr/>
        </p:nvCxnSpPr>
        <p:spPr>
          <a:xfrm flipV="1">
            <a:off x="8678333" y="2400300"/>
            <a:ext cx="29633" cy="889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F9E37BC5-A016-08A9-0225-7EA810FEC5C8}"/>
              </a:ext>
            </a:extLst>
          </p:cNvPr>
          <p:cNvCxnSpPr/>
          <p:nvPr/>
        </p:nvCxnSpPr>
        <p:spPr>
          <a:xfrm flipV="1">
            <a:off x="8707967" y="2341033"/>
            <a:ext cx="88900" cy="592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B1BF2F0E-52F3-4D98-F74B-B73B84DE0FA6}"/>
              </a:ext>
            </a:extLst>
          </p:cNvPr>
          <p:cNvCxnSpPr/>
          <p:nvPr/>
        </p:nvCxnSpPr>
        <p:spPr>
          <a:xfrm>
            <a:off x="8796867" y="2341033"/>
            <a:ext cx="59267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516DBA85-4D39-80B0-5A2A-523567BAD0C3}"/>
              </a:ext>
            </a:extLst>
          </p:cNvPr>
          <p:cNvCxnSpPr/>
          <p:nvPr/>
        </p:nvCxnSpPr>
        <p:spPr>
          <a:xfrm flipV="1">
            <a:off x="8856133" y="2222500"/>
            <a:ext cx="29633" cy="118533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0692D82B-DDEB-0377-CD4D-5B23D6D9537F}"/>
              </a:ext>
            </a:extLst>
          </p:cNvPr>
          <p:cNvCxnSpPr/>
          <p:nvPr/>
        </p:nvCxnSpPr>
        <p:spPr>
          <a:xfrm flipV="1">
            <a:off x="8885767" y="2163233"/>
            <a:ext cx="88900" cy="592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F06F4B2E-185C-6F6D-9545-5377E4DD1D58}"/>
              </a:ext>
            </a:extLst>
          </p:cNvPr>
          <p:cNvCxnSpPr/>
          <p:nvPr/>
        </p:nvCxnSpPr>
        <p:spPr>
          <a:xfrm>
            <a:off x="8974667" y="2163233"/>
            <a:ext cx="1185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FB2B5B8D-3E37-9B13-82DB-B9EC9A07670C}"/>
              </a:ext>
            </a:extLst>
          </p:cNvPr>
          <p:cNvCxnSpPr/>
          <p:nvPr/>
        </p:nvCxnSpPr>
        <p:spPr>
          <a:xfrm>
            <a:off x="9093200" y="2163233"/>
            <a:ext cx="88900" cy="592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786EC31B-C197-92FC-0F26-6FD999F81696}"/>
              </a:ext>
            </a:extLst>
          </p:cNvPr>
          <p:cNvCxnSpPr/>
          <p:nvPr/>
        </p:nvCxnSpPr>
        <p:spPr>
          <a:xfrm>
            <a:off x="9182100" y="2222500"/>
            <a:ext cx="29633" cy="118533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515E0E35-5068-E05F-A0B1-EF7DA5B0FD3D}"/>
              </a:ext>
            </a:extLst>
          </p:cNvPr>
          <p:cNvCxnSpPr/>
          <p:nvPr/>
        </p:nvCxnSpPr>
        <p:spPr>
          <a:xfrm>
            <a:off x="9211733" y="2341033"/>
            <a:ext cx="88900" cy="592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9C741737-0515-F669-A5F0-251DB3A49C82}"/>
              </a:ext>
            </a:extLst>
          </p:cNvPr>
          <p:cNvCxnSpPr/>
          <p:nvPr/>
        </p:nvCxnSpPr>
        <p:spPr>
          <a:xfrm>
            <a:off x="9300633" y="2400300"/>
            <a:ext cx="29633" cy="889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F5208ADA-06D8-E137-73ED-913B502F1489}"/>
              </a:ext>
            </a:extLst>
          </p:cNvPr>
          <p:cNvCxnSpPr/>
          <p:nvPr/>
        </p:nvCxnSpPr>
        <p:spPr>
          <a:xfrm flipV="1">
            <a:off x="9300633" y="2489200"/>
            <a:ext cx="29633" cy="889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9F123255-5A07-50B1-6BE4-ECFFA8E234D9}"/>
              </a:ext>
            </a:extLst>
          </p:cNvPr>
          <p:cNvCxnSpPr/>
          <p:nvPr/>
        </p:nvCxnSpPr>
        <p:spPr>
          <a:xfrm flipV="1">
            <a:off x="9211733" y="2578100"/>
            <a:ext cx="88900" cy="592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E70FBBE2-FB33-4F7A-17E5-E568529D904E}"/>
              </a:ext>
            </a:extLst>
          </p:cNvPr>
          <p:cNvCxnSpPr/>
          <p:nvPr/>
        </p:nvCxnSpPr>
        <p:spPr>
          <a:xfrm>
            <a:off x="8796867" y="2637367"/>
            <a:ext cx="414867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7FFA4098-22B2-E29A-4B48-6FC822326131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クラウド</a:t>
            </a:r>
          </a:p>
        </p:txBody>
      </p:sp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192DACB3-50B2-EABD-11E3-74E802961F3F}"/>
              </a:ext>
            </a:extLst>
          </p:cNvPr>
          <p:cNvSpPr/>
          <p:nvPr/>
        </p:nvSpPr>
        <p:spPr>
          <a:xfrm>
            <a:off x="10756900" y="2103967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FFBD74B6-4326-B2CF-E546-2E1D0D0A0CB8}"/>
              </a:ext>
            </a:extLst>
          </p:cNvPr>
          <p:cNvSpPr/>
          <p:nvPr/>
        </p:nvSpPr>
        <p:spPr>
          <a:xfrm>
            <a:off x="10519833" y="2518833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四角形: 角を丸くする 48">
            <a:extLst>
              <a:ext uri="{FF2B5EF4-FFF2-40B4-BE49-F238E27FC236}">
                <a16:creationId xmlns:a16="http://schemas.microsoft.com/office/drawing/2014/main" id="{C8EC3004-2DFC-0FE3-C646-D4F578DE3FD8}"/>
              </a:ext>
            </a:extLst>
          </p:cNvPr>
          <p:cNvSpPr/>
          <p:nvPr/>
        </p:nvSpPr>
        <p:spPr>
          <a:xfrm>
            <a:off x="10993967" y="2518833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08B45455-F271-8BF0-4BE6-04843CD3D972}"/>
              </a:ext>
            </a:extLst>
          </p:cNvPr>
          <p:cNvCxnSpPr/>
          <p:nvPr/>
        </p:nvCxnSpPr>
        <p:spPr>
          <a:xfrm>
            <a:off x="10845800" y="2281767"/>
            <a:ext cx="0" cy="1185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EAE45BB1-4036-87AB-7B32-BE123D072BC1}"/>
              </a:ext>
            </a:extLst>
          </p:cNvPr>
          <p:cNvCxnSpPr/>
          <p:nvPr/>
        </p:nvCxnSpPr>
        <p:spPr>
          <a:xfrm>
            <a:off x="10608733" y="2400300"/>
            <a:ext cx="474133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7ACDDC1D-E08B-1DC2-36E8-6E931DE3A9ED}"/>
              </a:ext>
            </a:extLst>
          </p:cNvPr>
          <p:cNvCxnSpPr/>
          <p:nvPr/>
        </p:nvCxnSpPr>
        <p:spPr>
          <a:xfrm>
            <a:off x="10608733" y="2400300"/>
            <a:ext cx="0" cy="1185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A0EFA076-1098-E442-5A90-E8CC0F49A0BB}"/>
              </a:ext>
            </a:extLst>
          </p:cNvPr>
          <p:cNvCxnSpPr/>
          <p:nvPr/>
        </p:nvCxnSpPr>
        <p:spPr>
          <a:xfrm>
            <a:off x="11082867" y="2400300"/>
            <a:ext cx="0" cy="1185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CA889547-DC96-C6B0-0637-F51184231139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接続・ネ
ットワーク</a:t>
            </a:r>
          </a:p>
        </p:txBody>
      </p: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23DE49B3-9AAB-4DD5-7C9E-5EEB179FAEB3}"/>
              </a:ext>
            </a:extLst>
          </p:cNvPr>
          <p:cNvCxnSpPr/>
          <p:nvPr/>
        </p:nvCxnSpPr>
        <p:spPr>
          <a:xfrm flipV="1">
            <a:off x="1312333" y="4241800"/>
            <a:ext cx="177800" cy="1778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2C586860-B340-9E40-6168-CB1946EE1A8B}"/>
              </a:ext>
            </a:extLst>
          </p:cNvPr>
          <p:cNvCxnSpPr/>
          <p:nvPr/>
        </p:nvCxnSpPr>
        <p:spPr>
          <a:xfrm>
            <a:off x="1312333" y="4419600"/>
            <a:ext cx="177800" cy="1778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55B8EB2D-0296-014B-E4AB-75529A11C66E}"/>
              </a:ext>
            </a:extLst>
          </p:cNvPr>
          <p:cNvCxnSpPr/>
          <p:nvPr/>
        </p:nvCxnSpPr>
        <p:spPr>
          <a:xfrm>
            <a:off x="1786467" y="4241800"/>
            <a:ext cx="177800" cy="1778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4EC1A969-37C0-7FEA-2452-04E4D9C948E9}"/>
              </a:ext>
            </a:extLst>
          </p:cNvPr>
          <p:cNvCxnSpPr/>
          <p:nvPr/>
        </p:nvCxnSpPr>
        <p:spPr>
          <a:xfrm flipV="1">
            <a:off x="1786467" y="4419600"/>
            <a:ext cx="177800" cy="1778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1D573600-994F-6A70-AAAD-FD657F9998DD}"/>
              </a:ext>
            </a:extLst>
          </p:cNvPr>
          <p:cNvCxnSpPr/>
          <p:nvPr/>
        </p:nvCxnSpPr>
        <p:spPr>
          <a:xfrm flipV="1">
            <a:off x="1579033" y="4152900"/>
            <a:ext cx="118534" cy="5334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12AF893E-FFA5-0E29-8690-9ADCE3829620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プログラ
ム・開発</a:t>
            </a:r>
          </a:p>
        </p:txBody>
      </p:sp>
      <p:sp>
        <p:nvSpPr>
          <p:cNvPr id="61" name="四角形: 角を丸くする 60">
            <a:extLst>
              <a:ext uri="{FF2B5EF4-FFF2-40B4-BE49-F238E27FC236}">
                <a16:creationId xmlns:a16="http://schemas.microsoft.com/office/drawing/2014/main" id="{E7E9778F-B6A3-0D86-BE41-DCE7D5E54265}"/>
              </a:ext>
            </a:extLst>
          </p:cNvPr>
          <p:cNvSpPr/>
          <p:nvPr/>
        </p:nvSpPr>
        <p:spPr>
          <a:xfrm>
            <a:off x="3272367" y="4212167"/>
            <a:ext cx="414866" cy="414866"/>
          </a:xfrm>
          <a:prstGeom prst="roundRect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E8AA4B21-00B1-C444-9A48-3EA867FE5302}"/>
              </a:ext>
            </a:extLst>
          </p:cNvPr>
          <p:cNvSpPr/>
          <p:nvPr/>
        </p:nvSpPr>
        <p:spPr>
          <a:xfrm>
            <a:off x="3390900" y="4330700"/>
            <a:ext cx="177800" cy="177800"/>
          </a:xfrm>
          <a:prstGeom prst="rect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D39EC239-37EB-F36F-F9E1-D3ED3A3DE8E0}"/>
              </a:ext>
            </a:extLst>
          </p:cNvPr>
          <p:cNvCxnSpPr/>
          <p:nvPr/>
        </p:nvCxnSpPr>
        <p:spPr>
          <a:xfrm>
            <a:off x="3361267" y="4093633"/>
            <a:ext cx="0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D7660AB1-8854-A2E4-0547-B97A6D5FDD22}"/>
              </a:ext>
            </a:extLst>
          </p:cNvPr>
          <p:cNvCxnSpPr/>
          <p:nvPr/>
        </p:nvCxnSpPr>
        <p:spPr>
          <a:xfrm>
            <a:off x="3361267" y="4627033"/>
            <a:ext cx="0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52506045-940A-62D5-C63A-F5A29DD23F33}"/>
              </a:ext>
            </a:extLst>
          </p:cNvPr>
          <p:cNvCxnSpPr/>
          <p:nvPr/>
        </p:nvCxnSpPr>
        <p:spPr>
          <a:xfrm>
            <a:off x="3153833" y="4301067"/>
            <a:ext cx="118534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764B3570-A49D-D2D8-7BAD-E8E4CEA8B777}"/>
              </a:ext>
            </a:extLst>
          </p:cNvPr>
          <p:cNvCxnSpPr/>
          <p:nvPr/>
        </p:nvCxnSpPr>
        <p:spPr>
          <a:xfrm>
            <a:off x="3687233" y="4301067"/>
            <a:ext cx="118534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9A44C7C0-F85A-EAB9-C1C5-5F469B533187}"/>
              </a:ext>
            </a:extLst>
          </p:cNvPr>
          <p:cNvCxnSpPr/>
          <p:nvPr/>
        </p:nvCxnSpPr>
        <p:spPr>
          <a:xfrm>
            <a:off x="3479800" y="4093633"/>
            <a:ext cx="0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42A0927F-F052-8CA7-C0AF-1F2E9471FE5A}"/>
              </a:ext>
            </a:extLst>
          </p:cNvPr>
          <p:cNvCxnSpPr/>
          <p:nvPr/>
        </p:nvCxnSpPr>
        <p:spPr>
          <a:xfrm>
            <a:off x="3479800" y="4627033"/>
            <a:ext cx="0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8C34BA9F-784F-AF11-9573-9FCFB2C8EF38}"/>
              </a:ext>
            </a:extLst>
          </p:cNvPr>
          <p:cNvCxnSpPr/>
          <p:nvPr/>
        </p:nvCxnSpPr>
        <p:spPr>
          <a:xfrm>
            <a:off x="3153833" y="4419600"/>
            <a:ext cx="118534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19A3E65D-A68F-4DEF-633A-9245EC6106B0}"/>
              </a:ext>
            </a:extLst>
          </p:cNvPr>
          <p:cNvCxnSpPr/>
          <p:nvPr/>
        </p:nvCxnSpPr>
        <p:spPr>
          <a:xfrm>
            <a:off x="3687233" y="4419600"/>
            <a:ext cx="118534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17D96C94-DF23-CE1F-BBE8-366692D1E30B}"/>
              </a:ext>
            </a:extLst>
          </p:cNvPr>
          <p:cNvCxnSpPr/>
          <p:nvPr/>
        </p:nvCxnSpPr>
        <p:spPr>
          <a:xfrm>
            <a:off x="3598333" y="4093633"/>
            <a:ext cx="0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EB6ABA58-B10F-7293-621F-47143D2EDF3E}"/>
              </a:ext>
            </a:extLst>
          </p:cNvPr>
          <p:cNvCxnSpPr/>
          <p:nvPr/>
        </p:nvCxnSpPr>
        <p:spPr>
          <a:xfrm>
            <a:off x="3598333" y="4627033"/>
            <a:ext cx="0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E07DB4F7-AFB2-34FB-64D1-7A546D55337A}"/>
              </a:ext>
            </a:extLst>
          </p:cNvPr>
          <p:cNvCxnSpPr/>
          <p:nvPr/>
        </p:nvCxnSpPr>
        <p:spPr>
          <a:xfrm>
            <a:off x="3153833" y="4538133"/>
            <a:ext cx="118534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60D2195A-C0FE-7FF3-7897-43BE556F7B0D}"/>
              </a:ext>
            </a:extLst>
          </p:cNvPr>
          <p:cNvCxnSpPr/>
          <p:nvPr/>
        </p:nvCxnSpPr>
        <p:spPr>
          <a:xfrm>
            <a:off x="3687233" y="4538133"/>
            <a:ext cx="118534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F10F307A-AD33-BDD1-F874-3A9A399EB7D6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AI</a:t>
            </a:r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・半導体</a:t>
            </a:r>
          </a:p>
        </p:txBody>
      </p:sp>
      <p:sp>
        <p:nvSpPr>
          <p:cNvPr id="76" name="四角形: 角を丸くする 75">
            <a:extLst>
              <a:ext uri="{FF2B5EF4-FFF2-40B4-BE49-F238E27FC236}">
                <a16:creationId xmlns:a16="http://schemas.microsoft.com/office/drawing/2014/main" id="{E6D232CE-89A3-EA45-1758-9F9D5B7D2B22}"/>
              </a:ext>
            </a:extLst>
          </p:cNvPr>
          <p:cNvSpPr/>
          <p:nvPr/>
        </p:nvSpPr>
        <p:spPr>
          <a:xfrm>
            <a:off x="5024967" y="4152900"/>
            <a:ext cx="592666" cy="533400"/>
          </a:xfrm>
          <a:prstGeom prst="roundRect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658D0052-01EA-3A79-7C12-277AFE8663AF}"/>
              </a:ext>
            </a:extLst>
          </p:cNvPr>
          <p:cNvCxnSpPr/>
          <p:nvPr/>
        </p:nvCxnSpPr>
        <p:spPr>
          <a:xfrm>
            <a:off x="5321300" y="4152900"/>
            <a:ext cx="0" cy="5334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D6162C21-8256-9319-5DF9-51DE47B8F42D}"/>
              </a:ext>
            </a:extLst>
          </p:cNvPr>
          <p:cNvCxnSpPr/>
          <p:nvPr/>
        </p:nvCxnSpPr>
        <p:spPr>
          <a:xfrm>
            <a:off x="5113867" y="4301067"/>
            <a:ext cx="1185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E0B0A907-7BA8-53BC-FE81-8EFDCF6227BE}"/>
              </a:ext>
            </a:extLst>
          </p:cNvPr>
          <p:cNvCxnSpPr/>
          <p:nvPr/>
        </p:nvCxnSpPr>
        <p:spPr>
          <a:xfrm>
            <a:off x="5410200" y="4301067"/>
            <a:ext cx="1185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直線コネクタ 79">
            <a:extLst>
              <a:ext uri="{FF2B5EF4-FFF2-40B4-BE49-F238E27FC236}">
                <a16:creationId xmlns:a16="http://schemas.microsoft.com/office/drawing/2014/main" id="{2559CECF-3945-3389-C508-8D064CECEC89}"/>
              </a:ext>
            </a:extLst>
          </p:cNvPr>
          <p:cNvCxnSpPr/>
          <p:nvPr/>
        </p:nvCxnSpPr>
        <p:spPr>
          <a:xfrm>
            <a:off x="5113867" y="4419600"/>
            <a:ext cx="1185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線コネクタ 80">
            <a:extLst>
              <a:ext uri="{FF2B5EF4-FFF2-40B4-BE49-F238E27FC236}">
                <a16:creationId xmlns:a16="http://schemas.microsoft.com/office/drawing/2014/main" id="{97A951E4-986C-E89E-EC73-2147BCAAFD2E}"/>
              </a:ext>
            </a:extLst>
          </p:cNvPr>
          <p:cNvCxnSpPr/>
          <p:nvPr/>
        </p:nvCxnSpPr>
        <p:spPr>
          <a:xfrm>
            <a:off x="5410200" y="4419600"/>
            <a:ext cx="1185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D41E466A-1F70-D00D-2EC8-272065342F91}"/>
              </a:ext>
            </a:extLst>
          </p:cNvPr>
          <p:cNvCxnSpPr/>
          <p:nvPr/>
        </p:nvCxnSpPr>
        <p:spPr>
          <a:xfrm>
            <a:off x="5113867" y="4538133"/>
            <a:ext cx="1185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85AEA425-207A-B4AC-C83F-B7C840EF6CED}"/>
              </a:ext>
            </a:extLst>
          </p:cNvPr>
          <p:cNvCxnSpPr/>
          <p:nvPr/>
        </p:nvCxnSpPr>
        <p:spPr>
          <a:xfrm>
            <a:off x="5410200" y="4538133"/>
            <a:ext cx="1185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E4FB9C0A-2A5E-4BF8-604B-FD7B8A94FAD1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本・学習</a:t>
            </a:r>
          </a:p>
        </p:txBody>
      </p: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87C44B3D-370C-4B25-8894-1483B497E566}"/>
              </a:ext>
            </a:extLst>
          </p:cNvPr>
          <p:cNvCxnSpPr/>
          <p:nvPr/>
        </p:nvCxnSpPr>
        <p:spPr>
          <a:xfrm>
            <a:off x="7162800" y="4123267"/>
            <a:ext cx="325967" cy="148166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15D9793D-9717-57C9-8648-79253242E4A2}"/>
              </a:ext>
            </a:extLst>
          </p:cNvPr>
          <p:cNvCxnSpPr/>
          <p:nvPr/>
        </p:nvCxnSpPr>
        <p:spPr>
          <a:xfrm flipV="1">
            <a:off x="7162800" y="4271433"/>
            <a:ext cx="325967" cy="148167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BFD7F739-5745-ADBB-D66A-0BE3A5E1C874}"/>
              </a:ext>
            </a:extLst>
          </p:cNvPr>
          <p:cNvCxnSpPr/>
          <p:nvPr/>
        </p:nvCxnSpPr>
        <p:spPr>
          <a:xfrm>
            <a:off x="6836833" y="4271433"/>
            <a:ext cx="325967" cy="148167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>
            <a:extLst>
              <a:ext uri="{FF2B5EF4-FFF2-40B4-BE49-F238E27FC236}">
                <a16:creationId xmlns:a16="http://schemas.microsoft.com/office/drawing/2014/main" id="{CA2BB9EE-13BD-9E7A-9620-F3815558359A}"/>
              </a:ext>
            </a:extLst>
          </p:cNvPr>
          <p:cNvCxnSpPr/>
          <p:nvPr/>
        </p:nvCxnSpPr>
        <p:spPr>
          <a:xfrm flipV="1">
            <a:off x="6836833" y="4123267"/>
            <a:ext cx="325967" cy="148166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378B918B-307B-C4CA-E0BB-BA168CB19163}"/>
              </a:ext>
            </a:extLst>
          </p:cNvPr>
          <p:cNvCxnSpPr/>
          <p:nvPr/>
        </p:nvCxnSpPr>
        <p:spPr>
          <a:xfrm>
            <a:off x="6955367" y="4360333"/>
            <a:ext cx="0" cy="207434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直線コネクタ 89">
            <a:extLst>
              <a:ext uri="{FF2B5EF4-FFF2-40B4-BE49-F238E27FC236}">
                <a16:creationId xmlns:a16="http://schemas.microsoft.com/office/drawing/2014/main" id="{BFA07F88-B613-1E8B-FD6B-AB09F47D242E}"/>
              </a:ext>
            </a:extLst>
          </p:cNvPr>
          <p:cNvCxnSpPr/>
          <p:nvPr/>
        </p:nvCxnSpPr>
        <p:spPr>
          <a:xfrm>
            <a:off x="6955367" y="4567767"/>
            <a:ext cx="207433" cy="1185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C425A6B8-7449-4C78-FA35-FE461ACF1667}"/>
              </a:ext>
            </a:extLst>
          </p:cNvPr>
          <p:cNvCxnSpPr/>
          <p:nvPr/>
        </p:nvCxnSpPr>
        <p:spPr>
          <a:xfrm flipV="1">
            <a:off x="7162800" y="4567767"/>
            <a:ext cx="207433" cy="1185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F6510063-6466-82B5-27AA-6212A4D5D136}"/>
              </a:ext>
            </a:extLst>
          </p:cNvPr>
          <p:cNvCxnSpPr/>
          <p:nvPr/>
        </p:nvCxnSpPr>
        <p:spPr>
          <a:xfrm>
            <a:off x="7370233" y="4360333"/>
            <a:ext cx="0" cy="207434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73E044D5-C8FD-40BF-756E-FF66ECF6049E}"/>
              </a:ext>
            </a:extLst>
          </p:cNvPr>
          <p:cNvCxnSpPr/>
          <p:nvPr/>
        </p:nvCxnSpPr>
        <p:spPr>
          <a:xfrm>
            <a:off x="7488767" y="4271433"/>
            <a:ext cx="0" cy="2667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0AC96CB5-74DD-EE6D-D7E7-81434551CEA3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学校・進学</a:t>
            </a:r>
          </a:p>
        </p:txBody>
      </p: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1738D43F-495D-1B2F-B3F7-FDC418275896}"/>
              </a:ext>
            </a:extLst>
          </p:cNvPr>
          <p:cNvCxnSpPr/>
          <p:nvPr/>
        </p:nvCxnSpPr>
        <p:spPr>
          <a:xfrm>
            <a:off x="8885767" y="4123267"/>
            <a:ext cx="237067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655925D3-D574-C9E1-427D-31157EAD2127}"/>
              </a:ext>
            </a:extLst>
          </p:cNvPr>
          <p:cNvCxnSpPr/>
          <p:nvPr/>
        </p:nvCxnSpPr>
        <p:spPr>
          <a:xfrm>
            <a:off x="8915400" y="4123267"/>
            <a:ext cx="0" cy="237066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直線コネクタ 96">
            <a:extLst>
              <a:ext uri="{FF2B5EF4-FFF2-40B4-BE49-F238E27FC236}">
                <a16:creationId xmlns:a16="http://schemas.microsoft.com/office/drawing/2014/main" id="{B38CC348-E65A-6E3A-EBFB-6F9482759D79}"/>
              </a:ext>
            </a:extLst>
          </p:cNvPr>
          <p:cNvCxnSpPr/>
          <p:nvPr/>
        </p:nvCxnSpPr>
        <p:spPr>
          <a:xfrm>
            <a:off x="9093200" y="4123267"/>
            <a:ext cx="0" cy="237066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B0895775-B704-706A-FD4F-B1FF209F2A63}"/>
              </a:ext>
            </a:extLst>
          </p:cNvPr>
          <p:cNvCxnSpPr/>
          <p:nvPr/>
        </p:nvCxnSpPr>
        <p:spPr>
          <a:xfrm flipV="1">
            <a:off x="8737600" y="4360333"/>
            <a:ext cx="177800" cy="3259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3054A524-65B9-2729-C1DD-70BB8A4159A0}"/>
              </a:ext>
            </a:extLst>
          </p:cNvPr>
          <p:cNvCxnSpPr/>
          <p:nvPr/>
        </p:nvCxnSpPr>
        <p:spPr>
          <a:xfrm>
            <a:off x="8737600" y="4686300"/>
            <a:ext cx="533400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9BBCDEE2-6172-75CB-680D-007C4F33EF40}"/>
              </a:ext>
            </a:extLst>
          </p:cNvPr>
          <p:cNvCxnSpPr/>
          <p:nvPr/>
        </p:nvCxnSpPr>
        <p:spPr>
          <a:xfrm>
            <a:off x="9093200" y="4360333"/>
            <a:ext cx="177800" cy="3259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線コネクタ 100">
            <a:extLst>
              <a:ext uri="{FF2B5EF4-FFF2-40B4-BE49-F238E27FC236}">
                <a16:creationId xmlns:a16="http://schemas.microsoft.com/office/drawing/2014/main" id="{538B7803-AB2E-0775-4595-69F77F837E73}"/>
              </a:ext>
            </a:extLst>
          </p:cNvPr>
          <p:cNvCxnSpPr/>
          <p:nvPr/>
        </p:nvCxnSpPr>
        <p:spPr>
          <a:xfrm>
            <a:off x="8826500" y="4538133"/>
            <a:ext cx="355600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楕円 101">
            <a:extLst>
              <a:ext uri="{FF2B5EF4-FFF2-40B4-BE49-F238E27FC236}">
                <a16:creationId xmlns:a16="http://schemas.microsoft.com/office/drawing/2014/main" id="{4953B949-E26C-F960-D205-B6607E5512A9}"/>
              </a:ext>
            </a:extLst>
          </p:cNvPr>
          <p:cNvSpPr/>
          <p:nvPr/>
        </p:nvSpPr>
        <p:spPr>
          <a:xfrm>
            <a:off x="8974667" y="4567767"/>
            <a:ext cx="59267" cy="59266"/>
          </a:xfrm>
          <a:prstGeom prst="ellipse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DF4D3AE1-EB92-B98C-9BD1-463232FEF139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化学・実験</a:t>
            </a:r>
          </a:p>
        </p:txBody>
      </p:sp>
      <p:sp>
        <p:nvSpPr>
          <p:cNvPr id="104" name="楕円 103">
            <a:extLst>
              <a:ext uri="{FF2B5EF4-FFF2-40B4-BE49-F238E27FC236}">
                <a16:creationId xmlns:a16="http://schemas.microsoft.com/office/drawing/2014/main" id="{805B7C42-C638-86AA-740B-9487C2927FAB}"/>
              </a:ext>
            </a:extLst>
          </p:cNvPr>
          <p:cNvSpPr/>
          <p:nvPr/>
        </p:nvSpPr>
        <p:spPr>
          <a:xfrm>
            <a:off x="10549467" y="4301067"/>
            <a:ext cx="592667" cy="237066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" name="楕円 104">
            <a:extLst>
              <a:ext uri="{FF2B5EF4-FFF2-40B4-BE49-F238E27FC236}">
                <a16:creationId xmlns:a16="http://schemas.microsoft.com/office/drawing/2014/main" id="{07CDC82D-2B26-70AA-E429-357037EEC171}"/>
              </a:ext>
            </a:extLst>
          </p:cNvPr>
          <p:cNvSpPr/>
          <p:nvPr/>
        </p:nvSpPr>
        <p:spPr>
          <a:xfrm>
            <a:off x="10727267" y="4123267"/>
            <a:ext cx="237067" cy="592666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" name="楕円 105">
            <a:extLst>
              <a:ext uri="{FF2B5EF4-FFF2-40B4-BE49-F238E27FC236}">
                <a16:creationId xmlns:a16="http://schemas.microsoft.com/office/drawing/2014/main" id="{1DB2C728-AD91-F171-D44C-4FA1FB3BB932}"/>
              </a:ext>
            </a:extLst>
          </p:cNvPr>
          <p:cNvSpPr/>
          <p:nvPr/>
        </p:nvSpPr>
        <p:spPr>
          <a:xfrm>
            <a:off x="10786533" y="4360333"/>
            <a:ext cx="118533" cy="118534"/>
          </a:xfrm>
          <a:prstGeom prst="ellipse">
            <a:avLst/>
          </a:prstGeom>
          <a:solidFill>
            <a:srgbClr val="86518C"/>
          </a:solidFill>
          <a:ln w="41487">
            <a:solidFill>
              <a:srgbClr val="8651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" name="楕円 106">
            <a:extLst>
              <a:ext uri="{FF2B5EF4-FFF2-40B4-BE49-F238E27FC236}">
                <a16:creationId xmlns:a16="http://schemas.microsoft.com/office/drawing/2014/main" id="{36605D90-0D9D-041C-0A3E-AF54FA50F845}"/>
              </a:ext>
            </a:extLst>
          </p:cNvPr>
          <p:cNvSpPr/>
          <p:nvPr/>
        </p:nvSpPr>
        <p:spPr>
          <a:xfrm>
            <a:off x="10579100" y="4360333"/>
            <a:ext cx="88900" cy="88900"/>
          </a:xfrm>
          <a:prstGeom prst="ellipse">
            <a:avLst/>
          </a:prstGeom>
          <a:solidFill>
            <a:srgbClr val="86518C"/>
          </a:solidFill>
          <a:ln w="41487">
            <a:solidFill>
              <a:srgbClr val="8651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" name="楕円 107">
            <a:extLst>
              <a:ext uri="{FF2B5EF4-FFF2-40B4-BE49-F238E27FC236}">
                <a16:creationId xmlns:a16="http://schemas.microsoft.com/office/drawing/2014/main" id="{34CF1E4B-4E4D-F5CD-50B4-FE10A6C7877E}"/>
              </a:ext>
            </a:extLst>
          </p:cNvPr>
          <p:cNvSpPr/>
          <p:nvPr/>
        </p:nvSpPr>
        <p:spPr>
          <a:xfrm>
            <a:off x="10816167" y="4152900"/>
            <a:ext cx="88900" cy="88900"/>
          </a:xfrm>
          <a:prstGeom prst="ellipse">
            <a:avLst/>
          </a:prstGeom>
          <a:solidFill>
            <a:srgbClr val="86518C"/>
          </a:solidFill>
          <a:ln w="41487">
            <a:solidFill>
              <a:srgbClr val="8651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B33107D1-E0D2-3BD5-1B10-4706DA201A9C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物理・原子</a:t>
            </a:r>
          </a:p>
        </p:txBody>
      </p: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1186E6C9-6EEF-5AE5-E5F4-ED0B5F80C763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テキスト ボックス 110">
            <a:extLst>
              <a:ext uri="{FF2B5EF4-FFF2-40B4-BE49-F238E27FC236}">
                <a16:creationId xmlns:a16="http://schemas.microsoft.com/office/drawing/2014/main" id="{CB8849D4-FF4F-8338-B5FD-8D060A5DDFE9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11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50037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95355FF-1646-0047-E962-3724C1B806F0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9E6A4D5-AB86-D83D-D1EB-E86F09970239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用途で選べるアイコン </a:t>
            </a:r>
            <a:r>
              <a:rPr kumimoji="1" lang="en-US" altLang="ja-JP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25〜36</a:t>
            </a:r>
            <a:endParaRPr kumimoji="1" lang="ja-JP" altLang="en-US" sz="3400" b="1">
              <a:solidFill>
                <a:srgbClr val="172D4A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840AEAB-FB40-EC70-D07D-27C068A3D695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20916EBC-6488-EE8A-53F7-5E912F6F3FC9}"/>
              </a:ext>
            </a:extLst>
          </p:cNvPr>
          <p:cNvCxnSpPr/>
          <p:nvPr/>
        </p:nvCxnSpPr>
        <p:spPr>
          <a:xfrm flipV="1">
            <a:off x="1371600" y="2133600"/>
            <a:ext cx="266700" cy="5334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B6286198-CCC5-F946-A8C8-BF92351CFB6F}"/>
              </a:ext>
            </a:extLst>
          </p:cNvPr>
          <p:cNvCxnSpPr/>
          <p:nvPr/>
        </p:nvCxnSpPr>
        <p:spPr>
          <a:xfrm>
            <a:off x="1638300" y="2133600"/>
            <a:ext cx="266700" cy="5334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3292A9EE-D1B5-B3EF-6E82-33B49241FB00}"/>
              </a:ext>
            </a:extLst>
          </p:cNvPr>
          <p:cNvCxnSpPr/>
          <p:nvPr/>
        </p:nvCxnSpPr>
        <p:spPr>
          <a:xfrm>
            <a:off x="1371600" y="2667000"/>
            <a:ext cx="533400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0EC269A-6B6F-7585-CDC7-0C644A529B46}"/>
              </a:ext>
            </a:extLst>
          </p:cNvPr>
          <p:cNvSpPr/>
          <p:nvPr/>
        </p:nvSpPr>
        <p:spPr>
          <a:xfrm>
            <a:off x="1401233" y="2518833"/>
            <a:ext cx="118534" cy="118534"/>
          </a:xfrm>
          <a:prstGeom prst="rect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7DC7FEFC-C1A7-0FA8-CFE4-4F3610F43E07}"/>
              </a:ext>
            </a:extLst>
          </p:cNvPr>
          <p:cNvCxnSpPr/>
          <p:nvPr/>
        </p:nvCxnSpPr>
        <p:spPr>
          <a:xfrm>
            <a:off x="1638300" y="2133600"/>
            <a:ext cx="0" cy="5334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38E061E-65D1-C318-F95B-F66F615ACE1F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図形・幾何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358D51A5-F4B2-DF0C-150E-FA685A30CFA1}"/>
              </a:ext>
            </a:extLst>
          </p:cNvPr>
          <p:cNvSpPr/>
          <p:nvPr/>
        </p:nvSpPr>
        <p:spPr>
          <a:xfrm>
            <a:off x="3183467" y="2103967"/>
            <a:ext cx="592666" cy="592666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2118FB52-CAE6-EDAD-156B-D77B5A8B611E}"/>
              </a:ext>
            </a:extLst>
          </p:cNvPr>
          <p:cNvCxnSpPr/>
          <p:nvPr/>
        </p:nvCxnSpPr>
        <p:spPr>
          <a:xfrm>
            <a:off x="3479800" y="2103967"/>
            <a:ext cx="0" cy="1778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楕円 12">
            <a:extLst>
              <a:ext uri="{FF2B5EF4-FFF2-40B4-BE49-F238E27FC236}">
                <a16:creationId xmlns:a16="http://schemas.microsoft.com/office/drawing/2014/main" id="{B89EBC96-174E-776E-5283-2C8F86474249}"/>
              </a:ext>
            </a:extLst>
          </p:cNvPr>
          <p:cNvSpPr/>
          <p:nvPr/>
        </p:nvSpPr>
        <p:spPr>
          <a:xfrm>
            <a:off x="3390900" y="2281767"/>
            <a:ext cx="177800" cy="177800"/>
          </a:xfrm>
          <a:prstGeom prst="ellipse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14A88547-AB10-27C9-4BF5-0591F1DB18FB}"/>
              </a:ext>
            </a:extLst>
          </p:cNvPr>
          <p:cNvCxnSpPr/>
          <p:nvPr/>
        </p:nvCxnSpPr>
        <p:spPr>
          <a:xfrm>
            <a:off x="3479800" y="2459567"/>
            <a:ext cx="0" cy="237066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594756C-7F23-98DB-2306-FFC939F0A164}"/>
              </a:ext>
            </a:extLst>
          </p:cNvPr>
          <p:cNvCxnSpPr/>
          <p:nvPr/>
        </p:nvCxnSpPr>
        <p:spPr>
          <a:xfrm>
            <a:off x="3183467" y="2400300"/>
            <a:ext cx="177800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68172D65-6F20-511E-8303-48844C36BBA3}"/>
              </a:ext>
            </a:extLst>
          </p:cNvPr>
          <p:cNvCxnSpPr/>
          <p:nvPr/>
        </p:nvCxnSpPr>
        <p:spPr>
          <a:xfrm>
            <a:off x="3598333" y="2400300"/>
            <a:ext cx="177800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E38A270-8704-AF50-38D4-B9290AB38181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組み合わ
せ・パズル</a:t>
            </a: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37EBF6C8-E522-3A7C-2AA2-9D2720DE5B3C}"/>
              </a:ext>
            </a:extLst>
          </p:cNvPr>
          <p:cNvSpPr/>
          <p:nvPr/>
        </p:nvSpPr>
        <p:spPr>
          <a:xfrm>
            <a:off x="5113867" y="2103967"/>
            <a:ext cx="474133" cy="563033"/>
          </a:xfrm>
          <a:prstGeom prst="ellipse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AE552308-07A7-1E5C-7FF5-01A1AFF7F5F8}"/>
              </a:ext>
            </a:extLst>
          </p:cNvPr>
          <p:cNvCxnSpPr/>
          <p:nvPr/>
        </p:nvCxnSpPr>
        <p:spPr>
          <a:xfrm flipV="1">
            <a:off x="5054600" y="2222500"/>
            <a:ext cx="444500" cy="5037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A959B9D0-4DDE-D9ED-B552-8E98506BF51C}"/>
              </a:ext>
            </a:extLst>
          </p:cNvPr>
          <p:cNvCxnSpPr/>
          <p:nvPr/>
        </p:nvCxnSpPr>
        <p:spPr>
          <a:xfrm>
            <a:off x="5262033" y="2311400"/>
            <a:ext cx="0" cy="1778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706B1F5A-428E-AEDB-1648-F955AA832C8D}"/>
              </a:ext>
            </a:extLst>
          </p:cNvPr>
          <p:cNvCxnSpPr/>
          <p:nvPr/>
        </p:nvCxnSpPr>
        <p:spPr>
          <a:xfrm>
            <a:off x="5262033" y="2489200"/>
            <a:ext cx="207434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1A73F1D-5DDA-9D82-CA9F-6E5CAB9818B2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自然・環境</a:t>
            </a: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35C8720E-358D-74FC-F2CF-F733FE6548D0}"/>
              </a:ext>
            </a:extLst>
          </p:cNvPr>
          <p:cNvCxnSpPr/>
          <p:nvPr/>
        </p:nvCxnSpPr>
        <p:spPr>
          <a:xfrm flipV="1">
            <a:off x="6985000" y="2103967"/>
            <a:ext cx="177800" cy="1481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FDAF3830-362A-8D29-36E1-C6288813DA22}"/>
              </a:ext>
            </a:extLst>
          </p:cNvPr>
          <p:cNvCxnSpPr/>
          <p:nvPr/>
        </p:nvCxnSpPr>
        <p:spPr>
          <a:xfrm>
            <a:off x="7162800" y="2103967"/>
            <a:ext cx="177800" cy="1481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16FC4134-7E31-E0E1-5A89-8E81F759639E}"/>
              </a:ext>
            </a:extLst>
          </p:cNvPr>
          <p:cNvCxnSpPr/>
          <p:nvPr/>
        </p:nvCxnSpPr>
        <p:spPr>
          <a:xfrm>
            <a:off x="7222067" y="2252133"/>
            <a:ext cx="118533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E77AA5AA-DBEF-CAB8-D43F-59A1CEFD3544}"/>
              </a:ext>
            </a:extLst>
          </p:cNvPr>
          <p:cNvCxnSpPr/>
          <p:nvPr/>
        </p:nvCxnSpPr>
        <p:spPr>
          <a:xfrm>
            <a:off x="7340600" y="2133600"/>
            <a:ext cx="0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36A47F6B-C134-EBEA-8192-60656881F392}"/>
              </a:ext>
            </a:extLst>
          </p:cNvPr>
          <p:cNvCxnSpPr/>
          <p:nvPr/>
        </p:nvCxnSpPr>
        <p:spPr>
          <a:xfrm>
            <a:off x="7429500" y="2370667"/>
            <a:ext cx="29633" cy="2074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2381A84C-2D2F-3F1F-F654-E6414E227B72}"/>
              </a:ext>
            </a:extLst>
          </p:cNvPr>
          <p:cNvCxnSpPr/>
          <p:nvPr/>
        </p:nvCxnSpPr>
        <p:spPr>
          <a:xfrm flipV="1">
            <a:off x="7222067" y="2578100"/>
            <a:ext cx="237067" cy="889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9FF90FF0-0E97-9694-FC36-565B85379B77}"/>
              </a:ext>
            </a:extLst>
          </p:cNvPr>
          <p:cNvCxnSpPr/>
          <p:nvPr/>
        </p:nvCxnSpPr>
        <p:spPr>
          <a:xfrm flipV="1">
            <a:off x="7222067" y="2548467"/>
            <a:ext cx="59267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D290EC01-A94C-EB47-85B1-A26B4AEF939C}"/>
              </a:ext>
            </a:extLst>
          </p:cNvPr>
          <p:cNvCxnSpPr/>
          <p:nvPr/>
        </p:nvCxnSpPr>
        <p:spPr>
          <a:xfrm>
            <a:off x="7222067" y="2667000"/>
            <a:ext cx="118533" cy="592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70ABD1B2-91E4-FF8B-F4C7-3127B944C569}"/>
              </a:ext>
            </a:extLst>
          </p:cNvPr>
          <p:cNvCxnSpPr/>
          <p:nvPr/>
        </p:nvCxnSpPr>
        <p:spPr>
          <a:xfrm>
            <a:off x="6866467" y="2578100"/>
            <a:ext cx="237067" cy="889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34FE68FC-5661-DB96-12ED-E3E4E688DF97}"/>
              </a:ext>
            </a:extLst>
          </p:cNvPr>
          <p:cNvCxnSpPr/>
          <p:nvPr/>
        </p:nvCxnSpPr>
        <p:spPr>
          <a:xfrm flipV="1">
            <a:off x="6866467" y="2341033"/>
            <a:ext cx="59267" cy="2370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528754CE-8D64-4163-874C-E19C6BCBFB8D}"/>
              </a:ext>
            </a:extLst>
          </p:cNvPr>
          <p:cNvCxnSpPr/>
          <p:nvPr/>
        </p:nvCxnSpPr>
        <p:spPr>
          <a:xfrm>
            <a:off x="6925733" y="2341033"/>
            <a:ext cx="88900" cy="889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A99D0500-724F-3DB7-35EB-6C022FA2C7BE}"/>
              </a:ext>
            </a:extLst>
          </p:cNvPr>
          <p:cNvCxnSpPr/>
          <p:nvPr/>
        </p:nvCxnSpPr>
        <p:spPr>
          <a:xfrm flipV="1">
            <a:off x="6836833" y="2341033"/>
            <a:ext cx="88900" cy="889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94DD5B42-4E13-D9AB-30B5-210FAD97C24E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再利用・
資源循環</a:t>
            </a: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2361BB0F-95B8-8168-1DA6-58433777AA4E}"/>
              </a:ext>
            </a:extLst>
          </p:cNvPr>
          <p:cNvCxnSpPr/>
          <p:nvPr/>
        </p:nvCxnSpPr>
        <p:spPr>
          <a:xfrm flipV="1">
            <a:off x="8767233" y="2074333"/>
            <a:ext cx="266700" cy="3556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92AEE014-9034-18D8-EFEA-562E4A8C3E90}"/>
              </a:ext>
            </a:extLst>
          </p:cNvPr>
          <p:cNvCxnSpPr/>
          <p:nvPr/>
        </p:nvCxnSpPr>
        <p:spPr>
          <a:xfrm>
            <a:off x="8767233" y="2429933"/>
            <a:ext cx="2074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B84E4062-BFBA-EB2A-A475-6AB66C50023E}"/>
              </a:ext>
            </a:extLst>
          </p:cNvPr>
          <p:cNvCxnSpPr/>
          <p:nvPr/>
        </p:nvCxnSpPr>
        <p:spPr>
          <a:xfrm flipV="1">
            <a:off x="8945033" y="2429933"/>
            <a:ext cx="29633" cy="296334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5E260A88-00A9-927F-7BD6-9672C0676930}"/>
              </a:ext>
            </a:extLst>
          </p:cNvPr>
          <p:cNvCxnSpPr/>
          <p:nvPr/>
        </p:nvCxnSpPr>
        <p:spPr>
          <a:xfrm flipV="1">
            <a:off x="8945033" y="2311400"/>
            <a:ext cx="325967" cy="4148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8AF372DD-2509-81E0-3DBC-2714AE97FBC6}"/>
              </a:ext>
            </a:extLst>
          </p:cNvPr>
          <p:cNvCxnSpPr/>
          <p:nvPr/>
        </p:nvCxnSpPr>
        <p:spPr>
          <a:xfrm>
            <a:off x="9063567" y="2311400"/>
            <a:ext cx="2074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BF4B889C-542A-4750-8130-70BB91BF71DE}"/>
              </a:ext>
            </a:extLst>
          </p:cNvPr>
          <p:cNvCxnSpPr/>
          <p:nvPr/>
        </p:nvCxnSpPr>
        <p:spPr>
          <a:xfrm>
            <a:off x="9033933" y="2074333"/>
            <a:ext cx="29633" cy="2370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781DB658-4E6F-91CA-A35F-D5A9F3CD4361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電力・エ
ネルギー</a:t>
            </a:r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8BD0B145-BF13-4AE8-B16B-C0FE1EF794AA}"/>
              </a:ext>
            </a:extLst>
          </p:cNvPr>
          <p:cNvCxnSpPr/>
          <p:nvPr/>
        </p:nvCxnSpPr>
        <p:spPr>
          <a:xfrm flipV="1">
            <a:off x="10608733" y="2074333"/>
            <a:ext cx="237067" cy="3556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D426C59C-BC34-D825-A8D8-BE06F41831E4}"/>
              </a:ext>
            </a:extLst>
          </p:cNvPr>
          <p:cNvCxnSpPr/>
          <p:nvPr/>
        </p:nvCxnSpPr>
        <p:spPr>
          <a:xfrm>
            <a:off x="10845800" y="2074333"/>
            <a:ext cx="237067" cy="3556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楕円 44">
            <a:extLst>
              <a:ext uri="{FF2B5EF4-FFF2-40B4-BE49-F238E27FC236}">
                <a16:creationId xmlns:a16="http://schemas.microsoft.com/office/drawing/2014/main" id="{CEB19087-CFC7-780D-3CE8-280535568AAC}"/>
              </a:ext>
            </a:extLst>
          </p:cNvPr>
          <p:cNvSpPr/>
          <p:nvPr/>
        </p:nvSpPr>
        <p:spPr>
          <a:xfrm>
            <a:off x="10608733" y="2341033"/>
            <a:ext cx="474133" cy="385234"/>
          </a:xfrm>
          <a:prstGeom prst="ellipse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FD270EB1-2DDA-749A-17AC-5B6C49106B94}"/>
              </a:ext>
            </a:extLst>
          </p:cNvPr>
          <p:cNvCxnSpPr/>
          <p:nvPr/>
        </p:nvCxnSpPr>
        <p:spPr>
          <a:xfrm>
            <a:off x="10756900" y="2518833"/>
            <a:ext cx="0" cy="889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5305ADBA-7622-785E-27C2-3272E05BB7E0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水・水資源</a:t>
            </a:r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28F1A12B-56C9-006F-0655-DCB269A9FA15}"/>
              </a:ext>
            </a:extLst>
          </p:cNvPr>
          <p:cNvSpPr/>
          <p:nvPr/>
        </p:nvSpPr>
        <p:spPr>
          <a:xfrm>
            <a:off x="1490133" y="4271433"/>
            <a:ext cx="296334" cy="296334"/>
          </a:xfrm>
          <a:prstGeom prst="ellipse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554D1981-065C-23CC-01F7-8CB3F91DF407}"/>
              </a:ext>
            </a:extLst>
          </p:cNvPr>
          <p:cNvCxnSpPr/>
          <p:nvPr/>
        </p:nvCxnSpPr>
        <p:spPr>
          <a:xfrm>
            <a:off x="1638300" y="4093633"/>
            <a:ext cx="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C11CC59C-3709-7160-59A3-1B7BF6DDC58A}"/>
              </a:ext>
            </a:extLst>
          </p:cNvPr>
          <p:cNvCxnSpPr/>
          <p:nvPr/>
        </p:nvCxnSpPr>
        <p:spPr>
          <a:xfrm>
            <a:off x="1638300" y="4656667"/>
            <a:ext cx="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8FE0F57B-6196-A7D6-CF4C-AE25C35A55E5}"/>
              </a:ext>
            </a:extLst>
          </p:cNvPr>
          <p:cNvCxnSpPr/>
          <p:nvPr/>
        </p:nvCxnSpPr>
        <p:spPr>
          <a:xfrm>
            <a:off x="1312333" y="4419600"/>
            <a:ext cx="88900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BD6B1410-0CA4-AF66-5597-F7BCD3BA2D50}"/>
              </a:ext>
            </a:extLst>
          </p:cNvPr>
          <p:cNvCxnSpPr/>
          <p:nvPr/>
        </p:nvCxnSpPr>
        <p:spPr>
          <a:xfrm>
            <a:off x="1875367" y="4419600"/>
            <a:ext cx="88900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A7BFD725-C201-3FED-8158-763F52071254}"/>
              </a:ext>
            </a:extLst>
          </p:cNvPr>
          <p:cNvCxnSpPr/>
          <p:nvPr/>
        </p:nvCxnSpPr>
        <p:spPr>
          <a:xfrm>
            <a:off x="1371600" y="4152900"/>
            <a:ext cx="8890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53D189DF-13AC-1E20-F7CA-804CED8D5FA2}"/>
              </a:ext>
            </a:extLst>
          </p:cNvPr>
          <p:cNvCxnSpPr/>
          <p:nvPr/>
        </p:nvCxnSpPr>
        <p:spPr>
          <a:xfrm>
            <a:off x="1816100" y="4597400"/>
            <a:ext cx="8890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1F63A488-B8C9-7252-228B-A8B897E06750}"/>
              </a:ext>
            </a:extLst>
          </p:cNvPr>
          <p:cNvCxnSpPr/>
          <p:nvPr/>
        </p:nvCxnSpPr>
        <p:spPr>
          <a:xfrm flipV="1">
            <a:off x="1371600" y="4597400"/>
            <a:ext cx="8890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D77A0151-722A-9DEA-6459-8E213BC44CEF}"/>
              </a:ext>
            </a:extLst>
          </p:cNvPr>
          <p:cNvCxnSpPr/>
          <p:nvPr/>
        </p:nvCxnSpPr>
        <p:spPr>
          <a:xfrm flipV="1">
            <a:off x="1816100" y="4152900"/>
            <a:ext cx="8890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93E79129-DADF-F9C2-8374-8DA830B1B7A3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太陽・太陽光</a:t>
            </a:r>
          </a:p>
        </p:txBody>
      </p: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7EC0320E-B245-D84A-07A9-FD46176E00B5}"/>
              </a:ext>
            </a:extLst>
          </p:cNvPr>
          <p:cNvCxnSpPr/>
          <p:nvPr/>
        </p:nvCxnSpPr>
        <p:spPr>
          <a:xfrm>
            <a:off x="3213100" y="4449233"/>
            <a:ext cx="266700" cy="2667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0592E042-EE8B-583C-35C7-DE9CE09713DE}"/>
              </a:ext>
            </a:extLst>
          </p:cNvPr>
          <p:cNvCxnSpPr/>
          <p:nvPr/>
        </p:nvCxnSpPr>
        <p:spPr>
          <a:xfrm>
            <a:off x="3153833" y="4330700"/>
            <a:ext cx="59267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11C37651-C54F-89C3-E8A3-8CD409BC945F}"/>
              </a:ext>
            </a:extLst>
          </p:cNvPr>
          <p:cNvCxnSpPr/>
          <p:nvPr/>
        </p:nvCxnSpPr>
        <p:spPr>
          <a:xfrm flipV="1">
            <a:off x="3153833" y="4212167"/>
            <a:ext cx="29634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8289A714-98BF-F026-393D-D32EA50DBCF4}"/>
              </a:ext>
            </a:extLst>
          </p:cNvPr>
          <p:cNvCxnSpPr/>
          <p:nvPr/>
        </p:nvCxnSpPr>
        <p:spPr>
          <a:xfrm flipV="1">
            <a:off x="3183467" y="4152900"/>
            <a:ext cx="88900" cy="592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D010992F-9627-EF63-2509-A3CBC29428F9}"/>
              </a:ext>
            </a:extLst>
          </p:cNvPr>
          <p:cNvCxnSpPr/>
          <p:nvPr/>
        </p:nvCxnSpPr>
        <p:spPr>
          <a:xfrm>
            <a:off x="3272367" y="4152900"/>
            <a:ext cx="88900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260041D1-41D0-9914-57E3-E465CA121D46}"/>
              </a:ext>
            </a:extLst>
          </p:cNvPr>
          <p:cNvCxnSpPr/>
          <p:nvPr/>
        </p:nvCxnSpPr>
        <p:spPr>
          <a:xfrm>
            <a:off x="3361267" y="4152900"/>
            <a:ext cx="118533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2DA4C89D-95F1-15CC-A602-6CFBC3CB308B}"/>
              </a:ext>
            </a:extLst>
          </p:cNvPr>
          <p:cNvCxnSpPr/>
          <p:nvPr/>
        </p:nvCxnSpPr>
        <p:spPr>
          <a:xfrm flipV="1">
            <a:off x="3479800" y="4152900"/>
            <a:ext cx="118533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73E9728A-5DBF-400D-040B-4BA6FC1C5B33}"/>
              </a:ext>
            </a:extLst>
          </p:cNvPr>
          <p:cNvCxnSpPr/>
          <p:nvPr/>
        </p:nvCxnSpPr>
        <p:spPr>
          <a:xfrm>
            <a:off x="3598333" y="4152900"/>
            <a:ext cx="88900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39E3B25E-A49D-EAB7-9534-5CFDAF92D7FD}"/>
              </a:ext>
            </a:extLst>
          </p:cNvPr>
          <p:cNvCxnSpPr/>
          <p:nvPr/>
        </p:nvCxnSpPr>
        <p:spPr>
          <a:xfrm>
            <a:off x="3687233" y="4152900"/>
            <a:ext cx="88900" cy="592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EF17E5D7-7D97-4CD3-CECF-2EA34234C4D3}"/>
              </a:ext>
            </a:extLst>
          </p:cNvPr>
          <p:cNvCxnSpPr/>
          <p:nvPr/>
        </p:nvCxnSpPr>
        <p:spPr>
          <a:xfrm>
            <a:off x="3776133" y="4212167"/>
            <a:ext cx="29634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B0F6682E-BDFB-9F88-6A07-B3FB5F030A6D}"/>
              </a:ext>
            </a:extLst>
          </p:cNvPr>
          <p:cNvCxnSpPr/>
          <p:nvPr/>
        </p:nvCxnSpPr>
        <p:spPr>
          <a:xfrm flipV="1">
            <a:off x="3746500" y="4330700"/>
            <a:ext cx="59267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F09CCCD9-D6B3-2726-05ED-F3F631FB5C43}"/>
              </a:ext>
            </a:extLst>
          </p:cNvPr>
          <p:cNvCxnSpPr/>
          <p:nvPr/>
        </p:nvCxnSpPr>
        <p:spPr>
          <a:xfrm flipV="1">
            <a:off x="3479800" y="4449233"/>
            <a:ext cx="266700" cy="2667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810D2E55-9125-C2BC-BA97-3F615493C6A4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健康・ケア</a:t>
            </a:r>
          </a:p>
        </p:txBody>
      </p:sp>
      <p:sp>
        <p:nvSpPr>
          <p:cNvPr id="71" name="四角形: 角を丸くする 70">
            <a:extLst>
              <a:ext uri="{FF2B5EF4-FFF2-40B4-BE49-F238E27FC236}">
                <a16:creationId xmlns:a16="http://schemas.microsoft.com/office/drawing/2014/main" id="{35FC695C-1642-9B12-019D-5B4DCAB8F649}"/>
              </a:ext>
            </a:extLst>
          </p:cNvPr>
          <p:cNvSpPr/>
          <p:nvPr/>
        </p:nvSpPr>
        <p:spPr>
          <a:xfrm>
            <a:off x="5054600" y="4152900"/>
            <a:ext cx="533400" cy="533400"/>
          </a:xfrm>
          <a:prstGeom prst="roundRect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491EEEE3-E882-B393-9552-8E94783BE5D4}"/>
              </a:ext>
            </a:extLst>
          </p:cNvPr>
          <p:cNvCxnSpPr/>
          <p:nvPr/>
        </p:nvCxnSpPr>
        <p:spPr>
          <a:xfrm>
            <a:off x="5321300" y="4271433"/>
            <a:ext cx="0" cy="296334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39960C48-E945-56AA-029F-389670A29143}"/>
              </a:ext>
            </a:extLst>
          </p:cNvPr>
          <p:cNvCxnSpPr/>
          <p:nvPr/>
        </p:nvCxnSpPr>
        <p:spPr>
          <a:xfrm>
            <a:off x="5173133" y="4419600"/>
            <a:ext cx="296334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D7E28660-BA7D-17D5-CCB2-FFC405415BF8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医療・病院</a:t>
            </a:r>
          </a:p>
        </p:txBody>
      </p:sp>
      <p:sp>
        <p:nvSpPr>
          <p:cNvPr id="75" name="楕円 74">
            <a:extLst>
              <a:ext uri="{FF2B5EF4-FFF2-40B4-BE49-F238E27FC236}">
                <a16:creationId xmlns:a16="http://schemas.microsoft.com/office/drawing/2014/main" id="{0AE8553A-79A5-80D5-90B9-0E3BA4138AC3}"/>
              </a:ext>
            </a:extLst>
          </p:cNvPr>
          <p:cNvSpPr/>
          <p:nvPr/>
        </p:nvSpPr>
        <p:spPr>
          <a:xfrm>
            <a:off x="7133167" y="4093633"/>
            <a:ext cx="148167" cy="148167"/>
          </a:xfrm>
          <a:prstGeom prst="ellipse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227F9E4C-60DC-D322-4E38-1D29D19366D1}"/>
              </a:ext>
            </a:extLst>
          </p:cNvPr>
          <p:cNvCxnSpPr/>
          <p:nvPr/>
        </p:nvCxnSpPr>
        <p:spPr>
          <a:xfrm>
            <a:off x="7192433" y="4271433"/>
            <a:ext cx="0" cy="237067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CE07698A-8154-1113-E6D1-E8493148BF1A}"/>
              </a:ext>
            </a:extLst>
          </p:cNvPr>
          <p:cNvCxnSpPr/>
          <p:nvPr/>
        </p:nvCxnSpPr>
        <p:spPr>
          <a:xfrm>
            <a:off x="7192433" y="4360333"/>
            <a:ext cx="207433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B1D34008-40AE-307D-F893-B39C745701B2}"/>
              </a:ext>
            </a:extLst>
          </p:cNvPr>
          <p:cNvCxnSpPr/>
          <p:nvPr/>
        </p:nvCxnSpPr>
        <p:spPr>
          <a:xfrm>
            <a:off x="7192433" y="4508500"/>
            <a:ext cx="177800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A6F9AD65-4E28-7076-E982-9389E7DFEA81}"/>
              </a:ext>
            </a:extLst>
          </p:cNvPr>
          <p:cNvCxnSpPr/>
          <p:nvPr/>
        </p:nvCxnSpPr>
        <p:spPr>
          <a:xfrm>
            <a:off x="7370233" y="4508500"/>
            <a:ext cx="88900" cy="1778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楕円 79">
            <a:extLst>
              <a:ext uri="{FF2B5EF4-FFF2-40B4-BE49-F238E27FC236}">
                <a16:creationId xmlns:a16="http://schemas.microsoft.com/office/drawing/2014/main" id="{2C14B4C2-E770-D1FE-6555-D3F6A4EEC09A}"/>
              </a:ext>
            </a:extLst>
          </p:cNvPr>
          <p:cNvSpPr/>
          <p:nvPr/>
        </p:nvSpPr>
        <p:spPr>
          <a:xfrm>
            <a:off x="6866467" y="4389967"/>
            <a:ext cx="355600" cy="355600"/>
          </a:xfrm>
          <a:prstGeom prst="ellipse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CE1B1E44-16ED-CE3C-48F5-2F44857C29A3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利用しやすさ・
バリアフリー</a:t>
            </a:r>
          </a:p>
        </p:txBody>
      </p: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C50EEA7D-8559-4A3B-C8C6-9E58E36DCD2B}"/>
              </a:ext>
            </a:extLst>
          </p:cNvPr>
          <p:cNvCxnSpPr/>
          <p:nvPr/>
        </p:nvCxnSpPr>
        <p:spPr>
          <a:xfrm>
            <a:off x="8707967" y="4360333"/>
            <a:ext cx="0" cy="3556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9B8D4698-3674-F47A-92C2-1CDAEF11523E}"/>
              </a:ext>
            </a:extLst>
          </p:cNvPr>
          <p:cNvCxnSpPr/>
          <p:nvPr/>
        </p:nvCxnSpPr>
        <p:spPr>
          <a:xfrm flipV="1">
            <a:off x="8707967" y="4241800"/>
            <a:ext cx="207433" cy="118533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直線コネクタ 83">
            <a:extLst>
              <a:ext uri="{FF2B5EF4-FFF2-40B4-BE49-F238E27FC236}">
                <a16:creationId xmlns:a16="http://schemas.microsoft.com/office/drawing/2014/main" id="{B376EAC8-554C-6CE5-0751-0D1E266FD0C6}"/>
              </a:ext>
            </a:extLst>
          </p:cNvPr>
          <p:cNvCxnSpPr/>
          <p:nvPr/>
        </p:nvCxnSpPr>
        <p:spPr>
          <a:xfrm>
            <a:off x="8915400" y="4241800"/>
            <a:ext cx="0" cy="118533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241ABEE7-F3AB-D566-C258-518AE1DFC7E8}"/>
              </a:ext>
            </a:extLst>
          </p:cNvPr>
          <p:cNvCxnSpPr/>
          <p:nvPr/>
        </p:nvCxnSpPr>
        <p:spPr>
          <a:xfrm flipV="1">
            <a:off x="8915400" y="4241800"/>
            <a:ext cx="207433" cy="118533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4AF09672-BA15-D4D9-291F-390D785255B5}"/>
              </a:ext>
            </a:extLst>
          </p:cNvPr>
          <p:cNvCxnSpPr/>
          <p:nvPr/>
        </p:nvCxnSpPr>
        <p:spPr>
          <a:xfrm>
            <a:off x="9122833" y="4241800"/>
            <a:ext cx="0" cy="474133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BD8D7838-828A-4105-793C-A3229E05C973}"/>
              </a:ext>
            </a:extLst>
          </p:cNvPr>
          <p:cNvCxnSpPr/>
          <p:nvPr/>
        </p:nvCxnSpPr>
        <p:spPr>
          <a:xfrm>
            <a:off x="8707967" y="4715933"/>
            <a:ext cx="592667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7CCE7AF8-DE04-6CBD-4B5B-A410B77E1564}"/>
              </a:ext>
            </a:extLst>
          </p:cNvPr>
          <p:cNvSpPr/>
          <p:nvPr/>
        </p:nvSpPr>
        <p:spPr>
          <a:xfrm>
            <a:off x="9152467" y="4123267"/>
            <a:ext cx="148167" cy="592666"/>
          </a:xfrm>
          <a:prstGeom prst="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8E7DC2D1-651C-63C0-4695-809FD9C638E9}"/>
              </a:ext>
            </a:extLst>
          </p:cNvPr>
          <p:cNvSpPr/>
          <p:nvPr/>
        </p:nvSpPr>
        <p:spPr>
          <a:xfrm>
            <a:off x="8796867" y="4508500"/>
            <a:ext cx="88900" cy="118533"/>
          </a:xfrm>
          <a:prstGeom prst="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45C7697F-71C8-33C1-B107-D75EB0830163}"/>
              </a:ext>
            </a:extLst>
          </p:cNvPr>
          <p:cNvSpPr/>
          <p:nvPr/>
        </p:nvSpPr>
        <p:spPr>
          <a:xfrm>
            <a:off x="8974667" y="4508500"/>
            <a:ext cx="88900" cy="118533"/>
          </a:xfrm>
          <a:prstGeom prst="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F04A5459-E0A4-DDEA-3F7A-B2DC4FB75AAB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製造・工場</a:t>
            </a:r>
          </a:p>
        </p:txBody>
      </p: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BA631D43-A2C1-6635-BE50-15D3AFD20AE2}"/>
              </a:ext>
            </a:extLst>
          </p:cNvPr>
          <p:cNvCxnSpPr/>
          <p:nvPr/>
        </p:nvCxnSpPr>
        <p:spPr>
          <a:xfrm>
            <a:off x="10905067" y="4123267"/>
            <a:ext cx="0" cy="1481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D92FA2CC-8B99-DC8E-8FF4-BF0724AC6BC6}"/>
              </a:ext>
            </a:extLst>
          </p:cNvPr>
          <p:cNvCxnSpPr/>
          <p:nvPr/>
        </p:nvCxnSpPr>
        <p:spPr>
          <a:xfrm>
            <a:off x="10905067" y="4271433"/>
            <a:ext cx="148167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60AB42BC-F571-F937-EFB0-57C983495AC1}"/>
              </a:ext>
            </a:extLst>
          </p:cNvPr>
          <p:cNvCxnSpPr/>
          <p:nvPr/>
        </p:nvCxnSpPr>
        <p:spPr>
          <a:xfrm>
            <a:off x="11053233" y="4123267"/>
            <a:ext cx="0" cy="1481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7EA476CD-CA0F-CA75-463F-C24BD3ADED9A}"/>
              </a:ext>
            </a:extLst>
          </p:cNvPr>
          <p:cNvCxnSpPr/>
          <p:nvPr/>
        </p:nvCxnSpPr>
        <p:spPr>
          <a:xfrm>
            <a:off x="11053233" y="4123267"/>
            <a:ext cx="118533" cy="1481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97A4EA44-1B98-628C-1653-220138BEF128}"/>
              </a:ext>
            </a:extLst>
          </p:cNvPr>
          <p:cNvCxnSpPr/>
          <p:nvPr/>
        </p:nvCxnSpPr>
        <p:spPr>
          <a:xfrm flipV="1">
            <a:off x="11053233" y="4271433"/>
            <a:ext cx="118533" cy="1481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直線コネクタ 96">
            <a:extLst>
              <a:ext uri="{FF2B5EF4-FFF2-40B4-BE49-F238E27FC236}">
                <a16:creationId xmlns:a16="http://schemas.microsoft.com/office/drawing/2014/main" id="{AD737483-4F52-F4B9-CB49-B77ECA73CE14}"/>
              </a:ext>
            </a:extLst>
          </p:cNvPr>
          <p:cNvCxnSpPr/>
          <p:nvPr/>
        </p:nvCxnSpPr>
        <p:spPr>
          <a:xfrm flipV="1">
            <a:off x="10638367" y="4419600"/>
            <a:ext cx="414867" cy="3259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0649B5CE-1817-FC4D-66D8-7458AC50969C}"/>
              </a:ext>
            </a:extLst>
          </p:cNvPr>
          <p:cNvCxnSpPr/>
          <p:nvPr/>
        </p:nvCxnSpPr>
        <p:spPr>
          <a:xfrm>
            <a:off x="10519833" y="4627033"/>
            <a:ext cx="118533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A101ACD1-E819-7594-3237-3D76F61B6BFA}"/>
              </a:ext>
            </a:extLst>
          </p:cNvPr>
          <p:cNvCxnSpPr/>
          <p:nvPr/>
        </p:nvCxnSpPr>
        <p:spPr>
          <a:xfrm flipV="1">
            <a:off x="10519833" y="4301067"/>
            <a:ext cx="325967" cy="3259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6EE96F4D-B9BD-4642-CC7D-7B7A67D8C68A}"/>
              </a:ext>
            </a:extLst>
          </p:cNvPr>
          <p:cNvCxnSpPr/>
          <p:nvPr/>
        </p:nvCxnSpPr>
        <p:spPr>
          <a:xfrm>
            <a:off x="10786533" y="4182533"/>
            <a:ext cx="59267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線コネクタ 100">
            <a:extLst>
              <a:ext uri="{FF2B5EF4-FFF2-40B4-BE49-F238E27FC236}">
                <a16:creationId xmlns:a16="http://schemas.microsoft.com/office/drawing/2014/main" id="{4D169651-005D-09EB-F48C-D527A450C623}"/>
              </a:ext>
            </a:extLst>
          </p:cNvPr>
          <p:cNvCxnSpPr/>
          <p:nvPr/>
        </p:nvCxnSpPr>
        <p:spPr>
          <a:xfrm flipV="1">
            <a:off x="10786533" y="4123267"/>
            <a:ext cx="118533" cy="592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楕円 101">
            <a:extLst>
              <a:ext uri="{FF2B5EF4-FFF2-40B4-BE49-F238E27FC236}">
                <a16:creationId xmlns:a16="http://schemas.microsoft.com/office/drawing/2014/main" id="{CF54A401-2DF5-1B41-20C0-AE817AF77BED}"/>
              </a:ext>
            </a:extLst>
          </p:cNvPr>
          <p:cNvSpPr/>
          <p:nvPr/>
        </p:nvSpPr>
        <p:spPr>
          <a:xfrm>
            <a:off x="10579100" y="4597400"/>
            <a:ext cx="59267" cy="59267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0ECD43A2-C0A3-65EB-364F-3F2060EF0A80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修理・保守</a:t>
            </a:r>
          </a:p>
        </p:txBody>
      </p: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83E0E7A6-B631-1E45-87C8-53ED6626899F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89B28B7B-7457-7C6A-AA40-67334FF908F2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12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37862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B0425F0-C7D6-98F0-CE7F-0E85BA11A08C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7E463A9-F1C0-3CB1-D5FC-16F9CD8FF4C4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用途で選べるアイコン </a:t>
            </a:r>
            <a:r>
              <a:rPr kumimoji="1" lang="en-US" altLang="ja-JP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37〜48</a:t>
            </a:r>
            <a:endParaRPr kumimoji="1" lang="ja-JP" altLang="en-US" sz="3400" b="1">
              <a:solidFill>
                <a:srgbClr val="172D4A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D6D8998-BD6A-4D02-BCA5-F4DD2581A052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BDC181A-B614-5B4A-0D53-993F5F9E203F}"/>
              </a:ext>
            </a:extLst>
          </p:cNvPr>
          <p:cNvSpPr/>
          <p:nvPr/>
        </p:nvSpPr>
        <p:spPr>
          <a:xfrm>
            <a:off x="1312333" y="2192867"/>
            <a:ext cx="414867" cy="385233"/>
          </a:xfrm>
          <a:prstGeom prst="rect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69B27AE-59FA-3621-852A-7AA8BEA94641}"/>
              </a:ext>
            </a:extLst>
          </p:cNvPr>
          <p:cNvSpPr/>
          <p:nvPr/>
        </p:nvSpPr>
        <p:spPr>
          <a:xfrm>
            <a:off x="1727200" y="2341033"/>
            <a:ext cx="237067" cy="237067"/>
          </a:xfrm>
          <a:prstGeom prst="rect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F0738010-CC14-D761-56A9-4151946D478C}"/>
              </a:ext>
            </a:extLst>
          </p:cNvPr>
          <p:cNvSpPr/>
          <p:nvPr/>
        </p:nvSpPr>
        <p:spPr>
          <a:xfrm>
            <a:off x="1401233" y="2518833"/>
            <a:ext cx="148167" cy="148167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06EAADAD-2EF7-30B0-2E40-A4E22344633B}"/>
              </a:ext>
            </a:extLst>
          </p:cNvPr>
          <p:cNvSpPr/>
          <p:nvPr/>
        </p:nvSpPr>
        <p:spPr>
          <a:xfrm>
            <a:off x="1786467" y="2518833"/>
            <a:ext cx="148166" cy="148167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1E74AC4F-17A7-CF57-8BA9-FD57E9ADBE2B}"/>
              </a:ext>
            </a:extLst>
          </p:cNvPr>
          <p:cNvCxnSpPr/>
          <p:nvPr/>
        </p:nvCxnSpPr>
        <p:spPr>
          <a:xfrm>
            <a:off x="1786467" y="2341033"/>
            <a:ext cx="0" cy="118534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57A3A2BC-087C-3962-93C5-4294D0EB446E}"/>
              </a:ext>
            </a:extLst>
          </p:cNvPr>
          <p:cNvCxnSpPr/>
          <p:nvPr/>
        </p:nvCxnSpPr>
        <p:spPr>
          <a:xfrm>
            <a:off x="1786467" y="2459567"/>
            <a:ext cx="148166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B5AEFBA-AA5A-501E-C9C2-7435763425AF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物流・配送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761B6A88-9C7D-6AE2-3A02-7164AA509FC1}"/>
              </a:ext>
            </a:extLst>
          </p:cNvPr>
          <p:cNvSpPr/>
          <p:nvPr/>
        </p:nvSpPr>
        <p:spPr>
          <a:xfrm>
            <a:off x="3272367" y="2074333"/>
            <a:ext cx="414866" cy="563034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3277298-BC21-B902-9367-A28BD70D21CC}"/>
              </a:ext>
            </a:extLst>
          </p:cNvPr>
          <p:cNvSpPr/>
          <p:nvPr/>
        </p:nvSpPr>
        <p:spPr>
          <a:xfrm>
            <a:off x="3361267" y="2163233"/>
            <a:ext cx="237066" cy="177800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A8BA94A9-4AC3-251C-C35D-6418A140A421}"/>
              </a:ext>
            </a:extLst>
          </p:cNvPr>
          <p:cNvSpPr/>
          <p:nvPr/>
        </p:nvSpPr>
        <p:spPr>
          <a:xfrm>
            <a:off x="3331633" y="2459567"/>
            <a:ext cx="59267" cy="59266"/>
          </a:xfrm>
          <a:prstGeom prst="ellipse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4C7E1580-2C48-B5FB-9EE2-B07C4AA441E9}"/>
              </a:ext>
            </a:extLst>
          </p:cNvPr>
          <p:cNvSpPr/>
          <p:nvPr/>
        </p:nvSpPr>
        <p:spPr>
          <a:xfrm>
            <a:off x="3568700" y="2459567"/>
            <a:ext cx="59267" cy="59266"/>
          </a:xfrm>
          <a:prstGeom prst="ellipse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E61A9BEF-DB26-D9BE-65C2-98218103E2B9}"/>
              </a:ext>
            </a:extLst>
          </p:cNvPr>
          <p:cNvCxnSpPr/>
          <p:nvPr/>
        </p:nvCxnSpPr>
        <p:spPr>
          <a:xfrm flipV="1">
            <a:off x="3272367" y="2637367"/>
            <a:ext cx="88900" cy="889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932D2040-3D41-378F-24D3-7764DDE2EFCD}"/>
              </a:ext>
            </a:extLst>
          </p:cNvPr>
          <p:cNvCxnSpPr/>
          <p:nvPr/>
        </p:nvCxnSpPr>
        <p:spPr>
          <a:xfrm>
            <a:off x="3598333" y="2637367"/>
            <a:ext cx="88900" cy="889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5EF8F975-B2F1-2876-68AE-2389A4BA1F73}"/>
              </a:ext>
            </a:extLst>
          </p:cNvPr>
          <p:cNvCxnSpPr/>
          <p:nvPr/>
        </p:nvCxnSpPr>
        <p:spPr>
          <a:xfrm>
            <a:off x="3331633" y="2696633"/>
            <a:ext cx="296334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63B356E-EB8A-6AA4-6D6F-C7339D9BB62E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鉄道・交通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786CBF05-CB8E-391F-40AE-E8B0DDA3E3C0}"/>
              </a:ext>
            </a:extLst>
          </p:cNvPr>
          <p:cNvCxnSpPr/>
          <p:nvPr/>
        </p:nvCxnSpPr>
        <p:spPr>
          <a:xfrm>
            <a:off x="5291667" y="2103967"/>
            <a:ext cx="59266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C86E7C17-DCD7-E16A-F7E9-3FBDD7F07920}"/>
              </a:ext>
            </a:extLst>
          </p:cNvPr>
          <p:cNvCxnSpPr/>
          <p:nvPr/>
        </p:nvCxnSpPr>
        <p:spPr>
          <a:xfrm flipV="1">
            <a:off x="5262033" y="2103967"/>
            <a:ext cx="29634" cy="237066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A40F0AEA-EAEB-5B9F-A52D-11EBFCC36219}"/>
              </a:ext>
            </a:extLst>
          </p:cNvPr>
          <p:cNvCxnSpPr/>
          <p:nvPr/>
        </p:nvCxnSpPr>
        <p:spPr>
          <a:xfrm>
            <a:off x="5350933" y="2103967"/>
            <a:ext cx="29634" cy="237066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9346942B-BE36-1718-6D29-C3F3A02285C8}"/>
              </a:ext>
            </a:extLst>
          </p:cNvPr>
          <p:cNvCxnSpPr/>
          <p:nvPr/>
        </p:nvCxnSpPr>
        <p:spPr>
          <a:xfrm flipV="1">
            <a:off x="4995333" y="2341033"/>
            <a:ext cx="266700" cy="118534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A7D65A48-6BCD-B987-29C0-CDD76744CB66}"/>
              </a:ext>
            </a:extLst>
          </p:cNvPr>
          <p:cNvCxnSpPr/>
          <p:nvPr/>
        </p:nvCxnSpPr>
        <p:spPr>
          <a:xfrm>
            <a:off x="4995333" y="2459567"/>
            <a:ext cx="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F10AB7FC-A2B4-C66E-0237-FDD65FDA430D}"/>
              </a:ext>
            </a:extLst>
          </p:cNvPr>
          <p:cNvCxnSpPr/>
          <p:nvPr/>
        </p:nvCxnSpPr>
        <p:spPr>
          <a:xfrm flipV="1">
            <a:off x="4995333" y="2489200"/>
            <a:ext cx="266700" cy="592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C7267538-28D5-8B33-AA9E-A00FE8752436}"/>
              </a:ext>
            </a:extLst>
          </p:cNvPr>
          <p:cNvCxnSpPr/>
          <p:nvPr/>
        </p:nvCxnSpPr>
        <p:spPr>
          <a:xfrm>
            <a:off x="5380567" y="2341033"/>
            <a:ext cx="266700" cy="118534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B2BF8211-98D5-74E6-1473-997C4DFCCE38}"/>
              </a:ext>
            </a:extLst>
          </p:cNvPr>
          <p:cNvCxnSpPr/>
          <p:nvPr/>
        </p:nvCxnSpPr>
        <p:spPr>
          <a:xfrm>
            <a:off x="5647267" y="2459567"/>
            <a:ext cx="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6114FD29-BD9D-6D76-E981-FEF2BDA768B8}"/>
              </a:ext>
            </a:extLst>
          </p:cNvPr>
          <p:cNvCxnSpPr/>
          <p:nvPr/>
        </p:nvCxnSpPr>
        <p:spPr>
          <a:xfrm>
            <a:off x="5380567" y="2489200"/>
            <a:ext cx="266700" cy="592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97690922-0ECA-3472-CE3D-F4C63A721ACD}"/>
              </a:ext>
            </a:extLst>
          </p:cNvPr>
          <p:cNvCxnSpPr/>
          <p:nvPr/>
        </p:nvCxnSpPr>
        <p:spPr>
          <a:xfrm>
            <a:off x="5262033" y="2489200"/>
            <a:ext cx="0" cy="1481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A741AD15-10EA-1C7B-B8FF-98DB9924AA6A}"/>
              </a:ext>
            </a:extLst>
          </p:cNvPr>
          <p:cNvCxnSpPr/>
          <p:nvPr/>
        </p:nvCxnSpPr>
        <p:spPr>
          <a:xfrm>
            <a:off x="5380567" y="2489200"/>
            <a:ext cx="0" cy="1481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3E02F854-A044-4179-967E-DBCAB76949E3}"/>
              </a:ext>
            </a:extLst>
          </p:cNvPr>
          <p:cNvCxnSpPr/>
          <p:nvPr/>
        </p:nvCxnSpPr>
        <p:spPr>
          <a:xfrm flipV="1">
            <a:off x="5173133" y="2637367"/>
            <a:ext cx="8890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46700DD1-B4FE-AE33-9B4D-ABB925845AA5}"/>
              </a:ext>
            </a:extLst>
          </p:cNvPr>
          <p:cNvCxnSpPr/>
          <p:nvPr/>
        </p:nvCxnSpPr>
        <p:spPr>
          <a:xfrm>
            <a:off x="5173133" y="2726267"/>
            <a:ext cx="296334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31308472-8B18-4759-78FF-3434CDEE6B44}"/>
              </a:ext>
            </a:extLst>
          </p:cNvPr>
          <p:cNvCxnSpPr/>
          <p:nvPr/>
        </p:nvCxnSpPr>
        <p:spPr>
          <a:xfrm>
            <a:off x="5380567" y="2637367"/>
            <a:ext cx="8890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D23372A1-7D68-C7F4-CE33-1FD592A06FEC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航空・旅行</a:t>
            </a:r>
          </a:p>
        </p:txBody>
      </p: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27924DCC-88DB-F106-9AEA-23914167BF79}"/>
              </a:ext>
            </a:extLst>
          </p:cNvPr>
          <p:cNvCxnSpPr/>
          <p:nvPr/>
        </p:nvCxnSpPr>
        <p:spPr>
          <a:xfrm>
            <a:off x="6836833" y="2133600"/>
            <a:ext cx="88900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1051F500-3B0D-1783-FE4F-E411D19CA22F}"/>
              </a:ext>
            </a:extLst>
          </p:cNvPr>
          <p:cNvCxnSpPr/>
          <p:nvPr/>
        </p:nvCxnSpPr>
        <p:spPr>
          <a:xfrm>
            <a:off x="6925733" y="2133600"/>
            <a:ext cx="88900" cy="4148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26E639EE-AE16-B57D-1C92-D8FDB7A21E74}"/>
              </a:ext>
            </a:extLst>
          </p:cNvPr>
          <p:cNvCxnSpPr/>
          <p:nvPr/>
        </p:nvCxnSpPr>
        <p:spPr>
          <a:xfrm>
            <a:off x="7014633" y="2548467"/>
            <a:ext cx="385233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BC97AC53-E900-9549-58E4-5459E995322C}"/>
              </a:ext>
            </a:extLst>
          </p:cNvPr>
          <p:cNvCxnSpPr/>
          <p:nvPr/>
        </p:nvCxnSpPr>
        <p:spPr>
          <a:xfrm>
            <a:off x="6985000" y="2222500"/>
            <a:ext cx="503767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D5D2EC02-00A8-C2E2-140D-B5B87E2230B6}"/>
              </a:ext>
            </a:extLst>
          </p:cNvPr>
          <p:cNvCxnSpPr/>
          <p:nvPr/>
        </p:nvCxnSpPr>
        <p:spPr>
          <a:xfrm flipV="1">
            <a:off x="7399867" y="2222500"/>
            <a:ext cx="88900" cy="2370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AD0C5F7A-01F3-1E1C-2514-BC43E0DF1034}"/>
              </a:ext>
            </a:extLst>
          </p:cNvPr>
          <p:cNvCxnSpPr/>
          <p:nvPr/>
        </p:nvCxnSpPr>
        <p:spPr>
          <a:xfrm>
            <a:off x="7014633" y="2459567"/>
            <a:ext cx="385233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楕円 40">
            <a:extLst>
              <a:ext uri="{FF2B5EF4-FFF2-40B4-BE49-F238E27FC236}">
                <a16:creationId xmlns:a16="http://schemas.microsoft.com/office/drawing/2014/main" id="{FDAEDA27-8C58-D271-939A-43F4749673CB}"/>
              </a:ext>
            </a:extLst>
          </p:cNvPr>
          <p:cNvSpPr/>
          <p:nvPr/>
        </p:nvSpPr>
        <p:spPr>
          <a:xfrm>
            <a:off x="7014633" y="2607733"/>
            <a:ext cx="88900" cy="88900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B490025F-53AD-EC1A-B224-8AEDF2AD710D}"/>
              </a:ext>
            </a:extLst>
          </p:cNvPr>
          <p:cNvSpPr/>
          <p:nvPr/>
        </p:nvSpPr>
        <p:spPr>
          <a:xfrm>
            <a:off x="7310967" y="2607733"/>
            <a:ext cx="88900" cy="88900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DFDA86B9-BD0C-1B0D-6D54-E4A07B5F6466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買い物・小売</a:t>
            </a:r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C0722FEA-887C-593E-622F-C1D0AADDBFC7}"/>
              </a:ext>
            </a:extLst>
          </p:cNvPr>
          <p:cNvCxnSpPr/>
          <p:nvPr/>
        </p:nvCxnSpPr>
        <p:spPr>
          <a:xfrm>
            <a:off x="9004300" y="2103967"/>
            <a:ext cx="296333" cy="148166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F6EC80C8-4939-8BD0-01AA-2B6462E00AA3}"/>
              </a:ext>
            </a:extLst>
          </p:cNvPr>
          <p:cNvCxnSpPr/>
          <p:nvPr/>
        </p:nvCxnSpPr>
        <p:spPr>
          <a:xfrm>
            <a:off x="9300633" y="2252133"/>
            <a:ext cx="0" cy="3259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31730DC1-EFAF-C469-E4B6-BA84DE7DDAA3}"/>
              </a:ext>
            </a:extLst>
          </p:cNvPr>
          <p:cNvCxnSpPr/>
          <p:nvPr/>
        </p:nvCxnSpPr>
        <p:spPr>
          <a:xfrm flipV="1">
            <a:off x="9004300" y="2578100"/>
            <a:ext cx="296333" cy="1481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18EEDC04-B2DB-CBA6-5914-88E0AD334F8A}"/>
              </a:ext>
            </a:extLst>
          </p:cNvPr>
          <p:cNvCxnSpPr/>
          <p:nvPr/>
        </p:nvCxnSpPr>
        <p:spPr>
          <a:xfrm>
            <a:off x="8707967" y="2578100"/>
            <a:ext cx="296333" cy="1481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2A29EF02-E905-513F-77EF-6D5B9442D455}"/>
              </a:ext>
            </a:extLst>
          </p:cNvPr>
          <p:cNvCxnSpPr/>
          <p:nvPr/>
        </p:nvCxnSpPr>
        <p:spPr>
          <a:xfrm>
            <a:off x="8707967" y="2252133"/>
            <a:ext cx="0" cy="3259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EF4EEF2D-7AD6-FE32-F230-AD88A6FA0D04}"/>
              </a:ext>
            </a:extLst>
          </p:cNvPr>
          <p:cNvCxnSpPr/>
          <p:nvPr/>
        </p:nvCxnSpPr>
        <p:spPr>
          <a:xfrm flipV="1">
            <a:off x="8707967" y="2103967"/>
            <a:ext cx="296333" cy="148166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7E0E4D85-E6BA-2D50-15D4-46CD435B1312}"/>
              </a:ext>
            </a:extLst>
          </p:cNvPr>
          <p:cNvCxnSpPr/>
          <p:nvPr/>
        </p:nvCxnSpPr>
        <p:spPr>
          <a:xfrm>
            <a:off x="8707967" y="2252133"/>
            <a:ext cx="296333" cy="1481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9EB1673E-39C1-D47B-A12C-8FA5DF882600}"/>
              </a:ext>
            </a:extLst>
          </p:cNvPr>
          <p:cNvCxnSpPr/>
          <p:nvPr/>
        </p:nvCxnSpPr>
        <p:spPr>
          <a:xfrm flipV="1">
            <a:off x="9004300" y="2252133"/>
            <a:ext cx="296333" cy="1481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AA7455D8-C9BC-EEDB-B028-FD1B37887BA5}"/>
              </a:ext>
            </a:extLst>
          </p:cNvPr>
          <p:cNvCxnSpPr/>
          <p:nvPr/>
        </p:nvCxnSpPr>
        <p:spPr>
          <a:xfrm>
            <a:off x="9004300" y="2400300"/>
            <a:ext cx="0" cy="3259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B2DB5380-A6DA-C36B-E4D9-ACEF608CB27D}"/>
              </a:ext>
            </a:extLst>
          </p:cNvPr>
          <p:cNvCxnSpPr/>
          <p:nvPr/>
        </p:nvCxnSpPr>
        <p:spPr>
          <a:xfrm>
            <a:off x="8856133" y="2163233"/>
            <a:ext cx="296333" cy="1481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4A8D64D4-BF53-67CC-49A2-570D8FEA4ACF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製品・荷物</a:t>
            </a:r>
          </a:p>
        </p:txBody>
      </p:sp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0532510E-3039-1379-667E-8CED67D6AD06}"/>
              </a:ext>
            </a:extLst>
          </p:cNvPr>
          <p:cNvSpPr/>
          <p:nvPr/>
        </p:nvSpPr>
        <p:spPr>
          <a:xfrm>
            <a:off x="10549467" y="2103967"/>
            <a:ext cx="592667" cy="444500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C37EC7AF-DF72-EA1C-1BAB-125BDE450C3A}"/>
              </a:ext>
            </a:extLst>
          </p:cNvPr>
          <p:cNvCxnSpPr/>
          <p:nvPr/>
        </p:nvCxnSpPr>
        <p:spPr>
          <a:xfrm>
            <a:off x="10668000" y="2548467"/>
            <a:ext cx="0" cy="148166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DDC6395C-3DEE-9EE2-CF8A-3D8E94107C08}"/>
              </a:ext>
            </a:extLst>
          </p:cNvPr>
          <p:cNvCxnSpPr/>
          <p:nvPr/>
        </p:nvCxnSpPr>
        <p:spPr>
          <a:xfrm flipV="1">
            <a:off x="10668000" y="2548467"/>
            <a:ext cx="177800" cy="148166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楕円 57">
            <a:extLst>
              <a:ext uri="{FF2B5EF4-FFF2-40B4-BE49-F238E27FC236}">
                <a16:creationId xmlns:a16="http://schemas.microsoft.com/office/drawing/2014/main" id="{43F8203C-13D7-282F-6442-E5770FBC3721}"/>
              </a:ext>
            </a:extLst>
          </p:cNvPr>
          <p:cNvSpPr/>
          <p:nvPr/>
        </p:nvSpPr>
        <p:spPr>
          <a:xfrm>
            <a:off x="10697633" y="2311400"/>
            <a:ext cx="29633" cy="29633"/>
          </a:xfrm>
          <a:prstGeom prst="ellipse">
            <a:avLst/>
          </a:prstGeom>
          <a:solidFill>
            <a:srgbClr val="087A72"/>
          </a:solidFill>
          <a:ln w="41487">
            <a:solidFill>
              <a:srgbClr val="087A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楕円 58">
            <a:extLst>
              <a:ext uri="{FF2B5EF4-FFF2-40B4-BE49-F238E27FC236}">
                <a16:creationId xmlns:a16="http://schemas.microsoft.com/office/drawing/2014/main" id="{03440763-2C4C-A4D5-3862-F981447203EB}"/>
              </a:ext>
            </a:extLst>
          </p:cNvPr>
          <p:cNvSpPr/>
          <p:nvPr/>
        </p:nvSpPr>
        <p:spPr>
          <a:xfrm>
            <a:off x="10845800" y="2311400"/>
            <a:ext cx="29633" cy="29633"/>
          </a:xfrm>
          <a:prstGeom prst="ellipse">
            <a:avLst/>
          </a:prstGeom>
          <a:solidFill>
            <a:srgbClr val="087A72"/>
          </a:solidFill>
          <a:ln w="41487">
            <a:solidFill>
              <a:srgbClr val="087A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楕円 59">
            <a:extLst>
              <a:ext uri="{FF2B5EF4-FFF2-40B4-BE49-F238E27FC236}">
                <a16:creationId xmlns:a16="http://schemas.microsoft.com/office/drawing/2014/main" id="{48889B32-26DA-EB8E-A48F-EA6EA8906435}"/>
              </a:ext>
            </a:extLst>
          </p:cNvPr>
          <p:cNvSpPr/>
          <p:nvPr/>
        </p:nvSpPr>
        <p:spPr>
          <a:xfrm>
            <a:off x="10993967" y="2311400"/>
            <a:ext cx="29633" cy="29633"/>
          </a:xfrm>
          <a:prstGeom prst="ellipse">
            <a:avLst/>
          </a:prstGeom>
          <a:solidFill>
            <a:srgbClr val="087A72"/>
          </a:solidFill>
          <a:ln w="41487">
            <a:solidFill>
              <a:srgbClr val="087A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DDA402B-FA81-4C23-A346-F57D5DDC8333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対話・発信</a:t>
            </a:r>
          </a:p>
        </p:txBody>
      </p:sp>
      <p:sp>
        <p:nvSpPr>
          <p:cNvPr id="62" name="四角形: 角を丸くする 61">
            <a:extLst>
              <a:ext uri="{FF2B5EF4-FFF2-40B4-BE49-F238E27FC236}">
                <a16:creationId xmlns:a16="http://schemas.microsoft.com/office/drawing/2014/main" id="{C4A3ABD9-3D6D-0BFE-425F-1FDD7F4EDCCF}"/>
              </a:ext>
            </a:extLst>
          </p:cNvPr>
          <p:cNvSpPr/>
          <p:nvPr/>
        </p:nvSpPr>
        <p:spPr>
          <a:xfrm>
            <a:off x="1341967" y="4182533"/>
            <a:ext cx="592666" cy="474134"/>
          </a:xfrm>
          <a:prstGeom prst="round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3F08584A-2F1E-51D0-FBB6-39391180EB14}"/>
              </a:ext>
            </a:extLst>
          </p:cNvPr>
          <p:cNvCxnSpPr/>
          <p:nvPr/>
        </p:nvCxnSpPr>
        <p:spPr>
          <a:xfrm>
            <a:off x="1341967" y="4212167"/>
            <a:ext cx="296333" cy="237066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BBBD0D35-0627-FBF9-BF66-9E0FE626625E}"/>
              </a:ext>
            </a:extLst>
          </p:cNvPr>
          <p:cNvCxnSpPr/>
          <p:nvPr/>
        </p:nvCxnSpPr>
        <p:spPr>
          <a:xfrm flipV="1">
            <a:off x="1638300" y="4212167"/>
            <a:ext cx="296333" cy="237066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7CDEA1D9-5E2F-230C-6228-22B1EC9DEB83}"/>
              </a:ext>
            </a:extLst>
          </p:cNvPr>
          <p:cNvCxnSpPr/>
          <p:nvPr/>
        </p:nvCxnSpPr>
        <p:spPr>
          <a:xfrm flipV="1">
            <a:off x="1341967" y="4449233"/>
            <a:ext cx="177800" cy="207434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B2CCD50A-F00F-A450-2DC2-50DAA1AB04E6}"/>
              </a:ext>
            </a:extLst>
          </p:cNvPr>
          <p:cNvCxnSpPr/>
          <p:nvPr/>
        </p:nvCxnSpPr>
        <p:spPr>
          <a:xfrm>
            <a:off x="1756833" y="4449233"/>
            <a:ext cx="177800" cy="207434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2BED175B-5519-EFAC-6894-354C0395027A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メール・連絡</a:t>
            </a:r>
          </a:p>
        </p:txBody>
      </p:sp>
      <p:sp>
        <p:nvSpPr>
          <p:cNvPr id="68" name="四角形: 角を丸くする 67">
            <a:extLst>
              <a:ext uri="{FF2B5EF4-FFF2-40B4-BE49-F238E27FC236}">
                <a16:creationId xmlns:a16="http://schemas.microsoft.com/office/drawing/2014/main" id="{AF5B4B2E-8DFF-3BE1-59CE-B83B5C978009}"/>
              </a:ext>
            </a:extLst>
          </p:cNvPr>
          <p:cNvSpPr/>
          <p:nvPr/>
        </p:nvSpPr>
        <p:spPr>
          <a:xfrm>
            <a:off x="3183467" y="4241800"/>
            <a:ext cx="592666" cy="474133"/>
          </a:xfrm>
          <a:prstGeom prst="roundRect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楕円 68">
            <a:extLst>
              <a:ext uri="{FF2B5EF4-FFF2-40B4-BE49-F238E27FC236}">
                <a16:creationId xmlns:a16="http://schemas.microsoft.com/office/drawing/2014/main" id="{4FC79F86-A19B-C989-633D-E58E00F15F30}"/>
              </a:ext>
            </a:extLst>
          </p:cNvPr>
          <p:cNvSpPr/>
          <p:nvPr/>
        </p:nvSpPr>
        <p:spPr>
          <a:xfrm>
            <a:off x="3361267" y="4330700"/>
            <a:ext cx="266700" cy="266700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1AF1AC36-B856-79E1-FE3D-C2ADC94F7DE5}"/>
              </a:ext>
            </a:extLst>
          </p:cNvPr>
          <p:cNvCxnSpPr/>
          <p:nvPr/>
        </p:nvCxnSpPr>
        <p:spPr>
          <a:xfrm flipV="1">
            <a:off x="3302000" y="4123267"/>
            <a:ext cx="59267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FF388375-2E8F-8B36-AAD7-E2C306BF8527}"/>
              </a:ext>
            </a:extLst>
          </p:cNvPr>
          <p:cNvCxnSpPr/>
          <p:nvPr/>
        </p:nvCxnSpPr>
        <p:spPr>
          <a:xfrm>
            <a:off x="3361267" y="4123267"/>
            <a:ext cx="237066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8BDBB34F-A6FB-1D3B-4174-8CC48AD9584F}"/>
              </a:ext>
            </a:extLst>
          </p:cNvPr>
          <p:cNvCxnSpPr/>
          <p:nvPr/>
        </p:nvCxnSpPr>
        <p:spPr>
          <a:xfrm>
            <a:off x="3598333" y="4123267"/>
            <a:ext cx="59267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楕円 72">
            <a:extLst>
              <a:ext uri="{FF2B5EF4-FFF2-40B4-BE49-F238E27FC236}">
                <a16:creationId xmlns:a16="http://schemas.microsoft.com/office/drawing/2014/main" id="{96C0C95A-0855-3C3C-279A-17DDEB472E45}"/>
              </a:ext>
            </a:extLst>
          </p:cNvPr>
          <p:cNvSpPr/>
          <p:nvPr/>
        </p:nvSpPr>
        <p:spPr>
          <a:xfrm>
            <a:off x="3657600" y="4330700"/>
            <a:ext cx="29633" cy="29633"/>
          </a:xfrm>
          <a:prstGeom prst="ellipse">
            <a:avLst/>
          </a:prstGeom>
          <a:solidFill>
            <a:srgbClr val="86518C"/>
          </a:solidFill>
          <a:ln w="41487">
            <a:solidFill>
              <a:srgbClr val="8651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8763CC55-BE41-E8A0-C1C2-0B1B16A11E77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写真・撮影</a:t>
            </a:r>
          </a:p>
        </p:txBody>
      </p:sp>
      <p:sp>
        <p:nvSpPr>
          <p:cNvPr id="75" name="楕円 74">
            <a:extLst>
              <a:ext uri="{FF2B5EF4-FFF2-40B4-BE49-F238E27FC236}">
                <a16:creationId xmlns:a16="http://schemas.microsoft.com/office/drawing/2014/main" id="{BB34FB0D-63C1-4EDB-62EF-F5FF11C394A2}"/>
              </a:ext>
            </a:extLst>
          </p:cNvPr>
          <p:cNvSpPr/>
          <p:nvPr/>
        </p:nvSpPr>
        <p:spPr>
          <a:xfrm>
            <a:off x="5113867" y="4093633"/>
            <a:ext cx="414866" cy="474134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楕円 75">
            <a:extLst>
              <a:ext uri="{FF2B5EF4-FFF2-40B4-BE49-F238E27FC236}">
                <a16:creationId xmlns:a16="http://schemas.microsoft.com/office/drawing/2014/main" id="{505E86AC-9459-E2A3-C5BA-98CC2C1FC26A}"/>
              </a:ext>
            </a:extLst>
          </p:cNvPr>
          <p:cNvSpPr/>
          <p:nvPr/>
        </p:nvSpPr>
        <p:spPr>
          <a:xfrm>
            <a:off x="5262033" y="4241800"/>
            <a:ext cx="118534" cy="118533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5A50435A-804B-1ED6-5F63-3F7D62D2011C}"/>
              </a:ext>
            </a:extLst>
          </p:cNvPr>
          <p:cNvCxnSpPr/>
          <p:nvPr/>
        </p:nvCxnSpPr>
        <p:spPr>
          <a:xfrm>
            <a:off x="5143500" y="4419600"/>
            <a:ext cx="177800" cy="3259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1A922A62-6B9C-5BF1-3BFF-488578063B91}"/>
              </a:ext>
            </a:extLst>
          </p:cNvPr>
          <p:cNvCxnSpPr/>
          <p:nvPr/>
        </p:nvCxnSpPr>
        <p:spPr>
          <a:xfrm flipV="1">
            <a:off x="5321300" y="4419600"/>
            <a:ext cx="177800" cy="3259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567AF7E9-16AD-3878-1C13-D73B58F32A94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場所・拠点</a:t>
            </a:r>
          </a:p>
        </p:txBody>
      </p:sp>
      <p:sp>
        <p:nvSpPr>
          <p:cNvPr id="80" name="四角形: 角を丸くする 79">
            <a:extLst>
              <a:ext uri="{FF2B5EF4-FFF2-40B4-BE49-F238E27FC236}">
                <a16:creationId xmlns:a16="http://schemas.microsoft.com/office/drawing/2014/main" id="{24873CCD-0FCF-7C10-7A43-9A41041C9C18}"/>
              </a:ext>
            </a:extLst>
          </p:cNvPr>
          <p:cNvSpPr/>
          <p:nvPr/>
        </p:nvSpPr>
        <p:spPr>
          <a:xfrm>
            <a:off x="6866467" y="4182533"/>
            <a:ext cx="592667" cy="533400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1" name="直線コネクタ 80">
            <a:extLst>
              <a:ext uri="{FF2B5EF4-FFF2-40B4-BE49-F238E27FC236}">
                <a16:creationId xmlns:a16="http://schemas.microsoft.com/office/drawing/2014/main" id="{871F4E47-F9B0-1A0C-8847-F2FFCA1FF4E6}"/>
              </a:ext>
            </a:extLst>
          </p:cNvPr>
          <p:cNvCxnSpPr/>
          <p:nvPr/>
        </p:nvCxnSpPr>
        <p:spPr>
          <a:xfrm>
            <a:off x="6866467" y="4330700"/>
            <a:ext cx="592667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C84C646F-A1A4-0517-31BF-DF8A71F07F37}"/>
              </a:ext>
            </a:extLst>
          </p:cNvPr>
          <p:cNvCxnSpPr/>
          <p:nvPr/>
        </p:nvCxnSpPr>
        <p:spPr>
          <a:xfrm>
            <a:off x="7014633" y="4093633"/>
            <a:ext cx="0" cy="148167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1420C480-9D88-2D09-2374-DFCB1B0FB881}"/>
              </a:ext>
            </a:extLst>
          </p:cNvPr>
          <p:cNvCxnSpPr/>
          <p:nvPr/>
        </p:nvCxnSpPr>
        <p:spPr>
          <a:xfrm>
            <a:off x="7310967" y="4093633"/>
            <a:ext cx="0" cy="148167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400CD527-7C4D-DD5E-1544-12B1824E11DC}"/>
              </a:ext>
            </a:extLst>
          </p:cNvPr>
          <p:cNvSpPr/>
          <p:nvPr/>
        </p:nvSpPr>
        <p:spPr>
          <a:xfrm>
            <a:off x="6985000" y="44492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BC1FDE60-75FA-EF3A-2D1B-13F3C3CA44B8}"/>
              </a:ext>
            </a:extLst>
          </p:cNvPr>
          <p:cNvSpPr/>
          <p:nvPr/>
        </p:nvSpPr>
        <p:spPr>
          <a:xfrm>
            <a:off x="7133167" y="44492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DCE26B86-FAF8-736A-554F-75E888ABF0F4}"/>
              </a:ext>
            </a:extLst>
          </p:cNvPr>
          <p:cNvSpPr/>
          <p:nvPr/>
        </p:nvSpPr>
        <p:spPr>
          <a:xfrm>
            <a:off x="7281333" y="44492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9D29C304-E2B5-D12E-7BB0-FD585736C7ED}"/>
              </a:ext>
            </a:extLst>
          </p:cNvPr>
          <p:cNvSpPr/>
          <p:nvPr/>
        </p:nvSpPr>
        <p:spPr>
          <a:xfrm>
            <a:off x="6985000" y="45677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DAFC15C3-427D-E8D0-5E8F-858C9442236C}"/>
              </a:ext>
            </a:extLst>
          </p:cNvPr>
          <p:cNvSpPr/>
          <p:nvPr/>
        </p:nvSpPr>
        <p:spPr>
          <a:xfrm>
            <a:off x="7133167" y="45677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CC85C1D3-BB74-886F-9AF6-DB881EB3EBF3}"/>
              </a:ext>
            </a:extLst>
          </p:cNvPr>
          <p:cNvSpPr/>
          <p:nvPr/>
        </p:nvSpPr>
        <p:spPr>
          <a:xfrm>
            <a:off x="7281333" y="45677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BE47549B-1AFE-BC4D-B707-3B557C1B7A09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暦・日付</a:t>
            </a:r>
          </a:p>
        </p:txBody>
      </p:sp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960C35CA-7620-094D-B1AB-EB388F878EB6}"/>
              </a:ext>
            </a:extLst>
          </p:cNvPr>
          <p:cNvCxnSpPr/>
          <p:nvPr/>
        </p:nvCxnSpPr>
        <p:spPr>
          <a:xfrm>
            <a:off x="8767233" y="4123267"/>
            <a:ext cx="0" cy="6223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F590BE5C-6F34-2EF7-C7F8-FF51C9FCB7AC}"/>
              </a:ext>
            </a:extLst>
          </p:cNvPr>
          <p:cNvCxnSpPr/>
          <p:nvPr/>
        </p:nvCxnSpPr>
        <p:spPr>
          <a:xfrm>
            <a:off x="8767233" y="4152900"/>
            <a:ext cx="474133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999B038F-CA5D-5F5E-BAEC-522951936849}"/>
              </a:ext>
            </a:extLst>
          </p:cNvPr>
          <p:cNvCxnSpPr/>
          <p:nvPr/>
        </p:nvCxnSpPr>
        <p:spPr>
          <a:xfrm flipV="1">
            <a:off x="9122833" y="4152900"/>
            <a:ext cx="118533" cy="1481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08B86ED2-0AB1-B76D-E382-5B36E315A8D4}"/>
              </a:ext>
            </a:extLst>
          </p:cNvPr>
          <p:cNvCxnSpPr/>
          <p:nvPr/>
        </p:nvCxnSpPr>
        <p:spPr>
          <a:xfrm>
            <a:off x="9122833" y="4301067"/>
            <a:ext cx="118533" cy="148166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317D0E72-BDC4-DE75-1698-B03D6242C799}"/>
              </a:ext>
            </a:extLst>
          </p:cNvPr>
          <p:cNvCxnSpPr/>
          <p:nvPr/>
        </p:nvCxnSpPr>
        <p:spPr>
          <a:xfrm>
            <a:off x="8767233" y="4449233"/>
            <a:ext cx="474133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D8DF39AC-61CA-FA40-460F-B880B0E07703}"/>
              </a:ext>
            </a:extLst>
          </p:cNvPr>
          <p:cNvCxnSpPr/>
          <p:nvPr/>
        </p:nvCxnSpPr>
        <p:spPr>
          <a:xfrm>
            <a:off x="8678333" y="4745567"/>
            <a:ext cx="207433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200F5CEA-D309-9BDD-28CD-D3D1996DE6B6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節目・開始</a:t>
            </a:r>
          </a:p>
        </p:txBody>
      </p: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E41BDCAE-FBAB-B0B0-81C0-13045FCEBCD8}"/>
              </a:ext>
            </a:extLst>
          </p:cNvPr>
          <p:cNvCxnSpPr/>
          <p:nvPr/>
        </p:nvCxnSpPr>
        <p:spPr>
          <a:xfrm>
            <a:off x="10845800" y="4123267"/>
            <a:ext cx="0" cy="5926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0F809AD0-70DD-F0AF-9ED9-5E29927FE628}"/>
              </a:ext>
            </a:extLst>
          </p:cNvPr>
          <p:cNvCxnSpPr/>
          <p:nvPr/>
        </p:nvCxnSpPr>
        <p:spPr>
          <a:xfrm>
            <a:off x="10638367" y="4715933"/>
            <a:ext cx="414867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B9C8C49F-25BF-656C-3DE7-A61B9ECFA7B0}"/>
              </a:ext>
            </a:extLst>
          </p:cNvPr>
          <p:cNvCxnSpPr/>
          <p:nvPr/>
        </p:nvCxnSpPr>
        <p:spPr>
          <a:xfrm>
            <a:off x="10579100" y="4241800"/>
            <a:ext cx="533400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線コネクタ 100">
            <a:extLst>
              <a:ext uri="{FF2B5EF4-FFF2-40B4-BE49-F238E27FC236}">
                <a16:creationId xmlns:a16="http://schemas.microsoft.com/office/drawing/2014/main" id="{7F8C5D98-CAC0-5815-E5A6-3A0AF96CA665}"/>
              </a:ext>
            </a:extLst>
          </p:cNvPr>
          <p:cNvCxnSpPr/>
          <p:nvPr/>
        </p:nvCxnSpPr>
        <p:spPr>
          <a:xfrm flipV="1">
            <a:off x="10549467" y="4241800"/>
            <a:ext cx="118533" cy="2667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線コネクタ 101">
            <a:extLst>
              <a:ext uri="{FF2B5EF4-FFF2-40B4-BE49-F238E27FC236}">
                <a16:creationId xmlns:a16="http://schemas.microsoft.com/office/drawing/2014/main" id="{4556B1EB-983B-717A-40D9-B09C60B3BF8E}"/>
              </a:ext>
            </a:extLst>
          </p:cNvPr>
          <p:cNvCxnSpPr/>
          <p:nvPr/>
        </p:nvCxnSpPr>
        <p:spPr>
          <a:xfrm>
            <a:off x="10668000" y="4241800"/>
            <a:ext cx="118533" cy="2667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線コネクタ 102">
            <a:extLst>
              <a:ext uri="{FF2B5EF4-FFF2-40B4-BE49-F238E27FC236}">
                <a16:creationId xmlns:a16="http://schemas.microsoft.com/office/drawing/2014/main" id="{E6C5C9FB-CD3A-AB7A-4395-7B893959C14C}"/>
              </a:ext>
            </a:extLst>
          </p:cNvPr>
          <p:cNvCxnSpPr/>
          <p:nvPr/>
        </p:nvCxnSpPr>
        <p:spPr>
          <a:xfrm>
            <a:off x="10549467" y="4508500"/>
            <a:ext cx="237067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71A8C65C-047D-CDDC-1DCC-4C599A921B5E}"/>
              </a:ext>
            </a:extLst>
          </p:cNvPr>
          <p:cNvCxnSpPr/>
          <p:nvPr/>
        </p:nvCxnSpPr>
        <p:spPr>
          <a:xfrm flipV="1">
            <a:off x="10905067" y="4241800"/>
            <a:ext cx="118533" cy="2667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直線コネクタ 104">
            <a:extLst>
              <a:ext uri="{FF2B5EF4-FFF2-40B4-BE49-F238E27FC236}">
                <a16:creationId xmlns:a16="http://schemas.microsoft.com/office/drawing/2014/main" id="{EB19960B-5AA2-5510-21EE-EF026F688888}"/>
              </a:ext>
            </a:extLst>
          </p:cNvPr>
          <p:cNvCxnSpPr/>
          <p:nvPr/>
        </p:nvCxnSpPr>
        <p:spPr>
          <a:xfrm>
            <a:off x="11023600" y="4241800"/>
            <a:ext cx="118533" cy="2667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直線コネクタ 105">
            <a:extLst>
              <a:ext uri="{FF2B5EF4-FFF2-40B4-BE49-F238E27FC236}">
                <a16:creationId xmlns:a16="http://schemas.microsoft.com/office/drawing/2014/main" id="{412DCE44-C7D0-4BCF-31F6-0AAB80379809}"/>
              </a:ext>
            </a:extLst>
          </p:cNvPr>
          <p:cNvCxnSpPr/>
          <p:nvPr/>
        </p:nvCxnSpPr>
        <p:spPr>
          <a:xfrm>
            <a:off x="10905067" y="4508500"/>
            <a:ext cx="237067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A4A4AB2D-D614-8FA4-D3AD-F76AFA0597E3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法務・公平</a:t>
            </a:r>
          </a:p>
        </p:txBody>
      </p:sp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4C9641C5-CEEE-6767-3092-8AE0751DCD15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9921797C-4183-5A3B-75C6-12E8AD5A4735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13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44834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172D4A"/>
      </a:dk1>
      <a:lt1>
        <a:sysClr val="window" lastClr="FFFFFF"/>
      </a:lt1>
      <a:dk2>
        <a:srgbClr val="0E2841"/>
      </a:dk2>
      <a:lt2>
        <a:srgbClr val="E8E8E8"/>
      </a:lt2>
      <a:accent1>
        <a:srgbClr val="245DA8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907</Words>
  <Application>Microsoft Office PowerPoint</Application>
  <PresentationFormat>ユーザー設定</PresentationFormat>
  <Paragraphs>121</Paragraphs>
  <Slides>13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8" baseType="lpstr">
      <vt:lpstr>BIZ UDPGothic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2026-10-02T15:21:12Z</dcterms:created>
  <dcterms:modified xsi:type="dcterms:W3CDTF">2026-10-02T15:21:12Z</dcterms:modified>
</cp:coreProperties>
</file>