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D62BD-E103-488D-BB02-8465AF57786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588BF-5BBC-4450-BA90-74A08712C0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052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明朝の見出し・編集できる図形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588BF-5BBC-4450-BA90-74A08712C0B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0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588BF-5BBC-4450-BA90-74A08712C0B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24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588BF-5BBC-4450-BA90-74A08712C0B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44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588BF-5BBC-4450-BA90-74A08712C0B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205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B2E3F-36CD-6F05-AF2A-C9E68A3B9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3A4708-F99F-2AF9-2702-8346BE226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474C8B-23CC-9D92-628E-8C2BE7FC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601D72-7309-5C14-2F79-74721349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F00D78-DDD2-1FCD-1BD0-7DE2F98B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779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88B6B6-3A68-598F-5ECD-DE25A220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C96DD3-888F-0B83-D766-F713A6D69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3CAB57-5758-047D-72C7-18E91CFC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1DF530-86F2-5663-A22E-8A47929B3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548E45-8C6A-7CDF-FF51-B45EABA0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24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520C58-893D-A1D9-546F-842E7536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5E6749-424B-B051-85BC-DF555E676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B8A01A-A3C6-DF13-6A2C-16081898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ADA307-0D83-1CD5-675C-36302FEF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15A667-3789-9BC4-0CC8-BB92747D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12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B3C96-6B28-1EF5-3E5F-AC4AE259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75171D-9D02-6D39-E0FB-E38901DAE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0A7D4B-2F92-A5F4-474E-E56F2ABBE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2933DD-7E0F-47B6-91CA-89C5ABF8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56C615-87F1-83D5-5597-5985DA21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DAF78C-BFB2-79CE-2332-F32F762F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74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5EFBA3-667A-0CA0-7868-C823B9141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A8E5FF-5E6C-2EC1-6272-1ACE78367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18746D-F884-88EF-3F6F-C1B5C9E0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E82548-02E0-E9C7-8DC4-061029773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2B314F-EA64-82D3-96F3-2488B0BE5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6FF14A-5FD8-94A5-7583-79A39574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672D96-FBD6-D92C-927C-8D6EADB4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BF8BCE-F6E0-1B8A-E345-F0C334C3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09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F5AEC4-59E5-3CEB-564F-0178ADD7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790A95-829D-942B-1ECE-33207989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E4873D-A61B-3186-CB92-9A92B583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CA1453-0CAC-4B54-099B-B3C57830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41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51DA4EC-76D9-0E01-7D23-DDD5E21D4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5CD6AC-1A3B-23D9-2428-B3C665C0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B0AFE5-B784-7690-D140-817AA6A5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42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766B1-875C-DA0F-14E7-799E0AC8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A25329-CA2B-973A-9965-F6E4D282E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42967D-043F-8C23-DC94-01329558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13F463-4F0F-3DD9-D7CC-FAE914D9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84BDF0-66DD-8E74-F014-C681677C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AA6DDE-0ED4-8998-372A-55D35C9C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229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389245-570D-3DB5-4401-F2BCD666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9D1284D-FA94-83F4-67BE-60065484BD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8D5B30-955E-EC94-6869-494C2EB5E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3BB053-6292-7B95-22E0-FAB189A3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4C72CD-1BCD-0CC8-F65E-05F64EAB3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7B3E70-BF5D-CFB8-BB6F-E7E92F12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22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0D2217-3866-FCE4-3838-0A766287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B25B5B-E642-4FB7-A0CE-3710FB99D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2396BF-A86E-D7FB-99D0-F12372FA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DDA236-A3B8-97B3-EC29-6FFFAFCF6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53767C-EB15-60E0-0E32-8B929A38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26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75C5C7A-4BC5-A905-436E-31C8CED4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0EC8DC-43DE-F905-55AD-01DB7B7D7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C570D0-885D-EC37-C89D-C13B84F6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55CF18-D3D9-F68E-C265-012F01EE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7C8169-B5CF-0A88-C85A-A6592CC2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7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EFF83F-5A17-6A15-B012-1B83F0BC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7059C0-5483-BF8D-A422-24D044F6E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EE79FA-8CEF-A729-45B6-039F2E995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FF880-989A-4565-9AE6-3CCD481ED60C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1A8FE9-6EDB-B802-0E1F-595ED58C3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E29257-874E-CB99-C87E-882564790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47D8E-6583-46FC-B5E6-01AF735A66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9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F78517-4A33-2BC3-1482-177972D4AEAD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8E2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D42C176-1D23-89C9-F608-EE92F57FB2E8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4A59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DA4510-08B0-2397-0CED-CDFD4446CD72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343B42"/>
                </a:solidFill>
                <a:latin typeface="Yu Mincho" panose="02020400000000000000" pitchFamily="18" charset="-128"/>
                <a:ea typeface="Yu Mincho" panose="02020400000000000000" pitchFamily="18" charset="-128"/>
              </a:rPr>
              <a:t>アーカイブ </a:t>
            </a:r>
            <a:r>
              <a:rPr kumimoji="1" lang="en-US" altLang="ja-JP" sz="4200" b="1">
                <a:solidFill>
                  <a:srgbClr val="343B42"/>
                </a:solidFill>
                <a:latin typeface="Yu Mincho" panose="02020400000000000000" pitchFamily="18" charset="-128"/>
                <a:ea typeface="Yu Mincho" panose="02020400000000000000" pitchFamily="18" charset="-128"/>
              </a:rPr>
              <a:t>/ </a:t>
            </a:r>
            <a:r>
              <a:rPr kumimoji="1" lang="ja-JP" altLang="en-US" sz="4200" b="1">
                <a:solidFill>
                  <a:srgbClr val="343B42"/>
                </a:solidFill>
                <a:latin typeface="Yu Mincho" panose="02020400000000000000" pitchFamily="18" charset="-128"/>
                <a:ea typeface="Yu Mincho" panose="02020400000000000000" pitchFamily="18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947F36-9963-5C61-FF4D-FE5B7DD0F1DB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明朝の見出し・編集できる図形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AB5B7E7-D1A5-DD03-B37E-B162C4851B1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216295-AD39-D4CC-F46E-8AA6EB99AF1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4</a:t>
            </a:r>
            <a:endParaRPr kumimoji="1" lang="ja-JP" altLang="en-US" sz="1000">
              <a:solidFill>
                <a:srgbClr val="63656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3355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76A2D4-D8D6-EE46-A6AB-07EC2F888E7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43B42"/>
                </a:solidFill>
                <a:latin typeface="Yu Mincho" panose="02020400000000000000" pitchFamily="18" charset="-128"/>
                <a:ea typeface="Yu Mincho" panose="02020400000000000000" pitchFamily="18" charset="-128"/>
              </a:rPr>
              <a:t>色の見出しと囲まれた比較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D7C79F4-191F-DD0F-973F-1E06F5DE261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50C392D-9682-41E9-E5D7-953822316A44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8F3E9"/>
          </a:solidFill>
          <a:ln w="12700">
            <a:solidFill>
              <a:srgbClr val="4A59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5305BA-7E8D-095E-51CE-B7190E451360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4A59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D9F5C7-C1EB-DC87-6CA9-6C154B4B8658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4A59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61265E-CA33-5B7A-AEFC-F9DAE853E468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4488695-36C3-84CF-1920-003F365367F9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43B4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C077E0-F921-20A1-40E7-85B474E81047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8F3E9"/>
          </a:solidFill>
          <a:ln w="12700">
            <a:solidFill>
              <a:srgbClr val="1823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5553A77-B55C-5EE6-1D71-91A116965A7E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AC09F9-1DA3-164A-0FB3-A1DAE0D6DAF9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D43BE76-4382-6409-43A3-1AE9B6336C7B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C681B31-CBF2-6F31-01E7-2D784F277D7D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43B4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9107400-5B8C-3954-F962-CAAE783958B0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8F3E9"/>
          </a:solidFill>
          <a:ln w="12700">
            <a:solidFill>
              <a:srgbClr val="1823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4B23F70-E1EB-73A0-232B-F85B007C33E4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2296209-FF8A-5102-BE10-94A4759684EB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BAA2AA-44D4-74E5-8382-03E403E4ABA5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0C99ED1-EDDC-5388-ACD3-E1C819367723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43B4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A6EBFEC-0C91-012F-D182-977A6151464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F5EE2BA-A609-AB2D-991F-2C483D1C67E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4</a:t>
            </a:r>
            <a:endParaRPr kumimoji="1" lang="ja-JP" altLang="en-US" sz="1000">
              <a:solidFill>
                <a:srgbClr val="63656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91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10D4A3-8579-1EC7-5D0F-B340420AEDB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43B42"/>
                </a:solidFill>
                <a:latin typeface="Yu Mincho" panose="02020400000000000000" pitchFamily="18" charset="-128"/>
                <a:ea typeface="Yu Mincho" panose="02020400000000000000" pitchFamily="18" charset="-128"/>
              </a:rPr>
              <a:t>色面で分ける横の説明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7ABBC35-A5DA-F6AE-C4D0-84522EA8E12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6F75786-D596-BB8A-38D5-776D084F822A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EBE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85B686D-9ABA-9EC8-B4CA-739D7D959187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4A59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1128A0-A7E5-094E-17BB-413F7C5274B3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4A59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4A59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4A596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A663B5-6EA1-0440-7CA3-8EB9C0706C2F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43B4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8A250FD-C635-9C1C-35D6-7F8F3B6B91BD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E7E3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D66A48C-EAF3-F699-BA44-ADE6B33BD4C1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5E10E7-2324-02BE-C1AF-686BA4575CE4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BC469B-CB09-1038-3158-CDFE2CF33736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43B4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A34E8B5-3027-7FB3-273A-3FF561BD78A8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E7E3D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12496CE-6B9F-CD08-D241-7F9741DC8B03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EFC58D6-B1C6-CFBC-2BE0-461644687206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1797C91-1D0C-752E-CB27-CDB89336CBAC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43B4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0A8A18A-1AC6-7CCC-CE4A-74F4A74D5F08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EFE7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2089774-5916-59E7-6FE9-8F327F8908AB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3566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07D33FC-8F77-93B6-0710-FBE99CAB7FD4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3566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83566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83566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60059FE-1194-3A14-0284-F31AAF2CEFA2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43B4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40C5869-9831-7BB2-BDF5-CED43AFED7A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8CD10F7-DD05-307F-E267-C1CDC9B7627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4</a:t>
            </a:r>
            <a:endParaRPr kumimoji="1" lang="ja-JP" altLang="en-US" sz="1000">
              <a:solidFill>
                <a:srgbClr val="63656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501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0F5F6A-6F7B-8F94-5D93-C5896E8CFAD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43B42"/>
                </a:solidFill>
                <a:latin typeface="Yu Mincho" panose="02020400000000000000" pitchFamily="18" charset="-128"/>
                <a:ea typeface="Yu Mincho" panose="02020400000000000000" pitchFamily="18" charset="-128"/>
              </a:rPr>
              <a:t>中央の式と下の具体例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1370771-786D-79FF-5932-BB3084459F9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E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7D5CD1-7622-2A33-1513-7478E594B218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4A5967"/>
                </a:solidFill>
                <a:latin typeface="Cambria Math" panose="02040503050406030204" pitchFamily="18" charset="0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4A5967"/>
              </a:solidFill>
              <a:latin typeface="Cambria Math" panose="02040503050406030204" pitchFamily="18" charset="0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B14FB0-2887-6619-717D-2B9A5B804260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A8A3AC6-2538-B8A0-2D90-C455545443AB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F8F3E9"/>
          </a:solidFill>
          <a:ln w="12700">
            <a:solidFill>
              <a:srgbClr val="4A59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AA54DF-9467-350D-E85A-0F37586E2A3D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4A59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616B12-32E1-EDD2-160B-E86F9E561395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4A59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4A59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4A596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C8FF292-9D59-43E4-FB5D-CDB623D9A657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C44D1F0-015D-557D-A525-9475647D5CAF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F8F3E9"/>
          </a:solidFill>
          <a:ln w="12700">
            <a:solidFill>
              <a:srgbClr val="1823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4E41B4F-047E-0F7A-9B71-BFA620502BA6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ECF794-88F9-B8A3-14F5-6EF36ADE2DB2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241CBA-1791-1BFB-F63F-58CA3F9ACD38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98C8E4A-7138-EA16-3D9D-F1D74517FB89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F8F3E9"/>
          </a:solidFill>
          <a:ln w="12700">
            <a:solidFill>
              <a:srgbClr val="1823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1469A21-15D1-5489-303C-15880B03B04E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AE22E55-0498-D0FC-6054-6E1E4015F214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D498F9E-985C-0E80-730D-212BD5D5628C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BD4D56B-F302-8E88-FF9E-C14981DE744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E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9924F70-0BA0-47CC-BD01-7F7FD2676C3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3656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4</a:t>
            </a:r>
            <a:endParaRPr kumimoji="1" lang="ja-JP" altLang="en-US" sz="1000">
              <a:solidFill>
                <a:srgbClr val="63656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8008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343B42"/>
      </a:dk1>
      <a:lt1>
        <a:sysClr val="window" lastClr="FFFFFF"/>
      </a:lt1>
      <a:dk2>
        <a:srgbClr val="0E2841"/>
      </a:dk2>
      <a:lt2>
        <a:srgbClr val="E8E8E8"/>
      </a:lt2>
      <a:accent1>
        <a:srgbClr val="4A5967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游ゴシック</vt:lpstr>
      <vt:lpstr>游ゴシック Light</vt:lpstr>
      <vt:lpstr>Yu Gothic Medium</vt:lpstr>
      <vt:lpstr>Yu Mincho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2026-09-30T14:15:46Z</dcterms:created>
  <dcterms:modified xsi:type="dcterms:W3CDTF">2026-09-30T14:15:46Z</dcterms:modified>
</cp:coreProperties>
</file>