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5A-4BB9-9648-DD2FADB05094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比較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5A-4BB9-9648-DD2FADB050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39407392"/>
        <c:axId val="1989243472"/>
      </c:barChart>
      <c:catAx>
        <c:axId val="203940739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43472"/>
        <c:crosses val="autoZero"/>
        <c:auto val="1"/>
        <c:lblAlgn val="ctr"/>
        <c:lblOffset val="100"/>
        <c:tickLblSkip val="1"/>
        <c:noMultiLvlLbl val="0"/>
      </c:catAx>
      <c:valAx>
        <c:axId val="1989243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2039407392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44-4527-B29C-727A25BAED7A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比較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44-4527-B29C-727A25BAED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1872112"/>
        <c:axId val="1989221872"/>
      </c:barChart>
      <c:catAx>
        <c:axId val="32187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21872"/>
        <c:crosses val="autoZero"/>
        <c:auto val="1"/>
        <c:lblAlgn val="ctr"/>
        <c:lblOffset val="100"/>
        <c:tickLblSkip val="1"/>
        <c:noMultiLvlLbl val="0"/>
      </c:catAx>
      <c:valAx>
        <c:axId val="198922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7211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実績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40-4F8E-9E74-2AE371DE473F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比較</c:v>
                </c:pt>
              </c:strCache>
            </c:strRef>
          </c:tx>
          <c:spPr>
            <a:ln w="31750" cap="rnd">
              <a:solidFill>
                <a:srgbClr val="945F1D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945F1D"/>
              </a:solidFill>
              <a:ln w="31750">
                <a:solidFill>
                  <a:srgbClr val="945F1D"/>
                </a:solidFill>
                <a:prstDash val="solid"/>
              </a:ln>
              <a:effectLst/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40-4F8E-9E74-2AE371DE47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1899024"/>
        <c:axId val="1989273712"/>
      </c:lineChart>
      <c:catAx>
        <c:axId val="321899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73712"/>
        <c:crosses val="autoZero"/>
        <c:auto val="1"/>
        <c:lblAlgn val="ctr"/>
        <c:lblOffset val="100"/>
        <c:tickLblSkip val="1"/>
        <c:noMultiLvlLbl val="0"/>
      </c:catAx>
      <c:valAx>
        <c:axId val="198927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99024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94B-4883-BB28-C80270908F6F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94B-4883-BB28-C80270908F6F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94B-4883-BB28-C80270908F6F}"/>
              </c:ext>
            </c:extLst>
          </c:dPt>
          <c:dPt>
            <c:idx val="3"/>
            <c:bubble3D val="0"/>
            <c:spPr>
              <a:solidFill>
                <a:srgbClr val="C86219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694B-4883-BB28-C80270908F6F}"/>
              </c:ext>
            </c:extLst>
          </c:dPt>
          <c:dPt>
            <c:idx val="4"/>
            <c:bubble3D val="0"/>
            <c:spPr>
              <a:solidFill>
                <a:srgbClr val="27887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94B-4883-BB28-C80270908F6F}"/>
              </c:ext>
            </c:extLst>
          </c:dPt>
          <c:dPt>
            <c:idx val="5"/>
            <c:bubble3D val="0"/>
            <c:spPr>
              <a:solidFill>
                <a:srgbClr val="C6416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694B-4883-BB28-C80270908F6F}"/>
              </c:ext>
            </c:extLst>
          </c:dPt>
          <c:dPt>
            <c:idx val="6"/>
            <c:bubble3D val="0"/>
            <c:spPr>
              <a:solidFill>
                <a:srgbClr val="667A25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94B-4883-BB28-C80270908F6F}"/>
              </c:ext>
            </c:extLst>
          </c:dPt>
          <c:dPt>
            <c:idx val="7"/>
            <c:bubble3D val="0"/>
            <c:spPr>
              <a:solidFill>
                <a:srgbClr val="557DBC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694B-4883-BB28-C80270908F6F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694B-4883-BB28-C80270908F6F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694B-4883-BB28-C80270908F6F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694B-4883-BB28-C80270908F6F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6-694B-4883-BB28-C80270908F6F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694B-4883-BB28-C80270908F6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'Data'!$A$2:$A$9</c:f>
              <c:strCache>
                <c:ptCount val="8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  <c:pt idx="3">
                  <c:v>移動</c:v>
                </c:pt>
                <c:pt idx="4">
                  <c:v>読書</c:v>
                </c:pt>
                <c:pt idx="5">
                  <c:v>食事</c:v>
                </c:pt>
                <c:pt idx="6">
                  <c:v>家事</c:v>
                </c:pt>
                <c:pt idx="7">
                  <c:v>その他</c:v>
                </c:pt>
              </c:strCache>
            </c:strRef>
          </c:cat>
          <c:val>
            <c:numRef>
              <c:f>'Data'!$B$2:$B$9</c:f>
              <c:numCache>
                <c:formatCode>General</c:formatCode>
                <c:ptCount val="8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4B-4883-BB28-C80270908F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7F-4ADD-A371-40E6E73B03AC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E47F-4ADD-A371-40E6E73B03AC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7F-4ADD-A371-40E6E73B03AC}"/>
              </c:ext>
            </c:extLst>
          </c:dPt>
          <c:dPt>
            <c:idx val="3"/>
            <c:bubble3D val="0"/>
            <c:spPr>
              <a:solidFill>
                <a:srgbClr val="C86219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E47F-4ADD-A371-40E6E73B03AC}"/>
              </c:ext>
            </c:extLst>
          </c:dPt>
          <c:dPt>
            <c:idx val="4"/>
            <c:bubble3D val="0"/>
            <c:spPr>
              <a:solidFill>
                <a:srgbClr val="27887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7F-4ADD-A371-40E6E73B03AC}"/>
              </c:ext>
            </c:extLst>
          </c:dPt>
          <c:dPt>
            <c:idx val="5"/>
            <c:bubble3D val="0"/>
            <c:spPr>
              <a:solidFill>
                <a:srgbClr val="C6416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E47F-4ADD-A371-40E6E73B03AC}"/>
              </c:ext>
            </c:extLst>
          </c:dPt>
          <c:dPt>
            <c:idx val="6"/>
            <c:bubble3D val="0"/>
            <c:spPr>
              <a:solidFill>
                <a:srgbClr val="667A25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47F-4ADD-A371-40E6E73B03AC}"/>
              </c:ext>
            </c:extLst>
          </c:dPt>
          <c:dPt>
            <c:idx val="7"/>
            <c:bubble3D val="0"/>
            <c:spPr>
              <a:solidFill>
                <a:srgbClr val="557DBC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E47F-4ADD-A371-40E6E73B03AC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47F-4ADD-A371-40E6E73B03AC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E47F-4ADD-A371-40E6E73B03AC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E47F-4ADD-A371-40E6E73B03AC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6-E47F-4ADD-A371-40E6E73B03AC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E47F-4ADD-A371-40E6E73B03A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'Data'!$A$2:$A$9</c:f>
              <c:strCache>
                <c:ptCount val="8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  <c:pt idx="3">
                  <c:v>移動</c:v>
                </c:pt>
                <c:pt idx="4">
                  <c:v>読書</c:v>
                </c:pt>
                <c:pt idx="5">
                  <c:v>食事</c:v>
                </c:pt>
                <c:pt idx="6">
                  <c:v>家事</c:v>
                </c:pt>
                <c:pt idx="7">
                  <c:v>その他</c:v>
                </c:pt>
              </c:strCache>
            </c:strRef>
          </c:cat>
          <c:val>
            <c:numRef>
              <c:f>'Data'!$B$2:$B$9</c:f>
              <c:numCache>
                <c:formatCode>General</c:formatCode>
                <c:ptCount val="8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7F-4ADD-A371-40E6E73B0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080-4938-A056-BF07C2F059DF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080-4938-A056-BF07C2F059DF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0080-4938-A056-BF07C2F059DF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0080-4938-A056-BF07C2F059D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'Data'!$A$2:$A$3</c:f>
              <c:strCache>
                <c:ptCount val="2"/>
                <c:pt idx="0">
                  <c:v>使用</c:v>
                </c:pt>
                <c:pt idx="1">
                  <c:v>未使用</c:v>
                </c:pt>
              </c:strCache>
            </c:strRef>
          </c:cat>
          <c:val>
            <c:numRef>
              <c:f>'Data'!$B$2:$B$3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80-4938-A056-BF07C2F059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69658-B35E-4CFF-AE20-265450F5EA5F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F7764-6F3B-49EF-86A7-0D1FAC726C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89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F7764-6F3B-49EF-86A7-0D1FAC726CD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7057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F7764-6F3B-49EF-86A7-0D1FAC726CD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889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F7764-6F3B-49EF-86A7-0D1FAC726CD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365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F7764-6F3B-49EF-86A7-0D1FAC726CD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41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F7764-6F3B-49EF-86A7-0D1FAC726CD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805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F7764-6F3B-49EF-86A7-0D1FAC726CD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4032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6AD7C7-143A-84D8-9E4B-A0EC88CE2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6AE375-E8BD-4DF6-ADAE-FDD6FAFAC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7B11EB-6B82-808F-8AEB-797E4864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E7DEF2-303B-FA22-7CEF-312DAEDE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6A5F93-ADB8-7E84-E8CF-08B5E71D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34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52DA0-1DCD-99DB-2F4E-9A797711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8BED02-4732-34CE-6D24-9AF8A02B0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C7A70C-7425-D35F-97EE-898101E1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038EEA-D3A8-D447-8E7F-773034D1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B11744-A213-A067-F47E-A36D60BD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77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11B070-B11A-FC0F-9533-7C8599C9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123D27-2E0B-5474-A030-F8B77DD1C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794670-1FCD-0F04-31C7-2D843DA28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38F846-5C29-4414-4006-51B0BF0C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21E1C1-F5AC-0378-ED82-D64ECFC2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257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AED9FA-52AB-17F5-91C3-6076F92A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63F7A1-A6E9-9534-AA17-E4E4569C6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C4703C-8782-F962-B2DA-FC21D8190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CA87DF-0812-5638-9FED-33CF26DD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5A3E62-6431-66D3-297E-F8A20796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4AC413-925A-134F-C2F4-021A7029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30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6553C-600B-DB33-2A2B-5F566B2B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1B222F-2E0D-E288-DACA-BF06BDA15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FA38FB-1A07-242C-AF9C-279259580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493DA0-D6F7-E6E3-CD51-ECADDC599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7FAFB37-423A-85DD-5451-573A31F06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3D05F1E-AF36-19C6-3D61-52F5D200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5EF21E2-3BC4-3C03-388C-CBAC683B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DB9D8A2-89C0-3B3C-974E-0E61708D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48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3D077-D79F-B50A-8959-08A96291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94B2917-D467-E253-7FE9-2150CA5D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DDC5EAC-E8EC-D13D-352E-168BB3BE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5664DC-45D3-6081-4A72-F0400A05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18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4A975F-DE37-DE46-BDE6-EA92E32D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134CCC-2203-DBA6-D67F-930B8AD6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478EE3-A981-29D5-BFE4-E6891876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56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2D886-17B6-813A-D519-A62B89894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22BD32-7648-6826-4219-3B32CDFAE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D0A41-C635-D966-EBBA-6C79BCDB0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5D9B23-CB24-FB45-B64C-2CC1FA41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B9A90A-0F54-60E0-15BB-42FA37D2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B54BD7-D10A-0F8A-5A43-CA394640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79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B2ACCF-615A-8813-9998-28EC8521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818C10-A5C3-242E-88AD-124DFC7457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0FA5F9-152A-6FF8-1531-86B9FDF81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4F83E6-0B0B-EEF3-ED73-3C34AB63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A7266F-B3B4-AA89-FF82-A0400AE9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E6054E-09EC-676E-80CA-0E1106D1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296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871C30-168A-A131-AFB6-9AD1C1F9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AE6246-25FB-C461-B3BC-94097CF53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1A1287-45C0-A577-203A-F0A238C4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CEF0C-2F53-012B-6FCB-B4AE78C9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F07547-5F2F-0FBF-F669-70A17719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19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84B021D-8430-2035-64DA-6AAE9565E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FB8A04-48BB-53E3-78B5-C8CB64EFB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237222-55E5-03B2-C231-B2B23882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13F5D8-2CCF-5504-CE6F-25944736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EBF74A-94E7-B16B-3337-ADAA6E6F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683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DF65C2-7009-98CB-EAA9-E38E9AD3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009895-15B7-2CA7-5257-3CCB12012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C8EF31-3429-17C3-C0BA-65CBDA930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818DA-3836-4008-98D7-3A0E486A1C54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EE31EF-A34C-0C33-4F43-934A68EB5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C8D42-08D1-316B-6972-6710CE9CE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6E61C-F097-4761-AA0C-5A9723E4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79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58E963-E6B5-35D0-53FD-091D9C0C289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C62AB0-1D73-A287-AD90-31D6F5300F32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25CCAF9-ECE8-A6CE-56FA-B0CFCD2E169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3D99AC1-25A5-2A7E-6629-C8B8EE86E2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230823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07FF3FF-289D-F475-CEEA-5D8F32C0F33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982082-528D-DCE2-5806-0BA81E6661E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0614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BD9F742-25C6-305E-6BE6-191974E5037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EBA628-CDF7-AFD2-6480-4F05412C331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64BF51D-DEFE-5545-AF47-F275B66C45D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1063E04-DE15-D4CD-3B8D-476C435BB3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366355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9ABCA36-6636-7EAB-029E-4ED5546A358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C65E0F-A15E-2848-3F7A-C051F1898F2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93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E64F97C-C3EC-D8A2-CF15-362E197A197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151556-81B3-57EE-8991-128467441DF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2209DF6-247B-410B-346A-D15AAB2115C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8B34528-D6AA-4A23-5032-E1EADB0C41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98099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25FE7BF-902A-0E15-29CB-A374F20B23A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7E4C0A-84E9-0595-D79F-F0032DC822D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05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B5A9762-ADE9-AEDC-AEF5-899F6B80862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2B2E09-59CD-413D-697B-782448F679A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938BD99-1EB8-C76A-264C-8F61F6C25C9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1F9AEFD-6E4D-BB16-FF3C-9A2928B995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91296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677AAB-6FD2-EF11-2AE9-3DDD67FCC5F3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253D258-23F9-2E9B-128E-022E47EC16E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35CFECB-FAE8-C132-898D-E68C304DD40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0252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E0883DC-95E0-AA53-FC37-0002D52F6B2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084645-0696-B26B-C6A6-50474A21701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6F3CC7B-68E9-C9BB-7E58-0D13990D68B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73C897A-0E85-DFC4-4A78-42F96BE4C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55226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F3B093-C233-4A93-41F0-B79C1A53FE71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86415FD-7892-4EDE-D661-CD85C649B2B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C3A921-821D-638E-3332-1CD77DA8ACC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928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897C25-CA7A-939D-C893-E7ABF2D518F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EA9D06-B2B2-5CAD-42A4-307BC81428A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項目とゼロの項目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4ABA075-5951-806C-CD2B-16A64D0231A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BB2D131-0389-A414-3FD3-49A1EEDB2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03734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4E5E6E0-042F-536A-DFB9-DAC918303371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単位：件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C267849-CBD1-0190-CE2B-416BCAD93E2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9449FA-56C1-8C38-63F2-8BEFC63E6DB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221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ユーザー設定</PresentationFormat>
  <Paragraphs>30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2026-10-02T15:56:55Z</dcterms:created>
  <dcterms:modified xsi:type="dcterms:W3CDTF">2026-10-02T15:56:55Z</dcterms:modified>
</cp:coreProperties>
</file>