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A64C3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1D-4458-BB15-E2D14EF618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1D-4458-BB15-E2D14EF618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1D-4458-BB15-E2D14EF61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0531247"/>
        <c:axId val="2009177583"/>
      </c:barChart>
      <c:catAx>
        <c:axId val="2000531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3B302B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2009177583"/>
        <c:crosses val="autoZero"/>
        <c:auto val="1"/>
        <c:lblAlgn val="ctr"/>
        <c:lblOffset val="100"/>
        <c:noMultiLvlLbl val="0"/>
      </c:catAx>
      <c:valAx>
        <c:axId val="200917758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3B302B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3B302B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3B302B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200053124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3B302B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5204F6-BD99-480E-A49E-1CFD3FB2ECB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16DFC1AA-7E91-4D8D-AABE-EEF7C8DB9E2E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gm:t>
    </dgm:pt>
    <dgm:pt modelId="{93702B46-8266-4C69-A171-E5DDD5410DB3}" type="parTrans" cxnId="{2D4F62BD-6C40-4957-9777-98FCD5389F3E}">
      <dgm:prSet/>
      <dgm:spPr/>
      <dgm:t>
        <a:bodyPr/>
        <a:lstStyle/>
        <a:p>
          <a:endParaRPr kumimoji="1" lang="ja-JP" altLang="en-US"/>
        </a:p>
      </dgm:t>
    </dgm:pt>
    <dgm:pt modelId="{A6C4688C-B0C8-4A6F-B59C-E06B4BB78E04}" type="sibTrans" cxnId="{2D4F62BD-6C40-4957-9777-98FCD5389F3E}">
      <dgm:prSet/>
      <dgm:spPr/>
      <dgm:t>
        <a:bodyPr/>
        <a:lstStyle/>
        <a:p>
          <a:endParaRPr kumimoji="1" lang="ja-JP" altLang="en-US"/>
        </a:p>
      </dgm:t>
    </dgm:pt>
    <dgm:pt modelId="{D8F3EA1A-6D01-4183-9A72-89D0ACB602CE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gm:t>
    </dgm:pt>
    <dgm:pt modelId="{5071AC09-F9B1-4799-B28E-C2B043D760AC}" type="parTrans" cxnId="{27C1AB82-E35A-4470-BE84-40DAC31DC8F2}">
      <dgm:prSet/>
      <dgm:spPr/>
    </dgm:pt>
    <dgm:pt modelId="{95F6192A-4937-4239-AB5B-B73C017FAA4D}" type="sibTrans" cxnId="{27C1AB82-E35A-4470-BE84-40DAC31DC8F2}">
      <dgm:prSet/>
      <dgm:spPr/>
    </dgm:pt>
    <dgm:pt modelId="{D1FD3C95-5A13-4E15-A6A7-C663F5D667F3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gm:t>
    </dgm:pt>
    <dgm:pt modelId="{F3343B4D-4EC9-4FE3-A101-CA399CCCAA42}" type="parTrans" cxnId="{0A9D7468-968F-4851-9D06-876F288B5F28}">
      <dgm:prSet/>
      <dgm:spPr/>
    </dgm:pt>
    <dgm:pt modelId="{EF130D93-4EF5-4510-9A5E-6A4D6D33755A}" type="sibTrans" cxnId="{0A9D7468-968F-4851-9D06-876F288B5F28}">
      <dgm:prSet/>
      <dgm:spPr/>
    </dgm:pt>
    <dgm:pt modelId="{F488A261-C6E4-4D94-A0F6-DD8CA0E22294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gm:t>
    </dgm:pt>
    <dgm:pt modelId="{A3124956-70C3-47DE-9A42-37961D5B5D36}" type="parTrans" cxnId="{F5697F72-DC29-4373-9426-A9974F922E6A}">
      <dgm:prSet/>
      <dgm:spPr/>
    </dgm:pt>
    <dgm:pt modelId="{BE711EE1-0CB7-4FDF-BCC6-0B1AEA703F63}" type="sibTrans" cxnId="{F5697F72-DC29-4373-9426-A9974F922E6A}">
      <dgm:prSet/>
      <dgm:spPr/>
    </dgm:pt>
    <dgm:pt modelId="{8F771330-068B-4F1B-B868-C9ED52552731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gm:t>
    </dgm:pt>
    <dgm:pt modelId="{B265B806-DC73-4765-A68C-DFC35937A35B}" type="parTrans" cxnId="{008747F8-C21A-47D3-9CA6-3362EE15A2D3}">
      <dgm:prSet/>
      <dgm:spPr/>
    </dgm:pt>
    <dgm:pt modelId="{079F9D28-6EF0-412F-97F2-24ACA2F089D6}" type="sibTrans" cxnId="{008747F8-C21A-47D3-9CA6-3362EE15A2D3}">
      <dgm:prSet/>
      <dgm:spPr/>
    </dgm:pt>
    <dgm:pt modelId="{406CE17B-81E7-498F-884A-C097784FC208}" type="pres">
      <dgm:prSet presAssocID="{6F5204F6-BD99-480E-A49E-1CFD3FB2ECB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BDE1CFC-FA3F-412C-B3C3-F2FC7A9B722A}" type="pres">
      <dgm:prSet presAssocID="{16DFC1AA-7E91-4D8D-AABE-EEF7C8DB9E2E}" presName="hierRoot1" presStyleCnt="0">
        <dgm:presLayoutVars>
          <dgm:hierBranch val="init"/>
        </dgm:presLayoutVars>
      </dgm:prSet>
      <dgm:spPr/>
    </dgm:pt>
    <dgm:pt modelId="{F3C41B33-3BB3-4D7C-9E58-EB2DDD311981}" type="pres">
      <dgm:prSet presAssocID="{16DFC1AA-7E91-4D8D-AABE-EEF7C8DB9E2E}" presName="rootComposite1" presStyleCnt="0"/>
      <dgm:spPr/>
    </dgm:pt>
    <dgm:pt modelId="{B0E23CF2-97C8-4BB4-88E2-2A3DADF583F5}" type="pres">
      <dgm:prSet presAssocID="{16DFC1AA-7E91-4D8D-AABE-EEF7C8DB9E2E}" presName="rootText1" presStyleLbl="node0" presStyleIdx="0" presStyleCnt="1">
        <dgm:presLayoutVars>
          <dgm:chPref val="3"/>
        </dgm:presLayoutVars>
      </dgm:prSet>
      <dgm:spPr/>
    </dgm:pt>
    <dgm:pt modelId="{420AE56B-62B7-4FB9-9CE7-4DD27799FEF6}" type="pres">
      <dgm:prSet presAssocID="{16DFC1AA-7E91-4D8D-AABE-EEF7C8DB9E2E}" presName="rootConnector1" presStyleLbl="node1" presStyleIdx="0" presStyleCnt="0"/>
      <dgm:spPr/>
    </dgm:pt>
    <dgm:pt modelId="{765B02D9-5801-4CE6-A970-DCC92051C0CE}" type="pres">
      <dgm:prSet presAssocID="{16DFC1AA-7E91-4D8D-AABE-EEF7C8DB9E2E}" presName="hierChild2" presStyleCnt="0"/>
      <dgm:spPr/>
    </dgm:pt>
    <dgm:pt modelId="{9ADB50F2-BD15-4D2A-8C85-1FC52ED65E2C}" type="pres">
      <dgm:prSet presAssocID="{5071AC09-F9B1-4799-B28E-C2B043D760AC}" presName="Name37" presStyleLbl="parChTrans1D2" presStyleIdx="0" presStyleCnt="2"/>
      <dgm:spPr/>
    </dgm:pt>
    <dgm:pt modelId="{4C25A9BF-F3AE-462D-80EB-8B0074FB7356}" type="pres">
      <dgm:prSet presAssocID="{D8F3EA1A-6D01-4183-9A72-89D0ACB602CE}" presName="hierRoot2" presStyleCnt="0">
        <dgm:presLayoutVars>
          <dgm:hierBranch val="init"/>
        </dgm:presLayoutVars>
      </dgm:prSet>
      <dgm:spPr/>
    </dgm:pt>
    <dgm:pt modelId="{0E049E56-F1DA-438C-B9B2-B6BF30231B73}" type="pres">
      <dgm:prSet presAssocID="{D8F3EA1A-6D01-4183-9A72-89D0ACB602CE}" presName="rootComposite" presStyleCnt="0"/>
      <dgm:spPr/>
    </dgm:pt>
    <dgm:pt modelId="{358197D0-CD98-4099-A457-48B48EB07ABE}" type="pres">
      <dgm:prSet presAssocID="{D8F3EA1A-6D01-4183-9A72-89D0ACB602CE}" presName="rootText" presStyleLbl="node2" presStyleIdx="0" presStyleCnt="2">
        <dgm:presLayoutVars>
          <dgm:chPref val="3"/>
        </dgm:presLayoutVars>
      </dgm:prSet>
      <dgm:spPr/>
    </dgm:pt>
    <dgm:pt modelId="{85B92592-3F4D-43E2-8249-5284047F91D0}" type="pres">
      <dgm:prSet presAssocID="{D8F3EA1A-6D01-4183-9A72-89D0ACB602CE}" presName="rootConnector" presStyleLbl="node2" presStyleIdx="0" presStyleCnt="2"/>
      <dgm:spPr/>
    </dgm:pt>
    <dgm:pt modelId="{8A37BBC1-EA72-49D2-B7FE-C4397EA69957}" type="pres">
      <dgm:prSet presAssocID="{D8F3EA1A-6D01-4183-9A72-89D0ACB602CE}" presName="hierChild4" presStyleCnt="0"/>
      <dgm:spPr/>
    </dgm:pt>
    <dgm:pt modelId="{E005F9F7-9418-41DC-A2F1-6F0F47DBCE2E}" type="pres">
      <dgm:prSet presAssocID="{A3124956-70C3-47DE-9A42-37961D5B5D36}" presName="Name37" presStyleLbl="parChTrans1D3" presStyleIdx="0" presStyleCnt="2"/>
      <dgm:spPr/>
    </dgm:pt>
    <dgm:pt modelId="{C63945DB-57F1-452F-8BA5-6CA5E7F1D3B6}" type="pres">
      <dgm:prSet presAssocID="{F488A261-C6E4-4D94-A0F6-DD8CA0E22294}" presName="hierRoot2" presStyleCnt="0">
        <dgm:presLayoutVars>
          <dgm:hierBranch val="init"/>
        </dgm:presLayoutVars>
      </dgm:prSet>
      <dgm:spPr/>
    </dgm:pt>
    <dgm:pt modelId="{0DE1B213-E1CB-48FA-A2CC-621286976CE5}" type="pres">
      <dgm:prSet presAssocID="{F488A261-C6E4-4D94-A0F6-DD8CA0E22294}" presName="rootComposite" presStyleCnt="0"/>
      <dgm:spPr/>
    </dgm:pt>
    <dgm:pt modelId="{7C9B582B-53AA-47DD-B00C-F482BE5FE1A8}" type="pres">
      <dgm:prSet presAssocID="{F488A261-C6E4-4D94-A0F6-DD8CA0E22294}" presName="rootText" presStyleLbl="node3" presStyleIdx="0" presStyleCnt="2">
        <dgm:presLayoutVars>
          <dgm:chPref val="3"/>
        </dgm:presLayoutVars>
      </dgm:prSet>
      <dgm:spPr/>
    </dgm:pt>
    <dgm:pt modelId="{9832F261-2A0C-4419-91B3-C8615191E10E}" type="pres">
      <dgm:prSet presAssocID="{F488A261-C6E4-4D94-A0F6-DD8CA0E22294}" presName="rootConnector" presStyleLbl="node3" presStyleIdx="0" presStyleCnt="2"/>
      <dgm:spPr/>
    </dgm:pt>
    <dgm:pt modelId="{97B3B32C-13AF-488E-B82E-A9B3C2917F40}" type="pres">
      <dgm:prSet presAssocID="{F488A261-C6E4-4D94-A0F6-DD8CA0E22294}" presName="hierChild4" presStyleCnt="0"/>
      <dgm:spPr/>
    </dgm:pt>
    <dgm:pt modelId="{042E5C4C-B861-4D32-A944-59D970107B33}" type="pres">
      <dgm:prSet presAssocID="{F488A261-C6E4-4D94-A0F6-DD8CA0E22294}" presName="hierChild5" presStyleCnt="0"/>
      <dgm:spPr/>
    </dgm:pt>
    <dgm:pt modelId="{E1923380-200D-4F27-ABB2-42C7650B292A}" type="pres">
      <dgm:prSet presAssocID="{D8F3EA1A-6D01-4183-9A72-89D0ACB602CE}" presName="hierChild5" presStyleCnt="0"/>
      <dgm:spPr/>
    </dgm:pt>
    <dgm:pt modelId="{8609CB28-3D5A-4885-8566-7AD2B3252888}" type="pres">
      <dgm:prSet presAssocID="{F3343B4D-4EC9-4FE3-A101-CA399CCCAA42}" presName="Name37" presStyleLbl="parChTrans1D2" presStyleIdx="1" presStyleCnt="2"/>
      <dgm:spPr/>
    </dgm:pt>
    <dgm:pt modelId="{3DEAF55C-B983-40CF-B9E8-925E1880D646}" type="pres">
      <dgm:prSet presAssocID="{D1FD3C95-5A13-4E15-A6A7-C663F5D667F3}" presName="hierRoot2" presStyleCnt="0">
        <dgm:presLayoutVars>
          <dgm:hierBranch val="init"/>
        </dgm:presLayoutVars>
      </dgm:prSet>
      <dgm:spPr/>
    </dgm:pt>
    <dgm:pt modelId="{D2560DD8-704C-476A-8C84-7D0626BB0B1C}" type="pres">
      <dgm:prSet presAssocID="{D1FD3C95-5A13-4E15-A6A7-C663F5D667F3}" presName="rootComposite" presStyleCnt="0"/>
      <dgm:spPr/>
    </dgm:pt>
    <dgm:pt modelId="{6CB67A08-DEC6-4FD4-A101-9BD64D374662}" type="pres">
      <dgm:prSet presAssocID="{D1FD3C95-5A13-4E15-A6A7-C663F5D667F3}" presName="rootText" presStyleLbl="node2" presStyleIdx="1" presStyleCnt="2">
        <dgm:presLayoutVars>
          <dgm:chPref val="3"/>
        </dgm:presLayoutVars>
      </dgm:prSet>
      <dgm:spPr/>
    </dgm:pt>
    <dgm:pt modelId="{D25514BB-B09B-4E8C-A21C-AFCD895996E3}" type="pres">
      <dgm:prSet presAssocID="{D1FD3C95-5A13-4E15-A6A7-C663F5D667F3}" presName="rootConnector" presStyleLbl="node2" presStyleIdx="1" presStyleCnt="2"/>
      <dgm:spPr/>
    </dgm:pt>
    <dgm:pt modelId="{7BE1921D-643F-41D7-BC30-EA9875565F59}" type="pres">
      <dgm:prSet presAssocID="{D1FD3C95-5A13-4E15-A6A7-C663F5D667F3}" presName="hierChild4" presStyleCnt="0"/>
      <dgm:spPr/>
    </dgm:pt>
    <dgm:pt modelId="{3AEACA78-BF0D-41BF-AC87-32FE6F3E4872}" type="pres">
      <dgm:prSet presAssocID="{B265B806-DC73-4765-A68C-DFC35937A35B}" presName="Name37" presStyleLbl="parChTrans1D3" presStyleIdx="1" presStyleCnt="2"/>
      <dgm:spPr/>
    </dgm:pt>
    <dgm:pt modelId="{F5AEAD4A-A376-447A-B978-4E12A5E0F551}" type="pres">
      <dgm:prSet presAssocID="{8F771330-068B-4F1B-B868-C9ED52552731}" presName="hierRoot2" presStyleCnt="0">
        <dgm:presLayoutVars>
          <dgm:hierBranch val="init"/>
        </dgm:presLayoutVars>
      </dgm:prSet>
      <dgm:spPr/>
    </dgm:pt>
    <dgm:pt modelId="{A738A2FD-81CA-48BD-A696-FC305C468AB4}" type="pres">
      <dgm:prSet presAssocID="{8F771330-068B-4F1B-B868-C9ED52552731}" presName="rootComposite" presStyleCnt="0"/>
      <dgm:spPr/>
    </dgm:pt>
    <dgm:pt modelId="{0D86F91E-B7F2-4370-937A-4BD5A3DB9517}" type="pres">
      <dgm:prSet presAssocID="{8F771330-068B-4F1B-B868-C9ED52552731}" presName="rootText" presStyleLbl="node3" presStyleIdx="1" presStyleCnt="2">
        <dgm:presLayoutVars>
          <dgm:chPref val="3"/>
        </dgm:presLayoutVars>
      </dgm:prSet>
      <dgm:spPr/>
    </dgm:pt>
    <dgm:pt modelId="{6CAB9EBC-4DFC-4F6C-88F0-0C84E7E23576}" type="pres">
      <dgm:prSet presAssocID="{8F771330-068B-4F1B-B868-C9ED52552731}" presName="rootConnector" presStyleLbl="node3" presStyleIdx="1" presStyleCnt="2"/>
      <dgm:spPr/>
    </dgm:pt>
    <dgm:pt modelId="{9BCF2C0C-90E4-41CD-B600-1BDB0D62DB23}" type="pres">
      <dgm:prSet presAssocID="{8F771330-068B-4F1B-B868-C9ED52552731}" presName="hierChild4" presStyleCnt="0"/>
      <dgm:spPr/>
    </dgm:pt>
    <dgm:pt modelId="{610E5ED9-C981-471E-BADB-3B448C64923D}" type="pres">
      <dgm:prSet presAssocID="{8F771330-068B-4F1B-B868-C9ED52552731}" presName="hierChild5" presStyleCnt="0"/>
      <dgm:spPr/>
    </dgm:pt>
    <dgm:pt modelId="{E8F130DC-3FD4-4C06-A678-DD89CBBB43FA}" type="pres">
      <dgm:prSet presAssocID="{D1FD3C95-5A13-4E15-A6A7-C663F5D667F3}" presName="hierChild5" presStyleCnt="0"/>
      <dgm:spPr/>
    </dgm:pt>
    <dgm:pt modelId="{4D8F8B6E-8B15-4D0E-9149-46D6A3EC8910}" type="pres">
      <dgm:prSet presAssocID="{16DFC1AA-7E91-4D8D-AABE-EEF7C8DB9E2E}" presName="hierChild3" presStyleCnt="0"/>
      <dgm:spPr/>
    </dgm:pt>
  </dgm:ptLst>
  <dgm:cxnLst>
    <dgm:cxn modelId="{5244D30E-5A0E-45AE-AFFD-6D89D1A8CA75}" type="presOf" srcId="{16DFC1AA-7E91-4D8D-AABE-EEF7C8DB9E2E}" destId="{B0E23CF2-97C8-4BB4-88E2-2A3DADF583F5}" srcOrd="0" destOrd="0" presId="urn:microsoft.com/office/officeart/2005/8/layout/orgChart1"/>
    <dgm:cxn modelId="{BD65D625-CB58-48EE-9C88-307A66331307}" type="presOf" srcId="{16DFC1AA-7E91-4D8D-AABE-EEF7C8DB9E2E}" destId="{420AE56B-62B7-4FB9-9CE7-4DD27799FEF6}" srcOrd="1" destOrd="0" presId="urn:microsoft.com/office/officeart/2005/8/layout/orgChart1"/>
    <dgm:cxn modelId="{0D401126-57F0-40A4-B1C7-812B4241ECAF}" type="presOf" srcId="{D8F3EA1A-6D01-4183-9A72-89D0ACB602CE}" destId="{85B92592-3F4D-43E2-8249-5284047F91D0}" srcOrd="1" destOrd="0" presId="urn:microsoft.com/office/officeart/2005/8/layout/orgChart1"/>
    <dgm:cxn modelId="{94AB0F31-8426-4BB5-BE7D-8532DE038E0B}" type="presOf" srcId="{8F771330-068B-4F1B-B868-C9ED52552731}" destId="{0D86F91E-B7F2-4370-937A-4BD5A3DB9517}" srcOrd="0" destOrd="0" presId="urn:microsoft.com/office/officeart/2005/8/layout/orgChart1"/>
    <dgm:cxn modelId="{F65DEC60-FF96-41DE-9666-F3933F6CC91A}" type="presOf" srcId="{F3343B4D-4EC9-4FE3-A101-CA399CCCAA42}" destId="{8609CB28-3D5A-4885-8566-7AD2B3252888}" srcOrd="0" destOrd="0" presId="urn:microsoft.com/office/officeart/2005/8/layout/orgChart1"/>
    <dgm:cxn modelId="{044BE942-DB6F-48DE-BE77-B21BD5061363}" type="presOf" srcId="{F488A261-C6E4-4D94-A0F6-DD8CA0E22294}" destId="{9832F261-2A0C-4419-91B3-C8615191E10E}" srcOrd="1" destOrd="0" presId="urn:microsoft.com/office/officeart/2005/8/layout/orgChart1"/>
    <dgm:cxn modelId="{0A9D7468-968F-4851-9D06-876F288B5F28}" srcId="{16DFC1AA-7E91-4D8D-AABE-EEF7C8DB9E2E}" destId="{D1FD3C95-5A13-4E15-A6A7-C663F5D667F3}" srcOrd="1" destOrd="0" parTransId="{F3343B4D-4EC9-4FE3-A101-CA399CCCAA42}" sibTransId="{EF130D93-4EF5-4510-9A5E-6A4D6D33755A}"/>
    <dgm:cxn modelId="{F5697F72-DC29-4373-9426-A9974F922E6A}" srcId="{D8F3EA1A-6D01-4183-9A72-89D0ACB602CE}" destId="{F488A261-C6E4-4D94-A0F6-DD8CA0E22294}" srcOrd="0" destOrd="0" parTransId="{A3124956-70C3-47DE-9A42-37961D5B5D36}" sibTransId="{BE711EE1-0CB7-4FDF-BCC6-0B1AEA703F63}"/>
    <dgm:cxn modelId="{D88E0155-B6D8-4024-882B-EFDA3D93959E}" type="presOf" srcId="{D8F3EA1A-6D01-4183-9A72-89D0ACB602CE}" destId="{358197D0-CD98-4099-A457-48B48EB07ABE}" srcOrd="0" destOrd="0" presId="urn:microsoft.com/office/officeart/2005/8/layout/orgChart1"/>
    <dgm:cxn modelId="{047A997E-78CE-4B9A-BCDC-B1E323A72A61}" type="presOf" srcId="{F488A261-C6E4-4D94-A0F6-DD8CA0E22294}" destId="{7C9B582B-53AA-47DD-B00C-F482BE5FE1A8}" srcOrd="0" destOrd="0" presId="urn:microsoft.com/office/officeart/2005/8/layout/orgChart1"/>
    <dgm:cxn modelId="{27C1AB82-E35A-4470-BE84-40DAC31DC8F2}" srcId="{16DFC1AA-7E91-4D8D-AABE-EEF7C8DB9E2E}" destId="{D8F3EA1A-6D01-4183-9A72-89D0ACB602CE}" srcOrd="0" destOrd="0" parTransId="{5071AC09-F9B1-4799-B28E-C2B043D760AC}" sibTransId="{95F6192A-4937-4239-AB5B-B73C017FAA4D}"/>
    <dgm:cxn modelId="{1B82F890-D284-4401-A830-CE808EBAB3CC}" type="presOf" srcId="{A3124956-70C3-47DE-9A42-37961D5B5D36}" destId="{E005F9F7-9418-41DC-A2F1-6F0F47DBCE2E}" srcOrd="0" destOrd="0" presId="urn:microsoft.com/office/officeart/2005/8/layout/orgChart1"/>
    <dgm:cxn modelId="{AD7B929A-EF1D-4B35-B22C-A29553F3BC84}" type="presOf" srcId="{6F5204F6-BD99-480E-A49E-1CFD3FB2ECBB}" destId="{406CE17B-81E7-498F-884A-C097784FC208}" srcOrd="0" destOrd="0" presId="urn:microsoft.com/office/officeart/2005/8/layout/orgChart1"/>
    <dgm:cxn modelId="{2D4F62BD-6C40-4957-9777-98FCD5389F3E}" srcId="{6F5204F6-BD99-480E-A49E-1CFD3FB2ECBB}" destId="{16DFC1AA-7E91-4D8D-AABE-EEF7C8DB9E2E}" srcOrd="0" destOrd="0" parTransId="{93702B46-8266-4C69-A171-E5DDD5410DB3}" sibTransId="{A6C4688C-B0C8-4A6F-B59C-E06B4BB78E04}"/>
    <dgm:cxn modelId="{5DCBA0C3-3B5C-4453-ADF3-0814D2F3F0F8}" type="presOf" srcId="{8F771330-068B-4F1B-B868-C9ED52552731}" destId="{6CAB9EBC-4DFC-4F6C-88F0-0C84E7E23576}" srcOrd="1" destOrd="0" presId="urn:microsoft.com/office/officeart/2005/8/layout/orgChart1"/>
    <dgm:cxn modelId="{5E388BD8-E0C4-4597-8B0D-2EE119B411E7}" type="presOf" srcId="{D1FD3C95-5A13-4E15-A6A7-C663F5D667F3}" destId="{D25514BB-B09B-4E8C-A21C-AFCD895996E3}" srcOrd="1" destOrd="0" presId="urn:microsoft.com/office/officeart/2005/8/layout/orgChart1"/>
    <dgm:cxn modelId="{FEAC13DA-E4E0-4F57-B1BB-3432EF36673B}" type="presOf" srcId="{5071AC09-F9B1-4799-B28E-C2B043D760AC}" destId="{9ADB50F2-BD15-4D2A-8C85-1FC52ED65E2C}" srcOrd="0" destOrd="0" presId="urn:microsoft.com/office/officeart/2005/8/layout/orgChart1"/>
    <dgm:cxn modelId="{8FB4BFDD-EA3E-4E68-BCFC-3F7B6C309E98}" type="presOf" srcId="{B265B806-DC73-4765-A68C-DFC35937A35B}" destId="{3AEACA78-BF0D-41BF-AC87-32FE6F3E4872}" srcOrd="0" destOrd="0" presId="urn:microsoft.com/office/officeart/2005/8/layout/orgChart1"/>
    <dgm:cxn modelId="{EDAB32DF-2011-446A-9DE0-4846AA156ADB}" type="presOf" srcId="{D1FD3C95-5A13-4E15-A6A7-C663F5D667F3}" destId="{6CB67A08-DEC6-4FD4-A101-9BD64D374662}" srcOrd="0" destOrd="0" presId="urn:microsoft.com/office/officeart/2005/8/layout/orgChart1"/>
    <dgm:cxn modelId="{008747F8-C21A-47D3-9CA6-3362EE15A2D3}" srcId="{D1FD3C95-5A13-4E15-A6A7-C663F5D667F3}" destId="{8F771330-068B-4F1B-B868-C9ED52552731}" srcOrd="0" destOrd="0" parTransId="{B265B806-DC73-4765-A68C-DFC35937A35B}" sibTransId="{079F9D28-6EF0-412F-97F2-24ACA2F089D6}"/>
    <dgm:cxn modelId="{B6217766-072E-4475-B566-1A91E2D83DB9}" type="presParOf" srcId="{406CE17B-81E7-498F-884A-C097784FC208}" destId="{7BDE1CFC-FA3F-412C-B3C3-F2FC7A9B722A}" srcOrd="0" destOrd="0" presId="urn:microsoft.com/office/officeart/2005/8/layout/orgChart1"/>
    <dgm:cxn modelId="{5701EBF4-471F-4B5A-8D86-4EFC41E299F2}" type="presParOf" srcId="{7BDE1CFC-FA3F-412C-B3C3-F2FC7A9B722A}" destId="{F3C41B33-3BB3-4D7C-9E58-EB2DDD311981}" srcOrd="0" destOrd="0" presId="urn:microsoft.com/office/officeart/2005/8/layout/orgChart1"/>
    <dgm:cxn modelId="{B7F9C117-EEBA-498C-82BF-C987FA8725FA}" type="presParOf" srcId="{F3C41B33-3BB3-4D7C-9E58-EB2DDD311981}" destId="{B0E23CF2-97C8-4BB4-88E2-2A3DADF583F5}" srcOrd="0" destOrd="0" presId="urn:microsoft.com/office/officeart/2005/8/layout/orgChart1"/>
    <dgm:cxn modelId="{42AE01D7-1505-4790-9FF7-DD8B96383B5B}" type="presParOf" srcId="{F3C41B33-3BB3-4D7C-9E58-EB2DDD311981}" destId="{420AE56B-62B7-4FB9-9CE7-4DD27799FEF6}" srcOrd="1" destOrd="0" presId="urn:microsoft.com/office/officeart/2005/8/layout/orgChart1"/>
    <dgm:cxn modelId="{108B7179-0E7B-4B2B-8B07-8CA9927974D7}" type="presParOf" srcId="{7BDE1CFC-FA3F-412C-B3C3-F2FC7A9B722A}" destId="{765B02D9-5801-4CE6-A970-DCC92051C0CE}" srcOrd="1" destOrd="0" presId="urn:microsoft.com/office/officeart/2005/8/layout/orgChart1"/>
    <dgm:cxn modelId="{1F549694-756F-40E3-B0F6-BD0F4137A972}" type="presParOf" srcId="{765B02D9-5801-4CE6-A970-DCC92051C0CE}" destId="{9ADB50F2-BD15-4D2A-8C85-1FC52ED65E2C}" srcOrd="0" destOrd="0" presId="urn:microsoft.com/office/officeart/2005/8/layout/orgChart1"/>
    <dgm:cxn modelId="{8430A2B3-3CBE-4388-AFFE-01E185BE65E3}" type="presParOf" srcId="{765B02D9-5801-4CE6-A970-DCC92051C0CE}" destId="{4C25A9BF-F3AE-462D-80EB-8B0074FB7356}" srcOrd="1" destOrd="0" presId="urn:microsoft.com/office/officeart/2005/8/layout/orgChart1"/>
    <dgm:cxn modelId="{82409574-C7DA-4E5A-99C5-6E5F739DA342}" type="presParOf" srcId="{4C25A9BF-F3AE-462D-80EB-8B0074FB7356}" destId="{0E049E56-F1DA-438C-B9B2-B6BF30231B73}" srcOrd="0" destOrd="0" presId="urn:microsoft.com/office/officeart/2005/8/layout/orgChart1"/>
    <dgm:cxn modelId="{B13C4FDA-9C0A-4E26-832F-2C2B67920542}" type="presParOf" srcId="{0E049E56-F1DA-438C-B9B2-B6BF30231B73}" destId="{358197D0-CD98-4099-A457-48B48EB07ABE}" srcOrd="0" destOrd="0" presId="urn:microsoft.com/office/officeart/2005/8/layout/orgChart1"/>
    <dgm:cxn modelId="{BB261AE6-7301-47B8-B082-3A506452B075}" type="presParOf" srcId="{0E049E56-F1DA-438C-B9B2-B6BF30231B73}" destId="{85B92592-3F4D-43E2-8249-5284047F91D0}" srcOrd="1" destOrd="0" presId="urn:microsoft.com/office/officeart/2005/8/layout/orgChart1"/>
    <dgm:cxn modelId="{BAACC00E-7F1F-4C65-BC9E-DF070F87F593}" type="presParOf" srcId="{4C25A9BF-F3AE-462D-80EB-8B0074FB7356}" destId="{8A37BBC1-EA72-49D2-B7FE-C4397EA69957}" srcOrd="1" destOrd="0" presId="urn:microsoft.com/office/officeart/2005/8/layout/orgChart1"/>
    <dgm:cxn modelId="{FD1692BC-2C6D-494B-BC96-CD4A4094E3BC}" type="presParOf" srcId="{8A37BBC1-EA72-49D2-B7FE-C4397EA69957}" destId="{E005F9F7-9418-41DC-A2F1-6F0F47DBCE2E}" srcOrd="0" destOrd="0" presId="urn:microsoft.com/office/officeart/2005/8/layout/orgChart1"/>
    <dgm:cxn modelId="{361A1C31-6260-4A3B-82EB-4E94B3E18F49}" type="presParOf" srcId="{8A37BBC1-EA72-49D2-B7FE-C4397EA69957}" destId="{C63945DB-57F1-452F-8BA5-6CA5E7F1D3B6}" srcOrd="1" destOrd="0" presId="urn:microsoft.com/office/officeart/2005/8/layout/orgChart1"/>
    <dgm:cxn modelId="{D7CE909A-6A0B-4399-9BE2-8160C58BBFBD}" type="presParOf" srcId="{C63945DB-57F1-452F-8BA5-6CA5E7F1D3B6}" destId="{0DE1B213-E1CB-48FA-A2CC-621286976CE5}" srcOrd="0" destOrd="0" presId="urn:microsoft.com/office/officeart/2005/8/layout/orgChart1"/>
    <dgm:cxn modelId="{DDE5942C-CCEF-4849-9C98-47D3DFA538EA}" type="presParOf" srcId="{0DE1B213-E1CB-48FA-A2CC-621286976CE5}" destId="{7C9B582B-53AA-47DD-B00C-F482BE5FE1A8}" srcOrd="0" destOrd="0" presId="urn:microsoft.com/office/officeart/2005/8/layout/orgChart1"/>
    <dgm:cxn modelId="{307083A2-50E1-432A-A7C2-96694E8248EB}" type="presParOf" srcId="{0DE1B213-E1CB-48FA-A2CC-621286976CE5}" destId="{9832F261-2A0C-4419-91B3-C8615191E10E}" srcOrd="1" destOrd="0" presId="urn:microsoft.com/office/officeart/2005/8/layout/orgChart1"/>
    <dgm:cxn modelId="{F5EF16D5-1019-4943-B79C-0D689AD9167D}" type="presParOf" srcId="{C63945DB-57F1-452F-8BA5-6CA5E7F1D3B6}" destId="{97B3B32C-13AF-488E-B82E-A9B3C2917F40}" srcOrd="1" destOrd="0" presId="urn:microsoft.com/office/officeart/2005/8/layout/orgChart1"/>
    <dgm:cxn modelId="{AFB0516F-4B38-4B63-8652-C48EB039A0C0}" type="presParOf" srcId="{C63945DB-57F1-452F-8BA5-6CA5E7F1D3B6}" destId="{042E5C4C-B861-4D32-A944-59D970107B33}" srcOrd="2" destOrd="0" presId="urn:microsoft.com/office/officeart/2005/8/layout/orgChart1"/>
    <dgm:cxn modelId="{F95F7BD1-3365-479E-BD1E-BBE5FD2A757C}" type="presParOf" srcId="{4C25A9BF-F3AE-462D-80EB-8B0074FB7356}" destId="{E1923380-200D-4F27-ABB2-42C7650B292A}" srcOrd="2" destOrd="0" presId="urn:microsoft.com/office/officeart/2005/8/layout/orgChart1"/>
    <dgm:cxn modelId="{926E8570-AEAF-429A-B668-5CB60B914B80}" type="presParOf" srcId="{765B02D9-5801-4CE6-A970-DCC92051C0CE}" destId="{8609CB28-3D5A-4885-8566-7AD2B3252888}" srcOrd="2" destOrd="0" presId="urn:microsoft.com/office/officeart/2005/8/layout/orgChart1"/>
    <dgm:cxn modelId="{3017523F-6F6F-4D9F-8D42-DB85E3CF4505}" type="presParOf" srcId="{765B02D9-5801-4CE6-A970-DCC92051C0CE}" destId="{3DEAF55C-B983-40CF-B9E8-925E1880D646}" srcOrd="3" destOrd="0" presId="urn:microsoft.com/office/officeart/2005/8/layout/orgChart1"/>
    <dgm:cxn modelId="{C8688C07-5BF2-454D-BE89-C4FD2789224D}" type="presParOf" srcId="{3DEAF55C-B983-40CF-B9E8-925E1880D646}" destId="{D2560DD8-704C-476A-8C84-7D0626BB0B1C}" srcOrd="0" destOrd="0" presId="urn:microsoft.com/office/officeart/2005/8/layout/orgChart1"/>
    <dgm:cxn modelId="{8F786173-4205-4D38-98F4-90D52082AB52}" type="presParOf" srcId="{D2560DD8-704C-476A-8C84-7D0626BB0B1C}" destId="{6CB67A08-DEC6-4FD4-A101-9BD64D374662}" srcOrd="0" destOrd="0" presId="urn:microsoft.com/office/officeart/2005/8/layout/orgChart1"/>
    <dgm:cxn modelId="{1E7D82A3-7695-4C53-BFC8-06E4D4093BD0}" type="presParOf" srcId="{D2560DD8-704C-476A-8C84-7D0626BB0B1C}" destId="{D25514BB-B09B-4E8C-A21C-AFCD895996E3}" srcOrd="1" destOrd="0" presId="urn:microsoft.com/office/officeart/2005/8/layout/orgChart1"/>
    <dgm:cxn modelId="{E793670B-8C16-4115-86EC-D098F9E6CD8B}" type="presParOf" srcId="{3DEAF55C-B983-40CF-B9E8-925E1880D646}" destId="{7BE1921D-643F-41D7-BC30-EA9875565F59}" srcOrd="1" destOrd="0" presId="urn:microsoft.com/office/officeart/2005/8/layout/orgChart1"/>
    <dgm:cxn modelId="{59AE03A7-552B-49E4-9240-4DED2AB0011E}" type="presParOf" srcId="{7BE1921D-643F-41D7-BC30-EA9875565F59}" destId="{3AEACA78-BF0D-41BF-AC87-32FE6F3E4872}" srcOrd="0" destOrd="0" presId="urn:microsoft.com/office/officeart/2005/8/layout/orgChart1"/>
    <dgm:cxn modelId="{C39073E7-5EC6-4D61-8301-542BEFF524B6}" type="presParOf" srcId="{7BE1921D-643F-41D7-BC30-EA9875565F59}" destId="{F5AEAD4A-A376-447A-B978-4E12A5E0F551}" srcOrd="1" destOrd="0" presId="urn:microsoft.com/office/officeart/2005/8/layout/orgChart1"/>
    <dgm:cxn modelId="{7B6841EF-BFFF-4534-89CE-B5275A9F528E}" type="presParOf" srcId="{F5AEAD4A-A376-447A-B978-4E12A5E0F551}" destId="{A738A2FD-81CA-48BD-A696-FC305C468AB4}" srcOrd="0" destOrd="0" presId="urn:microsoft.com/office/officeart/2005/8/layout/orgChart1"/>
    <dgm:cxn modelId="{C2BFEE67-FBF7-4436-B293-EF3BD54431CF}" type="presParOf" srcId="{A738A2FD-81CA-48BD-A696-FC305C468AB4}" destId="{0D86F91E-B7F2-4370-937A-4BD5A3DB9517}" srcOrd="0" destOrd="0" presId="urn:microsoft.com/office/officeart/2005/8/layout/orgChart1"/>
    <dgm:cxn modelId="{D85FE759-4D27-4F73-9C82-1DA0F7592D02}" type="presParOf" srcId="{A738A2FD-81CA-48BD-A696-FC305C468AB4}" destId="{6CAB9EBC-4DFC-4F6C-88F0-0C84E7E23576}" srcOrd="1" destOrd="0" presId="urn:microsoft.com/office/officeart/2005/8/layout/orgChart1"/>
    <dgm:cxn modelId="{9804F664-EA89-43C4-A980-68C37A93CA56}" type="presParOf" srcId="{F5AEAD4A-A376-447A-B978-4E12A5E0F551}" destId="{9BCF2C0C-90E4-41CD-B600-1BDB0D62DB23}" srcOrd="1" destOrd="0" presId="urn:microsoft.com/office/officeart/2005/8/layout/orgChart1"/>
    <dgm:cxn modelId="{F1A31ED9-45F6-4436-B196-D2FE19DE82DD}" type="presParOf" srcId="{F5AEAD4A-A376-447A-B978-4E12A5E0F551}" destId="{610E5ED9-C981-471E-BADB-3B448C64923D}" srcOrd="2" destOrd="0" presId="urn:microsoft.com/office/officeart/2005/8/layout/orgChart1"/>
    <dgm:cxn modelId="{9BB443D6-B856-41F5-85FA-3EA135E11E64}" type="presParOf" srcId="{3DEAF55C-B983-40CF-B9E8-925E1880D646}" destId="{E8F130DC-3FD4-4C06-A678-DD89CBBB43FA}" srcOrd="2" destOrd="0" presId="urn:microsoft.com/office/officeart/2005/8/layout/orgChart1"/>
    <dgm:cxn modelId="{FD3457CC-5C59-4FA3-96EA-538380A2FD5C}" type="presParOf" srcId="{7BDE1CFC-FA3F-412C-B3C3-F2FC7A9B722A}" destId="{4D8F8B6E-8B15-4D0E-9149-46D6A3EC891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F48C71-DFA3-431B-8C21-01518DB86D1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FBF455E-38E0-42EB-A6D9-8E1247EB9B3A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gm:t>
    </dgm:pt>
    <dgm:pt modelId="{B13FC516-AFC3-4BEC-968F-49E770C8C6D5}" type="parTrans" cxnId="{C99EDCF8-B3CD-4181-B94A-6AB072B101B6}">
      <dgm:prSet/>
      <dgm:spPr/>
    </dgm:pt>
    <dgm:pt modelId="{C427AC27-2270-413D-82EC-A5CB7915A6F5}" type="sibTrans" cxnId="{C99EDCF8-B3CD-4181-B94A-6AB072B101B6}">
      <dgm:prSet/>
      <dgm:spPr/>
      <dgm:t>
        <a:bodyPr/>
        <a:lstStyle/>
        <a:p>
          <a:endParaRPr kumimoji="1" lang="ja-JP" altLang="en-US"/>
        </a:p>
      </dgm:t>
    </dgm:pt>
    <dgm:pt modelId="{61199758-0D0F-4489-9DBF-F5360B55C9EC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gm:t>
    </dgm:pt>
    <dgm:pt modelId="{F6CC568E-AEFF-495B-A4AC-01A278D7FE3B}" type="parTrans" cxnId="{799EACF1-F7BE-4017-AA45-C49080DED0C9}">
      <dgm:prSet/>
      <dgm:spPr/>
    </dgm:pt>
    <dgm:pt modelId="{B4D20B7F-BF27-4335-8A89-3139BF949BF8}" type="sibTrans" cxnId="{799EACF1-F7BE-4017-AA45-C49080DED0C9}">
      <dgm:prSet/>
      <dgm:spPr/>
      <dgm:t>
        <a:bodyPr/>
        <a:lstStyle/>
        <a:p>
          <a:endParaRPr kumimoji="1" lang="ja-JP" altLang="en-US"/>
        </a:p>
      </dgm:t>
    </dgm:pt>
    <dgm:pt modelId="{01D3FF7D-55CA-43C0-AF85-836E815276B7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gm:t>
    </dgm:pt>
    <dgm:pt modelId="{243FA80A-31C3-4157-9595-189BB3A8DD35}" type="parTrans" cxnId="{9C147C76-AF61-459C-9550-2B1BA2F98051}">
      <dgm:prSet/>
      <dgm:spPr/>
    </dgm:pt>
    <dgm:pt modelId="{90BFDBE5-B51F-4EB9-AF15-FDEF430A7F13}" type="sibTrans" cxnId="{9C147C76-AF61-459C-9550-2B1BA2F98051}">
      <dgm:prSet/>
      <dgm:spPr/>
      <dgm:t>
        <a:bodyPr/>
        <a:lstStyle/>
        <a:p>
          <a:endParaRPr kumimoji="1" lang="ja-JP" altLang="en-US"/>
        </a:p>
      </dgm:t>
    </dgm:pt>
    <dgm:pt modelId="{FDCF02D9-4989-4806-BA76-D2253A9AA360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gm:t>
    </dgm:pt>
    <dgm:pt modelId="{6911AFD9-29BA-41A4-8C72-45FB39B98585}" type="parTrans" cxnId="{4F00E904-AAEF-4538-AAE9-AB4D06FD8AE9}">
      <dgm:prSet/>
      <dgm:spPr/>
    </dgm:pt>
    <dgm:pt modelId="{B9F0D7ED-4BA5-43C7-BA83-717C76BB6645}" type="sibTrans" cxnId="{4F00E904-AAEF-4538-AAE9-AB4D06FD8AE9}">
      <dgm:prSet/>
      <dgm:spPr/>
    </dgm:pt>
    <dgm:pt modelId="{340B9289-67F1-4EFE-8104-7FDA4E497E3B}" type="pres">
      <dgm:prSet presAssocID="{9BF48C71-DFA3-431B-8C21-01518DB86D10}" presName="Name0" presStyleCnt="0">
        <dgm:presLayoutVars>
          <dgm:dir/>
          <dgm:resizeHandles val="exact"/>
        </dgm:presLayoutVars>
      </dgm:prSet>
      <dgm:spPr/>
    </dgm:pt>
    <dgm:pt modelId="{BEF3B573-85FC-4966-BB3F-FFA7AD2BB8FB}" type="pres">
      <dgm:prSet presAssocID="{EFBF455E-38E0-42EB-A6D9-8E1247EB9B3A}" presName="node" presStyleLbl="node1" presStyleIdx="0" presStyleCnt="4">
        <dgm:presLayoutVars>
          <dgm:bulletEnabled val="1"/>
        </dgm:presLayoutVars>
      </dgm:prSet>
      <dgm:spPr/>
    </dgm:pt>
    <dgm:pt modelId="{D508C15E-1658-469A-BC26-583C0430F3A9}" type="pres">
      <dgm:prSet presAssocID="{C427AC27-2270-413D-82EC-A5CB7915A6F5}" presName="sibTrans" presStyleLbl="sibTrans2D1" presStyleIdx="0" presStyleCnt="3"/>
      <dgm:spPr/>
    </dgm:pt>
    <dgm:pt modelId="{943B4AB8-5616-4A2D-BEB9-D3EC866C7C81}" type="pres">
      <dgm:prSet presAssocID="{C427AC27-2270-413D-82EC-A5CB7915A6F5}" presName="connectorText" presStyleLbl="sibTrans2D1" presStyleIdx="0" presStyleCnt="3"/>
      <dgm:spPr/>
    </dgm:pt>
    <dgm:pt modelId="{D5849C4E-E72F-4F70-B28E-B57DC13DE091}" type="pres">
      <dgm:prSet presAssocID="{61199758-0D0F-4489-9DBF-F5360B55C9EC}" presName="node" presStyleLbl="node1" presStyleIdx="1" presStyleCnt="4">
        <dgm:presLayoutVars>
          <dgm:bulletEnabled val="1"/>
        </dgm:presLayoutVars>
      </dgm:prSet>
      <dgm:spPr/>
    </dgm:pt>
    <dgm:pt modelId="{9609694F-B090-46BA-9A22-4449C2878DAA}" type="pres">
      <dgm:prSet presAssocID="{B4D20B7F-BF27-4335-8A89-3139BF949BF8}" presName="sibTrans" presStyleLbl="sibTrans2D1" presStyleIdx="1" presStyleCnt="3"/>
      <dgm:spPr/>
    </dgm:pt>
    <dgm:pt modelId="{558F0428-F0DA-49B8-8C04-4B963FB4EE75}" type="pres">
      <dgm:prSet presAssocID="{B4D20B7F-BF27-4335-8A89-3139BF949BF8}" presName="connectorText" presStyleLbl="sibTrans2D1" presStyleIdx="1" presStyleCnt="3"/>
      <dgm:spPr/>
    </dgm:pt>
    <dgm:pt modelId="{E14E82A8-2085-408B-A929-5789386BE3F1}" type="pres">
      <dgm:prSet presAssocID="{01D3FF7D-55CA-43C0-AF85-836E815276B7}" presName="node" presStyleLbl="node1" presStyleIdx="2" presStyleCnt="4">
        <dgm:presLayoutVars>
          <dgm:bulletEnabled val="1"/>
        </dgm:presLayoutVars>
      </dgm:prSet>
      <dgm:spPr/>
    </dgm:pt>
    <dgm:pt modelId="{FB84C2D4-2137-4D52-9583-B6FEA1C35BA4}" type="pres">
      <dgm:prSet presAssocID="{90BFDBE5-B51F-4EB9-AF15-FDEF430A7F13}" presName="sibTrans" presStyleLbl="sibTrans2D1" presStyleIdx="2" presStyleCnt="3"/>
      <dgm:spPr/>
    </dgm:pt>
    <dgm:pt modelId="{C6F657DF-2E45-40C3-A900-C5D5ED139E27}" type="pres">
      <dgm:prSet presAssocID="{90BFDBE5-B51F-4EB9-AF15-FDEF430A7F13}" presName="connectorText" presStyleLbl="sibTrans2D1" presStyleIdx="2" presStyleCnt="3"/>
      <dgm:spPr/>
    </dgm:pt>
    <dgm:pt modelId="{5E300998-BDD0-4FE2-9C73-4F47857C8D59}" type="pres">
      <dgm:prSet presAssocID="{FDCF02D9-4989-4806-BA76-D2253A9AA360}" presName="node" presStyleLbl="node1" presStyleIdx="3" presStyleCnt="4">
        <dgm:presLayoutVars>
          <dgm:bulletEnabled val="1"/>
        </dgm:presLayoutVars>
      </dgm:prSet>
      <dgm:spPr/>
    </dgm:pt>
  </dgm:ptLst>
  <dgm:cxnLst>
    <dgm:cxn modelId="{4F00E904-AAEF-4538-AAE9-AB4D06FD8AE9}" srcId="{9BF48C71-DFA3-431B-8C21-01518DB86D10}" destId="{FDCF02D9-4989-4806-BA76-D2253A9AA360}" srcOrd="3" destOrd="0" parTransId="{6911AFD9-29BA-41A4-8C72-45FB39B98585}" sibTransId="{B9F0D7ED-4BA5-43C7-BA83-717C76BB6645}"/>
    <dgm:cxn modelId="{0DB27F2B-1FCA-41EC-AFE4-6AFC166D7773}" type="presOf" srcId="{EFBF455E-38E0-42EB-A6D9-8E1247EB9B3A}" destId="{BEF3B573-85FC-4966-BB3F-FFA7AD2BB8FB}" srcOrd="0" destOrd="0" presId="urn:microsoft.com/office/officeart/2005/8/layout/process1"/>
    <dgm:cxn modelId="{3789A65C-6889-4289-B14A-0E52525915E4}" type="presOf" srcId="{9BF48C71-DFA3-431B-8C21-01518DB86D10}" destId="{340B9289-67F1-4EFE-8104-7FDA4E497E3B}" srcOrd="0" destOrd="0" presId="urn:microsoft.com/office/officeart/2005/8/layout/process1"/>
    <dgm:cxn modelId="{835BB260-C3B1-41BA-B58B-4E8A2313C1D5}" type="presOf" srcId="{90BFDBE5-B51F-4EB9-AF15-FDEF430A7F13}" destId="{C6F657DF-2E45-40C3-A900-C5D5ED139E27}" srcOrd="1" destOrd="0" presId="urn:microsoft.com/office/officeart/2005/8/layout/process1"/>
    <dgm:cxn modelId="{28720467-38BE-4FD2-B1AD-0B7DA5F5129B}" type="presOf" srcId="{FDCF02D9-4989-4806-BA76-D2253A9AA360}" destId="{5E300998-BDD0-4FE2-9C73-4F47857C8D59}" srcOrd="0" destOrd="0" presId="urn:microsoft.com/office/officeart/2005/8/layout/process1"/>
    <dgm:cxn modelId="{1CF00969-3746-4899-81E3-F0027EE47DE1}" type="presOf" srcId="{01D3FF7D-55CA-43C0-AF85-836E815276B7}" destId="{E14E82A8-2085-408B-A929-5789386BE3F1}" srcOrd="0" destOrd="0" presId="urn:microsoft.com/office/officeart/2005/8/layout/process1"/>
    <dgm:cxn modelId="{4643EC6A-698D-45E7-A758-32C27E1107B2}" type="presOf" srcId="{B4D20B7F-BF27-4335-8A89-3139BF949BF8}" destId="{558F0428-F0DA-49B8-8C04-4B963FB4EE75}" srcOrd="1" destOrd="0" presId="urn:microsoft.com/office/officeart/2005/8/layout/process1"/>
    <dgm:cxn modelId="{9C147C76-AF61-459C-9550-2B1BA2F98051}" srcId="{9BF48C71-DFA3-431B-8C21-01518DB86D10}" destId="{01D3FF7D-55CA-43C0-AF85-836E815276B7}" srcOrd="2" destOrd="0" parTransId="{243FA80A-31C3-4157-9595-189BB3A8DD35}" sibTransId="{90BFDBE5-B51F-4EB9-AF15-FDEF430A7F13}"/>
    <dgm:cxn modelId="{51CC1188-42DA-4E9C-BD48-203442E75C9D}" type="presOf" srcId="{C427AC27-2270-413D-82EC-A5CB7915A6F5}" destId="{D508C15E-1658-469A-BC26-583C0430F3A9}" srcOrd="0" destOrd="0" presId="urn:microsoft.com/office/officeart/2005/8/layout/process1"/>
    <dgm:cxn modelId="{14BA9492-03CE-4BF6-B5F3-E874338A7E67}" type="presOf" srcId="{C427AC27-2270-413D-82EC-A5CB7915A6F5}" destId="{943B4AB8-5616-4A2D-BEB9-D3EC866C7C81}" srcOrd="1" destOrd="0" presId="urn:microsoft.com/office/officeart/2005/8/layout/process1"/>
    <dgm:cxn modelId="{2FCB7CAF-C133-45E1-AE42-204E76C702D4}" type="presOf" srcId="{61199758-0D0F-4489-9DBF-F5360B55C9EC}" destId="{D5849C4E-E72F-4F70-B28E-B57DC13DE091}" srcOrd="0" destOrd="0" presId="urn:microsoft.com/office/officeart/2005/8/layout/process1"/>
    <dgm:cxn modelId="{8CA8B3C6-92FA-4407-8075-26D56531683E}" type="presOf" srcId="{B4D20B7F-BF27-4335-8A89-3139BF949BF8}" destId="{9609694F-B090-46BA-9A22-4449C2878DAA}" srcOrd="0" destOrd="0" presId="urn:microsoft.com/office/officeart/2005/8/layout/process1"/>
    <dgm:cxn modelId="{799EACF1-F7BE-4017-AA45-C49080DED0C9}" srcId="{9BF48C71-DFA3-431B-8C21-01518DB86D10}" destId="{61199758-0D0F-4489-9DBF-F5360B55C9EC}" srcOrd="1" destOrd="0" parTransId="{F6CC568E-AEFF-495B-A4AC-01A278D7FE3B}" sibTransId="{B4D20B7F-BF27-4335-8A89-3139BF949BF8}"/>
    <dgm:cxn modelId="{C99EDCF8-B3CD-4181-B94A-6AB072B101B6}" srcId="{9BF48C71-DFA3-431B-8C21-01518DB86D10}" destId="{EFBF455E-38E0-42EB-A6D9-8E1247EB9B3A}" srcOrd="0" destOrd="0" parTransId="{B13FC516-AFC3-4BEC-968F-49E770C8C6D5}" sibTransId="{C427AC27-2270-413D-82EC-A5CB7915A6F5}"/>
    <dgm:cxn modelId="{2754BCFD-F282-410B-99F1-C2E59E83ECEC}" type="presOf" srcId="{90BFDBE5-B51F-4EB9-AF15-FDEF430A7F13}" destId="{FB84C2D4-2137-4D52-9583-B6FEA1C35BA4}" srcOrd="0" destOrd="0" presId="urn:microsoft.com/office/officeart/2005/8/layout/process1"/>
    <dgm:cxn modelId="{FC493339-2671-4FBE-94BD-3C721C75EEB7}" type="presParOf" srcId="{340B9289-67F1-4EFE-8104-7FDA4E497E3B}" destId="{BEF3B573-85FC-4966-BB3F-FFA7AD2BB8FB}" srcOrd="0" destOrd="0" presId="urn:microsoft.com/office/officeart/2005/8/layout/process1"/>
    <dgm:cxn modelId="{A98DB55F-575B-44E3-88CC-E9646CFD5447}" type="presParOf" srcId="{340B9289-67F1-4EFE-8104-7FDA4E497E3B}" destId="{D508C15E-1658-469A-BC26-583C0430F3A9}" srcOrd="1" destOrd="0" presId="urn:microsoft.com/office/officeart/2005/8/layout/process1"/>
    <dgm:cxn modelId="{75A789F2-69D8-4D63-A801-1F25223BDFC5}" type="presParOf" srcId="{D508C15E-1658-469A-BC26-583C0430F3A9}" destId="{943B4AB8-5616-4A2D-BEB9-D3EC866C7C81}" srcOrd="0" destOrd="0" presId="urn:microsoft.com/office/officeart/2005/8/layout/process1"/>
    <dgm:cxn modelId="{D4012249-8FED-4081-8C5E-F1F3FE04E6A5}" type="presParOf" srcId="{340B9289-67F1-4EFE-8104-7FDA4E497E3B}" destId="{D5849C4E-E72F-4F70-B28E-B57DC13DE091}" srcOrd="2" destOrd="0" presId="urn:microsoft.com/office/officeart/2005/8/layout/process1"/>
    <dgm:cxn modelId="{ECDEBE50-1986-4D52-9DBF-2B74534A2013}" type="presParOf" srcId="{340B9289-67F1-4EFE-8104-7FDA4E497E3B}" destId="{9609694F-B090-46BA-9A22-4449C2878DAA}" srcOrd="3" destOrd="0" presId="urn:microsoft.com/office/officeart/2005/8/layout/process1"/>
    <dgm:cxn modelId="{01A085C6-807C-42FC-803B-2085BBB9A562}" type="presParOf" srcId="{9609694F-B090-46BA-9A22-4449C2878DAA}" destId="{558F0428-F0DA-49B8-8C04-4B963FB4EE75}" srcOrd="0" destOrd="0" presId="urn:microsoft.com/office/officeart/2005/8/layout/process1"/>
    <dgm:cxn modelId="{742C9059-267E-456C-B072-308826506EAC}" type="presParOf" srcId="{340B9289-67F1-4EFE-8104-7FDA4E497E3B}" destId="{E14E82A8-2085-408B-A929-5789386BE3F1}" srcOrd="4" destOrd="0" presId="urn:microsoft.com/office/officeart/2005/8/layout/process1"/>
    <dgm:cxn modelId="{A00B0886-3EA2-4537-A0E1-6CA068B979E1}" type="presParOf" srcId="{340B9289-67F1-4EFE-8104-7FDA4E497E3B}" destId="{FB84C2D4-2137-4D52-9583-B6FEA1C35BA4}" srcOrd="5" destOrd="0" presId="urn:microsoft.com/office/officeart/2005/8/layout/process1"/>
    <dgm:cxn modelId="{83732172-7043-429D-9036-EF399FFAAD9B}" type="presParOf" srcId="{FB84C2D4-2137-4D52-9583-B6FEA1C35BA4}" destId="{C6F657DF-2E45-40C3-A900-C5D5ED139E27}" srcOrd="0" destOrd="0" presId="urn:microsoft.com/office/officeart/2005/8/layout/process1"/>
    <dgm:cxn modelId="{832D51CE-867F-47C4-A49E-3E59E799586D}" type="presParOf" srcId="{340B9289-67F1-4EFE-8104-7FDA4E497E3B}" destId="{5E300998-BDD0-4FE2-9C73-4F47857C8D5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43EC2A-E44D-4C0B-B3FC-10F20FE84B7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D2D4859-9102-4554-9988-A6EC7B700C0C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目的</a:t>
          </a:r>
        </a:p>
      </dgm:t>
    </dgm:pt>
    <dgm:pt modelId="{BEFF352F-E8E0-4DA2-B0F5-3143DB697C32}" type="parTrans" cxnId="{32D23FE3-4A0B-46D3-AA88-787B88BD16BB}">
      <dgm:prSet/>
      <dgm:spPr/>
      <dgm:t>
        <a:bodyPr/>
        <a:lstStyle/>
        <a:p>
          <a:endParaRPr kumimoji="1" lang="ja-JP" altLang="en-US"/>
        </a:p>
      </dgm:t>
    </dgm:pt>
    <dgm:pt modelId="{01B91F18-871D-451B-9FA9-EE342DFC5D5B}" type="sibTrans" cxnId="{32D23FE3-4A0B-46D3-AA88-787B88BD16BB}">
      <dgm:prSet/>
      <dgm:spPr/>
      <dgm:t>
        <a:bodyPr/>
        <a:lstStyle/>
        <a:p>
          <a:endParaRPr kumimoji="1" lang="ja-JP" altLang="en-US"/>
        </a:p>
      </dgm:t>
    </dgm:pt>
    <dgm:pt modelId="{89551B42-E7F7-4FC1-8665-34BDD6110893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対象</a:t>
          </a:r>
        </a:p>
      </dgm:t>
    </dgm:pt>
    <dgm:pt modelId="{E9482E35-B4B1-493D-9BCE-2A956C4BCB94}" type="parTrans" cxnId="{29540BC1-B88C-41DC-9739-16E68971AA08}">
      <dgm:prSet/>
      <dgm:spPr/>
    </dgm:pt>
    <dgm:pt modelId="{7A4BBA9A-004B-4543-83D7-AC6100EACCBF}" type="sibTrans" cxnId="{29540BC1-B88C-41DC-9739-16E68971AA08}">
      <dgm:prSet/>
      <dgm:spPr/>
    </dgm:pt>
    <dgm:pt modelId="{D4F17E1F-3D81-4052-993D-B42EAA96D71F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根拠</a:t>
          </a:r>
        </a:p>
      </dgm:t>
    </dgm:pt>
    <dgm:pt modelId="{06B5E483-82FB-4EC7-8873-6B549339B7E8}" type="parTrans" cxnId="{2F2084A8-030A-4B02-97B9-21486376AE20}">
      <dgm:prSet/>
      <dgm:spPr/>
    </dgm:pt>
    <dgm:pt modelId="{16B2A6E5-FB7B-4F7F-97CD-8E3BBAF26E26}" type="sibTrans" cxnId="{2F2084A8-030A-4B02-97B9-21486376AE20}">
      <dgm:prSet/>
      <dgm:spPr/>
    </dgm:pt>
    <dgm:pt modelId="{F98F5B33-6D53-43E0-910D-07C3FED0BC2F}">
      <dgm:prSet phldrT="[テキスト]" custT="1"/>
      <dgm:spPr>
        <a:solidFill>
          <a:srgbClr val="A64C32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条件</a:t>
          </a:r>
        </a:p>
      </dgm:t>
    </dgm:pt>
    <dgm:pt modelId="{DBDC69C2-8DFF-4A95-8156-243BBA1A3934}" type="parTrans" cxnId="{76225B7C-AF61-4FAE-8B01-534DC59BB75B}">
      <dgm:prSet/>
      <dgm:spPr/>
    </dgm:pt>
    <dgm:pt modelId="{9AC7FC04-0BCD-4EFD-B1C6-60C5B34C6013}" type="sibTrans" cxnId="{76225B7C-AF61-4FAE-8B01-534DC59BB75B}">
      <dgm:prSet/>
      <dgm:spPr/>
    </dgm:pt>
    <dgm:pt modelId="{981B3887-65A8-43E1-88F6-969C7B5BBE8D}" type="pres">
      <dgm:prSet presAssocID="{2743EC2A-E44D-4C0B-B3FC-10F20FE84B7F}" presName="Name0" presStyleCnt="0">
        <dgm:presLayoutVars>
          <dgm:dir/>
          <dgm:animLvl val="lvl"/>
          <dgm:resizeHandles val="exact"/>
        </dgm:presLayoutVars>
      </dgm:prSet>
      <dgm:spPr/>
    </dgm:pt>
    <dgm:pt modelId="{D9911B43-BE8B-4E9C-806C-42D87C80DC45}" type="pres">
      <dgm:prSet presAssocID="{CD2D4859-9102-4554-9988-A6EC7B700C0C}" presName="linNode" presStyleCnt="0"/>
      <dgm:spPr/>
    </dgm:pt>
    <dgm:pt modelId="{6FDAB24A-91D3-4CE6-9A9E-8B259B7095FB}" type="pres">
      <dgm:prSet presAssocID="{CD2D4859-9102-4554-9988-A6EC7B700C0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E4DFF92-546A-4458-B97E-3A12D2FC8DFE}" type="pres">
      <dgm:prSet presAssocID="{01B91F18-871D-451B-9FA9-EE342DFC5D5B}" presName="sp" presStyleCnt="0"/>
      <dgm:spPr/>
    </dgm:pt>
    <dgm:pt modelId="{CBBA914F-A7A1-4D3D-855A-C309B2E0C48D}" type="pres">
      <dgm:prSet presAssocID="{89551B42-E7F7-4FC1-8665-34BDD6110893}" presName="linNode" presStyleCnt="0"/>
      <dgm:spPr/>
    </dgm:pt>
    <dgm:pt modelId="{72812CA6-661D-42DB-90F6-63B28C7CC29B}" type="pres">
      <dgm:prSet presAssocID="{89551B42-E7F7-4FC1-8665-34BDD611089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001B5BC-8983-47A7-9ECC-6CE8D2050A3F}" type="pres">
      <dgm:prSet presAssocID="{7A4BBA9A-004B-4543-83D7-AC6100EACCBF}" presName="sp" presStyleCnt="0"/>
      <dgm:spPr/>
    </dgm:pt>
    <dgm:pt modelId="{4CCBAEDE-4946-452E-87C7-4D8FB5AA66F8}" type="pres">
      <dgm:prSet presAssocID="{D4F17E1F-3D81-4052-993D-B42EAA96D71F}" presName="linNode" presStyleCnt="0"/>
      <dgm:spPr/>
    </dgm:pt>
    <dgm:pt modelId="{3E619259-8696-4E10-A378-39B11195F178}" type="pres">
      <dgm:prSet presAssocID="{D4F17E1F-3D81-4052-993D-B42EAA96D71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A466EC1-D269-462F-BC99-CAF433954B67}" type="pres">
      <dgm:prSet presAssocID="{16B2A6E5-FB7B-4F7F-97CD-8E3BBAF26E26}" presName="sp" presStyleCnt="0"/>
      <dgm:spPr/>
    </dgm:pt>
    <dgm:pt modelId="{93B03580-E0C9-4D0D-881C-2B7A8D3110A0}" type="pres">
      <dgm:prSet presAssocID="{F98F5B33-6D53-43E0-910D-07C3FED0BC2F}" presName="linNode" presStyleCnt="0"/>
      <dgm:spPr/>
    </dgm:pt>
    <dgm:pt modelId="{7B48B248-89C4-41CE-8C03-06C93B48A5C9}" type="pres">
      <dgm:prSet presAssocID="{F98F5B33-6D53-43E0-910D-07C3FED0BC2F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A5A09F0A-6167-4FED-BB7C-D39C76D350E8}" type="presOf" srcId="{CD2D4859-9102-4554-9988-A6EC7B700C0C}" destId="{6FDAB24A-91D3-4CE6-9A9E-8B259B7095FB}" srcOrd="0" destOrd="0" presId="urn:microsoft.com/office/officeart/2005/8/layout/vList5"/>
    <dgm:cxn modelId="{87D9CB0A-2F47-491D-8692-96B017DBD020}" type="presOf" srcId="{D4F17E1F-3D81-4052-993D-B42EAA96D71F}" destId="{3E619259-8696-4E10-A378-39B11195F178}" srcOrd="0" destOrd="0" presId="urn:microsoft.com/office/officeart/2005/8/layout/vList5"/>
    <dgm:cxn modelId="{C296E821-2655-450C-A8A2-FE2DF1288D24}" type="presOf" srcId="{F98F5B33-6D53-43E0-910D-07C3FED0BC2F}" destId="{7B48B248-89C4-41CE-8C03-06C93B48A5C9}" srcOrd="0" destOrd="0" presId="urn:microsoft.com/office/officeart/2005/8/layout/vList5"/>
    <dgm:cxn modelId="{76225B7C-AF61-4FAE-8B01-534DC59BB75B}" srcId="{2743EC2A-E44D-4C0B-B3FC-10F20FE84B7F}" destId="{F98F5B33-6D53-43E0-910D-07C3FED0BC2F}" srcOrd="3" destOrd="0" parTransId="{DBDC69C2-8DFF-4A95-8156-243BBA1A3934}" sibTransId="{9AC7FC04-0BCD-4EFD-B1C6-60C5B34C6013}"/>
    <dgm:cxn modelId="{932F7FA8-64DA-4AC7-A440-340FFB4032A7}" type="presOf" srcId="{89551B42-E7F7-4FC1-8665-34BDD6110893}" destId="{72812CA6-661D-42DB-90F6-63B28C7CC29B}" srcOrd="0" destOrd="0" presId="urn:microsoft.com/office/officeart/2005/8/layout/vList5"/>
    <dgm:cxn modelId="{2F2084A8-030A-4B02-97B9-21486376AE20}" srcId="{2743EC2A-E44D-4C0B-B3FC-10F20FE84B7F}" destId="{D4F17E1F-3D81-4052-993D-B42EAA96D71F}" srcOrd="2" destOrd="0" parTransId="{06B5E483-82FB-4EC7-8873-6B549339B7E8}" sibTransId="{16B2A6E5-FB7B-4F7F-97CD-8E3BBAF26E26}"/>
    <dgm:cxn modelId="{29540BC1-B88C-41DC-9739-16E68971AA08}" srcId="{2743EC2A-E44D-4C0B-B3FC-10F20FE84B7F}" destId="{89551B42-E7F7-4FC1-8665-34BDD6110893}" srcOrd="1" destOrd="0" parTransId="{E9482E35-B4B1-493D-9BCE-2A956C4BCB94}" sibTransId="{7A4BBA9A-004B-4543-83D7-AC6100EACCBF}"/>
    <dgm:cxn modelId="{654760C7-7046-4F7E-9736-02EA08D93335}" type="presOf" srcId="{2743EC2A-E44D-4C0B-B3FC-10F20FE84B7F}" destId="{981B3887-65A8-43E1-88F6-969C7B5BBE8D}" srcOrd="0" destOrd="0" presId="urn:microsoft.com/office/officeart/2005/8/layout/vList5"/>
    <dgm:cxn modelId="{32D23FE3-4A0B-46D3-AA88-787B88BD16BB}" srcId="{2743EC2A-E44D-4C0B-B3FC-10F20FE84B7F}" destId="{CD2D4859-9102-4554-9988-A6EC7B700C0C}" srcOrd="0" destOrd="0" parTransId="{BEFF352F-E8E0-4DA2-B0F5-3143DB697C32}" sibTransId="{01B91F18-871D-451B-9FA9-EE342DFC5D5B}"/>
    <dgm:cxn modelId="{B98970D5-8890-4048-9C8D-0548424C24E7}" type="presParOf" srcId="{981B3887-65A8-43E1-88F6-969C7B5BBE8D}" destId="{D9911B43-BE8B-4E9C-806C-42D87C80DC45}" srcOrd="0" destOrd="0" presId="urn:microsoft.com/office/officeart/2005/8/layout/vList5"/>
    <dgm:cxn modelId="{8267CB17-8034-431C-A069-BDF38E4A968D}" type="presParOf" srcId="{D9911B43-BE8B-4E9C-806C-42D87C80DC45}" destId="{6FDAB24A-91D3-4CE6-9A9E-8B259B7095FB}" srcOrd="0" destOrd="0" presId="urn:microsoft.com/office/officeart/2005/8/layout/vList5"/>
    <dgm:cxn modelId="{8ECCBCBD-EDC2-48AD-8F6B-94257CDB215C}" type="presParOf" srcId="{981B3887-65A8-43E1-88F6-969C7B5BBE8D}" destId="{FE4DFF92-546A-4458-B97E-3A12D2FC8DFE}" srcOrd="1" destOrd="0" presId="urn:microsoft.com/office/officeart/2005/8/layout/vList5"/>
    <dgm:cxn modelId="{0FDA77FD-2989-407F-B90B-5F81DA276F94}" type="presParOf" srcId="{981B3887-65A8-43E1-88F6-969C7B5BBE8D}" destId="{CBBA914F-A7A1-4D3D-855A-C309B2E0C48D}" srcOrd="2" destOrd="0" presId="urn:microsoft.com/office/officeart/2005/8/layout/vList5"/>
    <dgm:cxn modelId="{09B1B9E2-E760-437A-9C87-AA4755FBE3E1}" type="presParOf" srcId="{CBBA914F-A7A1-4D3D-855A-C309B2E0C48D}" destId="{72812CA6-661D-42DB-90F6-63B28C7CC29B}" srcOrd="0" destOrd="0" presId="urn:microsoft.com/office/officeart/2005/8/layout/vList5"/>
    <dgm:cxn modelId="{B29CEFFA-0B1F-455D-874E-B5FC1B2025FC}" type="presParOf" srcId="{981B3887-65A8-43E1-88F6-969C7B5BBE8D}" destId="{9001B5BC-8983-47A7-9ECC-6CE8D2050A3F}" srcOrd="3" destOrd="0" presId="urn:microsoft.com/office/officeart/2005/8/layout/vList5"/>
    <dgm:cxn modelId="{5FDF60ED-2D32-471F-A31C-2457AF9ED362}" type="presParOf" srcId="{981B3887-65A8-43E1-88F6-969C7B5BBE8D}" destId="{4CCBAEDE-4946-452E-87C7-4D8FB5AA66F8}" srcOrd="4" destOrd="0" presId="urn:microsoft.com/office/officeart/2005/8/layout/vList5"/>
    <dgm:cxn modelId="{5CAF86AB-F2EF-4956-8D0E-D68BF76D4DEE}" type="presParOf" srcId="{4CCBAEDE-4946-452E-87C7-4D8FB5AA66F8}" destId="{3E619259-8696-4E10-A378-39B11195F178}" srcOrd="0" destOrd="0" presId="urn:microsoft.com/office/officeart/2005/8/layout/vList5"/>
    <dgm:cxn modelId="{915C2CEF-15C2-48B9-B531-9E7B8388160C}" type="presParOf" srcId="{981B3887-65A8-43E1-88F6-969C7B5BBE8D}" destId="{9A466EC1-D269-462F-BC99-CAF433954B67}" srcOrd="5" destOrd="0" presId="urn:microsoft.com/office/officeart/2005/8/layout/vList5"/>
    <dgm:cxn modelId="{005A2935-980E-48AD-9019-82FFF931A181}" type="presParOf" srcId="{981B3887-65A8-43E1-88F6-969C7B5BBE8D}" destId="{93B03580-E0C9-4D0D-881C-2B7A8D3110A0}" srcOrd="6" destOrd="0" presId="urn:microsoft.com/office/officeart/2005/8/layout/vList5"/>
    <dgm:cxn modelId="{B879DA91-21A1-4026-84E8-B9453F0AA9CC}" type="presParOf" srcId="{93B03580-E0C9-4D0D-881C-2B7A8D3110A0}" destId="{7B48B248-89C4-41CE-8C03-06C93B48A5C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ACA78-BF0D-41BF-AC87-32FE6F3E4872}">
      <dsp:nvSpPr>
        <dsp:cNvPr id="0" name=""/>
        <dsp:cNvSpPr/>
      </dsp:nvSpPr>
      <dsp:spPr>
        <a:xfrm>
          <a:off x="5546501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09CB28-3D5A-4885-8566-7AD2B3252888}">
      <dsp:nvSpPr>
        <dsp:cNvPr id="0" name=""/>
        <dsp:cNvSpPr/>
      </dsp:nvSpPr>
      <dsp:spPr>
        <a:xfrm>
          <a:off x="513214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233"/>
              </a:lnTo>
              <a:lnTo>
                <a:pt x="1222869" y="212233"/>
              </a:lnTo>
              <a:lnTo>
                <a:pt x="1222869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05F9F7-9418-41DC-A2F1-6F0F47DBCE2E}">
      <dsp:nvSpPr>
        <dsp:cNvPr id="0" name=""/>
        <dsp:cNvSpPr/>
      </dsp:nvSpPr>
      <dsp:spPr>
        <a:xfrm>
          <a:off x="3100762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DB50F2-BD15-4D2A-8C85-1FC52ED65E2C}">
      <dsp:nvSpPr>
        <dsp:cNvPr id="0" name=""/>
        <dsp:cNvSpPr/>
      </dsp:nvSpPr>
      <dsp:spPr>
        <a:xfrm>
          <a:off x="390927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1222869" y="0"/>
              </a:moveTo>
              <a:lnTo>
                <a:pt x="1222869" y="212233"/>
              </a:lnTo>
              <a:lnTo>
                <a:pt x="0" y="212233"/>
              </a:lnTo>
              <a:lnTo>
                <a:pt x="0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23CF2-97C8-4BB4-88E2-2A3DADF583F5}">
      <dsp:nvSpPr>
        <dsp:cNvPr id="0" name=""/>
        <dsp:cNvSpPr/>
      </dsp:nvSpPr>
      <dsp:spPr>
        <a:xfrm>
          <a:off x="4121505" y="2678"/>
          <a:ext cx="2021271" cy="1010635"/>
        </a:xfrm>
        <a:prstGeom prst="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sp:txBody>
      <dsp:txXfrm>
        <a:off x="4121505" y="2678"/>
        <a:ext cx="2021271" cy="1010635"/>
      </dsp:txXfrm>
    </dsp:sp>
    <dsp:sp modelId="{358197D0-CD98-4099-A457-48B48EB07ABE}">
      <dsp:nvSpPr>
        <dsp:cNvPr id="0" name=""/>
        <dsp:cNvSpPr/>
      </dsp:nvSpPr>
      <dsp:spPr>
        <a:xfrm>
          <a:off x="2898635" y="1437782"/>
          <a:ext cx="2021271" cy="1010635"/>
        </a:xfrm>
        <a:prstGeom prst="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sp:txBody>
      <dsp:txXfrm>
        <a:off x="2898635" y="1437782"/>
        <a:ext cx="2021271" cy="1010635"/>
      </dsp:txXfrm>
    </dsp:sp>
    <dsp:sp modelId="{7C9B582B-53AA-47DD-B00C-F482BE5FE1A8}">
      <dsp:nvSpPr>
        <dsp:cNvPr id="0" name=""/>
        <dsp:cNvSpPr/>
      </dsp:nvSpPr>
      <dsp:spPr>
        <a:xfrm>
          <a:off x="3403953" y="2872885"/>
          <a:ext cx="2021271" cy="1010635"/>
        </a:xfrm>
        <a:prstGeom prst="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sp:txBody>
      <dsp:txXfrm>
        <a:off x="3403953" y="2872885"/>
        <a:ext cx="2021271" cy="1010635"/>
      </dsp:txXfrm>
    </dsp:sp>
    <dsp:sp modelId="{6CB67A08-DEC6-4FD4-A101-9BD64D374662}">
      <dsp:nvSpPr>
        <dsp:cNvPr id="0" name=""/>
        <dsp:cNvSpPr/>
      </dsp:nvSpPr>
      <dsp:spPr>
        <a:xfrm>
          <a:off x="5344374" y="1437782"/>
          <a:ext cx="2021271" cy="1010635"/>
        </a:xfrm>
        <a:prstGeom prst="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sp:txBody>
      <dsp:txXfrm>
        <a:off x="5344374" y="1437782"/>
        <a:ext cx="2021271" cy="1010635"/>
      </dsp:txXfrm>
    </dsp:sp>
    <dsp:sp modelId="{0D86F91E-B7F2-4370-937A-4BD5A3DB9517}">
      <dsp:nvSpPr>
        <dsp:cNvPr id="0" name=""/>
        <dsp:cNvSpPr/>
      </dsp:nvSpPr>
      <dsp:spPr>
        <a:xfrm>
          <a:off x="5849692" y="2872885"/>
          <a:ext cx="2021271" cy="1010635"/>
        </a:xfrm>
        <a:prstGeom prst="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sp:txBody>
      <dsp:txXfrm>
        <a:off x="5849692" y="2872885"/>
        <a:ext cx="2021271" cy="1010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3B573-85FC-4966-BB3F-FFA7AD2BB8FB}">
      <dsp:nvSpPr>
        <dsp:cNvPr id="0" name=""/>
        <dsp:cNvSpPr/>
      </dsp:nvSpPr>
      <dsp:spPr>
        <a:xfrm>
          <a:off x="4732" y="871473"/>
          <a:ext cx="2069256" cy="1241553"/>
        </a:xfrm>
        <a:prstGeom prst="roundRect">
          <a:avLst>
            <a:gd name="adj" fmla="val 10000"/>
          </a:avLst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sp:txBody>
      <dsp:txXfrm>
        <a:off x="41096" y="907837"/>
        <a:ext cx="1996528" cy="1168825"/>
      </dsp:txXfrm>
    </dsp:sp>
    <dsp:sp modelId="{D508C15E-1658-469A-BC26-583C0430F3A9}">
      <dsp:nvSpPr>
        <dsp:cNvPr id="0" name=""/>
        <dsp:cNvSpPr/>
      </dsp:nvSpPr>
      <dsp:spPr>
        <a:xfrm>
          <a:off x="2280915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2280915" y="1338297"/>
        <a:ext cx="307077" cy="307905"/>
      </dsp:txXfrm>
    </dsp:sp>
    <dsp:sp modelId="{D5849C4E-E72F-4F70-B28E-B57DC13DE091}">
      <dsp:nvSpPr>
        <dsp:cNvPr id="0" name=""/>
        <dsp:cNvSpPr/>
      </dsp:nvSpPr>
      <dsp:spPr>
        <a:xfrm>
          <a:off x="2901692" y="871473"/>
          <a:ext cx="2069256" cy="1241553"/>
        </a:xfrm>
        <a:prstGeom prst="roundRect">
          <a:avLst>
            <a:gd name="adj" fmla="val 10000"/>
          </a:avLst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sp:txBody>
      <dsp:txXfrm>
        <a:off x="2938056" y="907837"/>
        <a:ext cx="1996528" cy="1168825"/>
      </dsp:txXfrm>
    </dsp:sp>
    <dsp:sp modelId="{9609694F-B090-46BA-9A22-4449C2878DAA}">
      <dsp:nvSpPr>
        <dsp:cNvPr id="0" name=""/>
        <dsp:cNvSpPr/>
      </dsp:nvSpPr>
      <dsp:spPr>
        <a:xfrm>
          <a:off x="5177874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5177874" y="1338297"/>
        <a:ext cx="307077" cy="307905"/>
      </dsp:txXfrm>
    </dsp:sp>
    <dsp:sp modelId="{E14E82A8-2085-408B-A929-5789386BE3F1}">
      <dsp:nvSpPr>
        <dsp:cNvPr id="0" name=""/>
        <dsp:cNvSpPr/>
      </dsp:nvSpPr>
      <dsp:spPr>
        <a:xfrm>
          <a:off x="5798651" y="871473"/>
          <a:ext cx="2069256" cy="1241553"/>
        </a:xfrm>
        <a:prstGeom prst="roundRect">
          <a:avLst>
            <a:gd name="adj" fmla="val 10000"/>
          </a:avLst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sp:txBody>
      <dsp:txXfrm>
        <a:off x="5835015" y="907837"/>
        <a:ext cx="1996528" cy="1168825"/>
      </dsp:txXfrm>
    </dsp:sp>
    <dsp:sp modelId="{FB84C2D4-2137-4D52-9583-B6FEA1C35BA4}">
      <dsp:nvSpPr>
        <dsp:cNvPr id="0" name=""/>
        <dsp:cNvSpPr/>
      </dsp:nvSpPr>
      <dsp:spPr>
        <a:xfrm>
          <a:off x="8074833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8074833" y="1338297"/>
        <a:ext cx="307077" cy="307905"/>
      </dsp:txXfrm>
    </dsp:sp>
    <dsp:sp modelId="{5E300998-BDD0-4FE2-9C73-4F47857C8D59}">
      <dsp:nvSpPr>
        <dsp:cNvPr id="0" name=""/>
        <dsp:cNvSpPr/>
      </dsp:nvSpPr>
      <dsp:spPr>
        <a:xfrm>
          <a:off x="8695610" y="871473"/>
          <a:ext cx="2069256" cy="1241553"/>
        </a:xfrm>
        <a:prstGeom prst="roundRect">
          <a:avLst>
            <a:gd name="adj" fmla="val 10000"/>
          </a:avLst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sp:txBody>
      <dsp:txXfrm>
        <a:off x="8731974" y="907837"/>
        <a:ext cx="1996528" cy="11688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AB24A-91D3-4CE6-9A9E-8B259B7095FB}">
      <dsp:nvSpPr>
        <dsp:cNvPr id="0" name=""/>
        <dsp:cNvSpPr/>
      </dsp:nvSpPr>
      <dsp:spPr>
        <a:xfrm>
          <a:off x="3446272" y="1925"/>
          <a:ext cx="3877056" cy="926324"/>
        </a:xfrm>
        <a:prstGeom prst="round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目的</a:t>
          </a:r>
        </a:p>
      </dsp:txBody>
      <dsp:txXfrm>
        <a:off x="3491491" y="47144"/>
        <a:ext cx="3786618" cy="835886"/>
      </dsp:txXfrm>
    </dsp:sp>
    <dsp:sp modelId="{72812CA6-661D-42DB-90F6-63B28C7CC29B}">
      <dsp:nvSpPr>
        <dsp:cNvPr id="0" name=""/>
        <dsp:cNvSpPr/>
      </dsp:nvSpPr>
      <dsp:spPr>
        <a:xfrm>
          <a:off x="3446272" y="974567"/>
          <a:ext cx="3877056" cy="926324"/>
        </a:xfrm>
        <a:prstGeom prst="round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対象</a:t>
          </a:r>
        </a:p>
      </dsp:txBody>
      <dsp:txXfrm>
        <a:off x="3491491" y="1019786"/>
        <a:ext cx="3786618" cy="835886"/>
      </dsp:txXfrm>
    </dsp:sp>
    <dsp:sp modelId="{3E619259-8696-4E10-A378-39B11195F178}">
      <dsp:nvSpPr>
        <dsp:cNvPr id="0" name=""/>
        <dsp:cNvSpPr/>
      </dsp:nvSpPr>
      <dsp:spPr>
        <a:xfrm>
          <a:off x="3446272" y="1947208"/>
          <a:ext cx="3877056" cy="926324"/>
        </a:xfrm>
        <a:prstGeom prst="round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根拠</a:t>
          </a:r>
        </a:p>
      </dsp:txBody>
      <dsp:txXfrm>
        <a:off x="3491491" y="1992427"/>
        <a:ext cx="3786618" cy="835886"/>
      </dsp:txXfrm>
    </dsp:sp>
    <dsp:sp modelId="{7B48B248-89C4-41CE-8C03-06C93B48A5C9}">
      <dsp:nvSpPr>
        <dsp:cNvPr id="0" name=""/>
        <dsp:cNvSpPr/>
      </dsp:nvSpPr>
      <dsp:spPr>
        <a:xfrm>
          <a:off x="3446272" y="2919849"/>
          <a:ext cx="3877056" cy="926324"/>
        </a:xfrm>
        <a:prstGeom prst="roundRect">
          <a:avLst/>
        </a:prstGeom>
        <a:solidFill>
          <a:srgbClr val="A64C32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条件</a:t>
          </a:r>
        </a:p>
      </dsp:txBody>
      <dsp:txXfrm>
        <a:off x="3491491" y="2965068"/>
        <a:ext cx="3786618" cy="835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7CACE-AD96-4C43-AB77-A5808209997B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EA427-0779-4F13-AD7E-C62FEC7A0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191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操作確認用サンプル </a:t>
            </a:r>
            <a:r>
              <a:rPr kumimoji="1" lang="en-US" altLang="ja-JP"/>
              <a:t>/ AI</a:t>
            </a:r>
            <a:r>
              <a:rPr kumimoji="1" lang="ja-JP" altLang="en-US"/>
              <a:t>未使用
問いに対して、根拠と具体例を順番に示します。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1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架空の動作確認用データ
違いを読む </a:t>
            </a:r>
            <a:r>
              <a:rPr kumimoji="1" lang="en-US" altLang="ja-JP"/>
              <a:t>— </a:t>
            </a:r>
            <a:r>
              <a:rPr kumimoji="1" lang="ja-JP" altLang="en-US"/>
              <a:t>同じ単位で比較します。
条件を添える </a:t>
            </a:r>
            <a:r>
              <a:rPr kumimoji="1" lang="en-US" altLang="ja-JP"/>
              <a:t>— </a:t>
            </a:r>
            <a:r>
              <a:rPr kumimoji="1" lang="ja-JP" altLang="en-US"/>
              <a:t>期間と出典を示します。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63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中心の問い </a:t>
            </a:r>
            <a:r>
              <a:rPr kumimoji="1" lang="en-US" altLang="ja-JP"/>
              <a:t>— </a:t>
            </a:r>
            <a:r>
              <a:rPr kumimoji="1" lang="ja-JP" altLang="en-US"/>
              <a:t>中心の問いを具体的に示します。
根拠 </a:t>
            </a:r>
            <a:r>
              <a:rPr kumimoji="1" lang="en-US" altLang="ja-JP"/>
              <a:t>— </a:t>
            </a:r>
            <a:r>
              <a:rPr kumimoji="1" lang="ja-JP" altLang="en-US"/>
              <a:t>根拠を具体的に示します。
説明 </a:t>
            </a:r>
            <a:r>
              <a:rPr kumimoji="1" lang="en-US" altLang="ja-JP"/>
              <a:t>— </a:t>
            </a:r>
            <a:r>
              <a:rPr kumimoji="1" lang="ja-JP" altLang="en-US"/>
              <a:t>説明を具体的に示します。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49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読み手の問いに合わせて、根拠と具体例を順番に示します。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何を伝えるか
具体例 </a:t>
            </a:r>
            <a:r>
              <a:rPr kumimoji="1" lang="en-US" altLang="ja-JP"/>
              <a:t>— </a:t>
            </a:r>
            <a:r>
              <a:rPr kumimoji="1" lang="ja-JP" altLang="en-US"/>
              <a:t>身近な例で示す
読み取り </a:t>
            </a:r>
            <a:r>
              <a:rPr kumimoji="1" lang="en-US" altLang="ja-JP"/>
              <a:t>— </a:t>
            </a:r>
            <a:r>
              <a:rPr kumimoji="1" lang="ja-JP" altLang="en-US"/>
              <a:t>規則を見つける
まとめ </a:t>
            </a:r>
            <a:r>
              <a:rPr kumimoji="1" lang="en-US" altLang="ja-JP"/>
              <a:t>— </a:t>
            </a:r>
            <a:r>
              <a:rPr kumimoji="1" lang="ja-JP" altLang="en-US"/>
              <a:t>問いへの答え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006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この等式は最初の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個の奇数の和の公式。</a:t>
            </a:r>
            <a:r>
              <a:rPr kumimoji="1" lang="en-US" altLang="ja-JP"/>
              <a:t>n=1</a:t>
            </a:r>
            <a:r>
              <a:rPr kumimoji="1" lang="ja-JP" altLang="en-US"/>
              <a:t>で成立し、</a:t>
            </a:r>
            <a:r>
              <a:rPr kumimoji="1" lang="en-US" altLang="ja-JP"/>
              <a:t>n²+(2n+1)=(n+1)²</a:t>
            </a:r>
            <a:r>
              <a:rPr kumimoji="1" lang="ja-JP" altLang="en-US"/>
              <a:t>で帰納的に確認できます。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</a:t>
            </a:r>
            <a:r>
              <a:rPr kumimoji="1" lang="en-US" altLang="ja-JP"/>
              <a:t>n = 3 </a:t>
            </a:r>
            <a:r>
              <a:rPr kumimoji="1" lang="ja-JP" altLang="en-US"/>
              <a:t>の例 </a:t>
            </a:r>
            <a:r>
              <a:rPr kumimoji="1" lang="en-US" altLang="ja-JP"/>
              <a:t>— 1 + 3 + 5 = 9 = 3²
</a:t>
            </a:r>
            <a:r>
              <a:rPr kumimoji="1" lang="ja-JP" altLang="en-US"/>
              <a:t>説明と証明を区別 </a:t>
            </a:r>
            <a:r>
              <a:rPr kumimoji="1" lang="en-US" altLang="ja-JP"/>
              <a:t>— </a:t>
            </a:r>
            <a:r>
              <a:rPr kumimoji="1" lang="ja-JP" altLang="en-US"/>
              <a:t>一例の確認だけでは、すべての</a:t>
            </a:r>
            <a:r>
              <a:rPr kumimoji="1" lang="en-US" altLang="ja-JP"/>
              <a:t>n</a:t>
            </a:r>
            <a:r>
              <a:rPr kumimoji="1" lang="ja-JP" altLang="en-US"/>
              <a:t>で成り立つ証明にはなりません。
</a:t>
            </a:r>
            <a:r>
              <a:rPr kumimoji="1" lang="en-US" altLang="ja-JP"/>
              <a:t>1 + 3 + 5 + … + (2n − 1) = n²
</a:t>
            </a:r>
            <a:r>
              <a:rPr kumimoji="1" lang="ja-JP" altLang="en-US"/>
              <a:t>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個の奇数の和は</a:t>
            </a:r>
            <a:r>
              <a:rPr kumimoji="1" lang="en-US" altLang="ja-JP"/>
              <a:t>n²</a:t>
            </a:r>
            <a:r>
              <a:rPr kumimoji="1" lang="ja-JP" altLang="en-US"/>
              <a:t>です。</a:t>
            </a:r>
            <a:r>
              <a:rPr kumimoji="1" lang="en-US" altLang="ja-JP"/>
              <a:t>n</a:t>
            </a:r>
            <a:r>
              <a:rPr kumimoji="1" lang="ja-JP" altLang="en-US"/>
              <a:t>は正の整数。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60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対象 </a:t>
            </a:r>
            <a:r>
              <a:rPr kumimoji="1" lang="en-US" altLang="ja-JP"/>
              <a:t>— </a:t>
            </a:r>
            <a:r>
              <a:rPr kumimoji="1" lang="ja-JP" altLang="en-US"/>
              <a:t>対象を具体的に示します。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
違い </a:t>
            </a:r>
            <a:r>
              <a:rPr kumimoji="1" lang="en-US" altLang="ja-JP"/>
              <a:t>— </a:t>
            </a:r>
            <a:r>
              <a:rPr kumimoji="1" lang="ja-JP" altLang="en-US"/>
              <a:t>違いを具体的に示します。
根拠 </a:t>
            </a:r>
            <a:r>
              <a:rPr kumimoji="1" lang="en-US" altLang="ja-JP"/>
              <a:t>— </a:t>
            </a:r>
            <a:r>
              <a:rPr kumimoji="1" lang="ja-JP" altLang="en-US"/>
              <a:t>根拠を具体的に示します。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754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目的 </a:t>
            </a:r>
            <a:r>
              <a:rPr kumimoji="1" lang="en-US" altLang="ja-JP"/>
              <a:t>— </a:t>
            </a:r>
            <a:r>
              <a:rPr kumimoji="1" lang="ja-JP" altLang="en-US"/>
              <a:t>目的を具体的に示します。
説明 </a:t>
            </a:r>
            <a:r>
              <a:rPr kumimoji="1" lang="en-US" altLang="ja-JP"/>
              <a:t>— </a:t>
            </a:r>
            <a:r>
              <a:rPr kumimoji="1" lang="ja-JP" altLang="en-US"/>
              <a:t>説明を具体的に示します。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947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例 </a:t>
            </a:r>
            <a:r>
              <a:rPr kumimoji="1" lang="en-US" altLang="ja-JP"/>
              <a:t>A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B — 42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C — 58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246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比較条件 </a:t>
            </a:r>
            <a:r>
              <a:rPr kumimoji="1" lang="en-US" altLang="ja-JP"/>
              <a:t>— </a:t>
            </a:r>
            <a:r>
              <a:rPr kumimoji="1" lang="ja-JP" altLang="en-US"/>
              <a:t>比較条件を具体的に示します。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0304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考え方
分類
具体例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119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問いに対して、根拠と具体例を順番に示します。
観察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具体例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説明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検証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666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問いを具体的に示します。
例 </a:t>
            </a:r>
            <a:r>
              <a:rPr kumimoji="1" lang="en-US" altLang="ja-JP"/>
              <a:t>— </a:t>
            </a:r>
            <a:r>
              <a:rPr kumimoji="1" lang="ja-JP" altLang="en-US"/>
              <a:t>例を具体的に示します。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
まとめ </a:t>
            </a:r>
            <a:r>
              <a:rPr kumimoji="1" lang="en-US" altLang="ja-JP"/>
              <a:t>— </a:t>
            </a:r>
            <a:r>
              <a:rPr kumimoji="1" lang="ja-JP" altLang="en-US"/>
              <a:t>まとめを具体的に示します。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082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候補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条件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検証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選択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708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変更前 </a:t>
            </a:r>
            <a:r>
              <a:rPr kumimoji="1" lang="en-US" altLang="ja-JP"/>
              <a:t>— </a:t>
            </a:r>
            <a:r>
              <a:rPr kumimoji="1" lang="ja-JP" altLang="en-US"/>
              <a:t>変更前を具体的に示します。
変更後 </a:t>
            </a:r>
            <a:r>
              <a:rPr kumimoji="1" lang="en-US" altLang="ja-JP"/>
              <a:t>— </a:t>
            </a:r>
            <a:r>
              <a:rPr kumimoji="1" lang="ja-JP" altLang="en-US"/>
              <a:t>変更後を具体的に示します。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787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489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3845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目的
対象
根拠
条件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7816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根拠を確かめて伝える
問いに対して、根拠と具体例を順番に示します。
確かめる </a:t>
            </a:r>
            <a:r>
              <a:rPr kumimoji="1" lang="en-US" altLang="ja-JP"/>
              <a:t>— </a:t>
            </a:r>
            <a:r>
              <a:rPr kumimoji="1" lang="ja-JP" altLang="en-US"/>
              <a:t>確かめるを具体的に示します。
伝える </a:t>
            </a:r>
            <a:r>
              <a:rPr kumimoji="1" lang="en-US" altLang="ja-JP"/>
              <a:t>— </a:t>
            </a:r>
            <a:r>
              <a:rPr kumimoji="1" lang="ja-JP" altLang="en-US"/>
              <a:t>伝えるを具体的に示します。
見直す </a:t>
            </a:r>
            <a:r>
              <a:rPr kumimoji="1" lang="en-US" altLang="ja-JP"/>
              <a:t>— </a:t>
            </a:r>
            <a:r>
              <a:rPr kumimoji="1" lang="ja-JP" altLang="en-US"/>
              <a:t>見直すを具体的に示します。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978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対象 </a:t>
            </a:r>
            <a:r>
              <a:rPr kumimoji="1" lang="en-US" altLang="ja-JP"/>
              <a:t>— </a:t>
            </a:r>
            <a:r>
              <a:rPr kumimoji="1" lang="ja-JP" altLang="en-US"/>
              <a:t>対象を具体的に示します。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
違い </a:t>
            </a:r>
            <a:r>
              <a:rPr kumimoji="1" lang="en-US" altLang="ja-JP"/>
              <a:t>— </a:t>
            </a:r>
            <a:r>
              <a:rPr kumimoji="1" lang="ja-JP" altLang="en-US"/>
              <a:t>違いを具体的に示します。
根拠 </a:t>
            </a:r>
            <a:r>
              <a:rPr kumimoji="1" lang="en-US" altLang="ja-JP"/>
              <a:t>— </a:t>
            </a:r>
            <a:r>
              <a:rPr kumimoji="1" lang="ja-JP" altLang="en-US"/>
              <a:t>根拠を具体的に示します。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9364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目的 </a:t>
            </a:r>
            <a:r>
              <a:rPr kumimoji="1" lang="en-US" altLang="ja-JP"/>
              <a:t>— </a:t>
            </a:r>
            <a:r>
              <a:rPr kumimoji="1" lang="ja-JP" altLang="en-US"/>
              <a:t>目的を具体的に示します。
説明 </a:t>
            </a:r>
            <a:r>
              <a:rPr kumimoji="1" lang="en-US" altLang="ja-JP"/>
              <a:t>— </a:t>
            </a:r>
            <a:r>
              <a:rPr kumimoji="1" lang="ja-JP" altLang="en-US"/>
              <a:t>説明を具体的に示します。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18509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例 </a:t>
            </a:r>
            <a:r>
              <a:rPr kumimoji="1" lang="en-US" altLang="ja-JP"/>
              <a:t>A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B — 42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
例 </a:t>
            </a:r>
            <a:r>
              <a:rPr kumimoji="1" lang="en-US" altLang="ja-JP"/>
              <a:t>C — 58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架空のサンプル値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70395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比較条件 </a:t>
            </a:r>
            <a:r>
              <a:rPr kumimoji="1" lang="en-US" altLang="ja-JP"/>
              <a:t>— </a:t>
            </a:r>
            <a:r>
              <a:rPr kumimoji="1" lang="ja-JP" altLang="en-US"/>
              <a:t>比較条件を具体的に示します。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933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考え方
分類
具体例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8349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問いに対して、根拠と具体例を順番に示します。
観察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具体例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説明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
検証 </a:t>
            </a:r>
            <a:r>
              <a:rPr kumimoji="1" lang="en-US" altLang="ja-JP"/>
              <a:t>— </a:t>
            </a:r>
            <a:r>
              <a:rPr kumimoji="1" lang="ja-JP" altLang="en-US"/>
              <a:t>問いとの関係を示す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657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問いを具体的に示します。
例 </a:t>
            </a:r>
            <a:r>
              <a:rPr kumimoji="1" lang="en-US" altLang="ja-JP"/>
              <a:t>— </a:t>
            </a:r>
            <a:r>
              <a:rPr kumimoji="1" lang="ja-JP" altLang="en-US"/>
              <a:t>例を具体的に示します。
確認 </a:t>
            </a:r>
            <a:r>
              <a:rPr kumimoji="1" lang="en-US" altLang="ja-JP"/>
              <a:t>— </a:t>
            </a:r>
            <a:r>
              <a:rPr kumimoji="1" lang="ja-JP" altLang="en-US"/>
              <a:t>確認を具体的に示します。
まとめ </a:t>
            </a:r>
            <a:r>
              <a:rPr kumimoji="1" lang="en-US" altLang="ja-JP"/>
              <a:t>— </a:t>
            </a:r>
            <a:r>
              <a:rPr kumimoji="1" lang="ja-JP" altLang="en-US"/>
              <a:t>まとめを具体的に示します。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5112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候補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条件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検証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
選択 </a:t>
            </a:r>
            <a:r>
              <a:rPr kumimoji="1" lang="en-US" altLang="ja-JP"/>
              <a:t>— </a:t>
            </a:r>
            <a:r>
              <a:rPr kumimoji="1" lang="ja-JP" altLang="en-US"/>
              <a:t>条件を確認します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7399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変更前 </a:t>
            </a:r>
            <a:r>
              <a:rPr kumimoji="1" lang="en-US" altLang="ja-JP"/>
              <a:t>— </a:t>
            </a:r>
            <a:r>
              <a:rPr kumimoji="1" lang="ja-JP" altLang="en-US"/>
              <a:t>変更前を具体的に示します。
変更後 </a:t>
            </a:r>
            <a:r>
              <a:rPr kumimoji="1" lang="en-US" altLang="ja-JP"/>
              <a:t>— </a:t>
            </a:r>
            <a:r>
              <a:rPr kumimoji="1" lang="ja-JP" altLang="en-US"/>
              <a:t>変更後を具体的に示します。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720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条件 </a:t>
            </a:r>
            <a:r>
              <a:rPr kumimoji="1" lang="en-US" altLang="ja-JP"/>
              <a:t>— </a:t>
            </a:r>
            <a:r>
              <a:rPr kumimoji="1" lang="ja-JP" altLang="en-US"/>
              <a:t>条件を具体的に示します。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750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条件をそろえて比較する
問いに対して、根拠と具体例を順番に示します。
読み取り </a:t>
            </a:r>
            <a:r>
              <a:rPr kumimoji="1" lang="en-US" altLang="ja-JP"/>
              <a:t>— </a:t>
            </a:r>
            <a:r>
              <a:rPr kumimoji="1" lang="ja-JP" altLang="en-US"/>
              <a:t>読み取りを具体的に示します。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1957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構成 </a:t>
            </a:r>
            <a:r>
              <a:rPr kumimoji="1" lang="en-US" altLang="ja-JP"/>
              <a:t>— </a:t>
            </a:r>
            <a:r>
              <a:rPr kumimoji="1" lang="ja-JP" altLang="en-US"/>
              <a:t>構成を具体的に示します。
見やすさ </a:t>
            </a:r>
            <a:r>
              <a:rPr kumimoji="1" lang="en-US" altLang="ja-JP"/>
              <a:t>— </a:t>
            </a:r>
            <a:r>
              <a:rPr kumimoji="1" lang="ja-JP" altLang="en-US"/>
              <a:t>見やすさを具体的に示します。
正確さ </a:t>
            </a:r>
            <a:r>
              <a:rPr kumimoji="1" lang="en-US" altLang="ja-JP"/>
              <a:t>— </a:t>
            </a:r>
            <a:r>
              <a:rPr kumimoji="1" lang="ja-JP" altLang="en-US"/>
              <a:t>正確さを具体的に示します。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EA427-0779-4F13-AD7E-C62FEC7A0DE9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97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06CB7-05AE-467A-16BC-0ECE73830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E332EA-EF26-6349-BBF6-7B780710C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2303DC-2938-5541-36AA-73F6C9C2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BCE1D7-E3C0-2F46-7052-333A0250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EDE61C-7C0B-9C1F-8201-39F1D6C0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3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69760-95D0-FECB-662C-C3DEC1B2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87B44E-D5DF-AB1A-B7BA-C5B5134F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47CF3F-2A1F-D215-546D-70596CC4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15A08-6210-47C4-BF1A-C9F34026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05A6C4-AB09-FC23-F2A6-816B63BB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34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BBAED7-BF8A-C2F4-0890-93ED35CA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8E82B3-B0A5-E9CB-5702-7BF3D47BD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D7A66A-1E1F-49BB-274A-B7C37D0D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4D3A4F-A6E8-F2BE-7747-798EEB6E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0086FA-6ED2-0BCC-BD38-8D7D318C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66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653C98-7107-EB59-977C-C5A10E2E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64931A-90DD-B218-2E44-C725F8CFA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237081-39AF-3D49-FED6-55FD94200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30CD71-DA69-D01E-FC92-60218AD9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98A030-0DA3-65BE-D076-0C50AD3D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5C784A-1898-8D58-CD8B-F5C18D2C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42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F0B5AC-A8E0-4B30-9FB9-A1780E46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CB6446-9059-C0BD-324D-7C61EF514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9F85B4-8250-BFAF-43FC-C4FFE9708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84F50D-3495-268A-294A-AC7D5A865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27BF5C-2A39-6A6C-D15B-55E505083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CADBE38-49CC-F085-049C-E0A22E16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8A14F0-A197-BF62-99D8-97C7593F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A7BFD3-7998-47BB-4279-3D9C8A01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68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06C6D-9967-92E1-2F56-B2FEF826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3E4488-25DC-E60C-B020-4EC1B7CB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CC3A5F-A99C-9715-FB47-DCA1C979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ECA371-C0AE-5050-427E-D7409E6A1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25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CED0A4D-D538-B4CB-F40D-5C3EF66E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263BDB-32D1-68BB-27E0-AAE8F9792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DAA20C-8F53-5CFD-A356-64231091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98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74A6E-0A92-34B6-FB55-5EBCD11A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85BD14-0189-1682-14EE-0A784D432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6B9A88-4B07-8CFB-69EC-0E7B2F815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89B4AF-7004-C39D-E418-81602DFD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FFFACA-B348-9CBC-1BE4-8305D2FC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2917F5-FEDA-8898-D7DF-4C673CE1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17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BB0601-500D-1488-0FF4-5435CE9F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ED901F2-F3EA-6510-8543-FCFF1432E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50CF88-35E5-7D20-0489-96DE052C5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6E9F29-60C1-F2B5-44E0-E051DD72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98B621-4A21-5064-11C7-F873BD92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53FA9-4B28-AEA5-AF1D-4E209448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16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C4FFE-74B7-C93A-E294-28E8782EC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C15A9A-106F-F4AC-1D39-BD3157690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DE879-3776-84D8-68BB-B76BD00F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2EB6D7-8AE3-F812-1924-85FFB27E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DB70B4-795F-09E7-25E2-DD899C59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94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F9D92C3-ED3B-C0CB-5FCD-B2C90E802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E1AE3E-E461-3784-0872-F21CAC97C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FE1681-AB16-6F56-EE14-CE07C053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CD6574-BC9D-09FD-B71F-8B5C9DE3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6867B-18FA-885F-163D-D34B9746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3420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F9B3103-0A1A-E62D-799B-B997B7AF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E0A41F-0937-7BEF-AE5B-0AC9915FB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CFF432-C9AD-7425-3461-11CAEC55A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E006C-F3B7-4241-9828-0A85C9232849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FA4B98-178A-AF42-0F0B-23848DA6E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1D934C-699E-F3A8-0BB0-171A53F60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77FD1-0B80-4BB6-AB87-BF91EAF65D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658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22AE566-450A-AF90-51E5-D59C55735428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9441665-7BC0-6B09-6F1C-6FDEA1012BD6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2BDD6D-A7F2-B488-0C88-494A1A22F985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4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図形文法とテーマのサンプル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F4061F-EACD-EB44-3192-B6852823CA6D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操作確認用サンプル </a:t>
            </a:r>
            <a:r>
              <a:rPr kumimoji="1" lang="en-US" altLang="ja-JP" sz="22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2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0D37629-694B-D856-45B2-44C4F55E39E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7CC2C0-7A1F-CF44-8E33-CD5FED107D2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928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45C2F3-06F9-2C88-A2DE-F407E9AD2E2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数値の違いを図で伝える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88DCE89-C502-9762-77BB-61757A52B11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AB38AFDE-BFBD-6B2A-3BC3-029F1DD5F3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299923"/>
              </p:ext>
            </p:extLst>
          </p:nvPr>
        </p:nvGraphicFramePr>
        <p:xfrm>
          <a:off x="685800" y="2057400"/>
          <a:ext cx="7289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9F4402-9A0B-2788-9439-1CA743EE01FF}"/>
              </a:ext>
            </a:extLst>
          </p:cNvPr>
          <p:cNvSpPr txBox="1"/>
          <p:nvPr/>
        </p:nvSpPr>
        <p:spPr>
          <a:xfrm>
            <a:off x="685800" y="5588000"/>
            <a:ext cx="728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架空の動作確認用データ。資料の分析結果ではありません。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9A38D5-9ADB-B826-941B-1B98D95D46E2}"/>
              </a:ext>
            </a:extLst>
          </p:cNvPr>
          <p:cNvSpPr/>
          <p:nvPr/>
        </p:nvSpPr>
        <p:spPr>
          <a:xfrm>
            <a:off x="8394700" y="1993900"/>
            <a:ext cx="38100" cy="36703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46FBF3-E570-C070-A4D4-5D40C74DA104}"/>
              </a:ext>
            </a:extLst>
          </p:cNvPr>
          <p:cNvSpPr txBox="1"/>
          <p:nvPr/>
        </p:nvSpPr>
        <p:spPr>
          <a:xfrm>
            <a:off x="8699500" y="20066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違いを読む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D344F73-B985-1A49-116D-0A82AB34AA64}"/>
              </a:ext>
            </a:extLst>
          </p:cNvPr>
          <p:cNvSpPr txBox="1"/>
          <p:nvPr/>
        </p:nvSpPr>
        <p:spPr>
          <a:xfrm>
            <a:off x="8699500" y="2451100"/>
            <a:ext cx="2768600" cy="1212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同じ単位で比較します。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CFD574A-27EA-0AE5-028C-510318F17F63}"/>
              </a:ext>
            </a:extLst>
          </p:cNvPr>
          <p:cNvCxnSpPr/>
          <p:nvPr/>
        </p:nvCxnSpPr>
        <p:spPr>
          <a:xfrm>
            <a:off x="8699500" y="3702050"/>
            <a:ext cx="2768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097947-0A04-A347-2241-91D3CEED3C60}"/>
              </a:ext>
            </a:extLst>
          </p:cNvPr>
          <p:cNvSpPr txBox="1"/>
          <p:nvPr/>
        </p:nvSpPr>
        <p:spPr>
          <a:xfrm>
            <a:off x="8699500" y="385445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条件を添える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BB49FC-5451-E964-8889-A2FE441E85F3}"/>
              </a:ext>
            </a:extLst>
          </p:cNvPr>
          <p:cNvSpPr txBox="1"/>
          <p:nvPr/>
        </p:nvSpPr>
        <p:spPr>
          <a:xfrm>
            <a:off x="8699500" y="4298950"/>
            <a:ext cx="2768600" cy="1212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期間と出典を示します。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26313D6-90B0-E853-A15F-9E7B5709673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ED39E85-ECAB-9C5C-8A9B-67435529726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769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F3E7A7-75A1-AC0C-E808-C75B29F536C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情報の関係を見える形にする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9F0C312-7C79-1A0E-B6A8-651B6CAC0EA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399622C-5E7D-1BA8-A2EA-DB7B734192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170929"/>
              </p:ext>
            </p:extLst>
          </p:nvPr>
        </p:nvGraphicFramePr>
        <p:xfrm>
          <a:off x="711200" y="1866900"/>
          <a:ext cx="10769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E5E38EC-BC55-BBAE-25BD-972C1C429A4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1AAAD5D-2FFA-23AB-9E9C-64840F51A66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827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5EF995-E497-1684-5871-E1D1FE40AA5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説明を組み立てる順序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9AB076D-96A8-2CCB-70EC-0FDC21305FE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C3489A25-DB78-A39A-66C5-389257104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3759362"/>
              </p:ext>
            </p:extLst>
          </p:nvPr>
        </p:nvGraphicFramePr>
        <p:xfrm>
          <a:off x="711200" y="2108200"/>
          <a:ext cx="10769600" cy="298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51AAFC-C92C-6716-D8CE-2A3A3830C553}"/>
              </a:ext>
            </a:extLst>
          </p:cNvPr>
          <p:cNvSpPr txBox="1"/>
          <p:nvPr/>
        </p:nvSpPr>
        <p:spPr>
          <a:xfrm>
            <a:off x="736600" y="5397500"/>
            <a:ext cx="1071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読み手の問いに合わせて、根拠と具体例を順番に示します。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2DE2BD5-DA21-F774-B464-2EE7A9D1301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4B01C4-F8D5-FF7F-DEB5-6363F7791CA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81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60B4A8-261B-CFBE-EF0E-A7E4A65C65E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具体例から規則を見つける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9753E77-F442-B466-3E59-74DF2989813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45EE20-4519-95D3-0036-FC7B8EB5F471}"/>
              </a:ext>
            </a:extLst>
          </p:cNvPr>
          <p:cNvSpPr/>
          <p:nvPr/>
        </p:nvSpPr>
        <p:spPr>
          <a:xfrm>
            <a:off x="711200" y="2159000"/>
            <a:ext cx="5994400" cy="35052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5CB28CA-AB5B-303B-E17F-E57BF684A05C}"/>
              </a:ext>
            </a:extLst>
          </p:cNvPr>
          <p:cNvSpPr txBox="1"/>
          <p:nvPr/>
        </p:nvSpPr>
        <p:spPr>
          <a:xfrm>
            <a:off x="1079500" y="2921000"/>
            <a:ext cx="5257800" cy="181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pt-BR" altLang="ja-JP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+ … + (2n − 1)
= n²</a:t>
            </a:r>
            <a:endParaRPr kumimoji="1" lang="ja-JP" altLang="en-US" sz="24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92BBC96-5583-D49C-B32C-1ACC3C8D4A8C}"/>
              </a:ext>
            </a:extLst>
          </p:cNvPr>
          <p:cNvSpPr txBox="1"/>
          <p:nvPr/>
        </p:nvSpPr>
        <p:spPr>
          <a:xfrm>
            <a:off x="7315200" y="21971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CFE244-003A-D2D9-EF57-114C1C5D04FA}"/>
              </a:ext>
            </a:extLst>
          </p:cNvPr>
          <p:cNvSpPr txBox="1"/>
          <p:nvPr/>
        </p:nvSpPr>
        <p:spPr>
          <a:xfrm>
            <a:off x="7848600" y="2197100"/>
            <a:ext cx="360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 = 3 </a:t>
            </a: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の例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1DBC8F-FA64-FABF-464B-0CD20A660FF8}"/>
              </a:ext>
            </a:extLst>
          </p:cNvPr>
          <p:cNvSpPr txBox="1"/>
          <p:nvPr/>
        </p:nvSpPr>
        <p:spPr>
          <a:xfrm>
            <a:off x="7848600" y="2641600"/>
            <a:ext cx="36068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 = 3²</a:t>
            </a:r>
            <a:endParaRPr kumimoji="1" lang="ja-JP" altLang="en-US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0D5D563-2AAD-5150-1A71-95D634DE8D3A}"/>
              </a:ext>
            </a:extLst>
          </p:cNvPr>
          <p:cNvCxnSpPr/>
          <p:nvPr/>
        </p:nvCxnSpPr>
        <p:spPr>
          <a:xfrm>
            <a:off x="7848600" y="3765550"/>
            <a:ext cx="36068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73BB6E-D4DF-D03F-AFF9-21417BD6BBAB}"/>
              </a:ext>
            </a:extLst>
          </p:cNvPr>
          <p:cNvSpPr txBox="1"/>
          <p:nvPr/>
        </p:nvSpPr>
        <p:spPr>
          <a:xfrm>
            <a:off x="7315200" y="39179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A90C2E-2BC1-CCCA-CC6B-B3A7BE0CE16B}"/>
              </a:ext>
            </a:extLst>
          </p:cNvPr>
          <p:cNvSpPr txBox="1"/>
          <p:nvPr/>
        </p:nvSpPr>
        <p:spPr>
          <a:xfrm>
            <a:off x="7848600" y="3917950"/>
            <a:ext cx="360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説明と証明を区別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C4CFDB-256F-C34F-6FF9-CC5D7D425CE6}"/>
              </a:ext>
            </a:extLst>
          </p:cNvPr>
          <p:cNvSpPr txBox="1"/>
          <p:nvPr/>
        </p:nvSpPr>
        <p:spPr>
          <a:xfrm>
            <a:off x="7848600" y="4362450"/>
            <a:ext cx="36068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一例の確認だけでは、すべての</a:t>
            </a:r>
            <a:r>
              <a:rPr kumimoji="1" lang="en-US" altLang="ja-JP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
</a:t>
            </a: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で成り立つ証明にはなりません。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A10E908-4E44-186C-61D7-220F6790EEE6}"/>
              </a:ext>
            </a:extLst>
          </p:cNvPr>
          <p:cNvSpPr txBox="1"/>
          <p:nvPr/>
        </p:nvSpPr>
        <p:spPr>
          <a:xfrm>
            <a:off x="977900" y="5067300"/>
            <a:ext cx="546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15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 sz="15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個の奇数の和は</a:t>
            </a:r>
            <a:r>
              <a:rPr kumimoji="1" lang="en-US" altLang="ja-JP" sz="15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n²</a:t>
            </a:r>
            <a:r>
              <a:rPr kumimoji="1" lang="ja-JP" altLang="en-US" sz="15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です。</a:t>
            </a:r>
            <a:r>
              <a:rPr kumimoji="1" lang="en-US" altLang="ja-JP" sz="15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は正の整数。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8A3D57D-4233-7C9B-D9A2-BE54DF73543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B282BE-BE27-4C06-EB72-A64B900B800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07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67F82E-F9BC-C709-CF6B-ADC68E88D7A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観点を</a:t>
            </a:r>
            <a:r>
              <a:rPr kumimoji="1" lang="en-US" altLang="ja-JP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つに分ける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4B209B9-B62F-8872-ED3C-346450E109D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7EAB6F7-105D-FDFD-3ADC-494653AF9085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EBD3CA-509B-DC09-BB4F-C5FB63955DED}"/>
              </a:ext>
            </a:extLst>
          </p:cNvPr>
          <p:cNvSpPr/>
          <p:nvPr/>
        </p:nvSpPr>
        <p:spPr>
          <a:xfrm>
            <a:off x="6070600" y="2095500"/>
            <a:ext cx="12700" cy="3835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5BFE54-E8C2-CEF7-8389-44A63F878823}"/>
              </a:ext>
            </a:extLst>
          </p:cNvPr>
          <p:cNvSpPr txBox="1"/>
          <p:nvPr/>
        </p:nvSpPr>
        <p:spPr>
          <a:xfrm>
            <a:off x="825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3AFF1C9-5B59-F938-910E-0DACAE3683FC}"/>
              </a:ext>
            </a:extLst>
          </p:cNvPr>
          <p:cNvSpPr txBox="1"/>
          <p:nvPr/>
        </p:nvSpPr>
        <p:spPr>
          <a:xfrm>
            <a:off x="825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対象を具体的に示します。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15DAD25-9F90-8E43-E423-C6D9B8C26121}"/>
              </a:ext>
            </a:extLst>
          </p:cNvPr>
          <p:cNvSpPr txBox="1"/>
          <p:nvPr/>
        </p:nvSpPr>
        <p:spPr>
          <a:xfrm>
            <a:off x="6286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8A19AA2-DC83-3240-13B2-75568068F98F}"/>
              </a:ext>
            </a:extLst>
          </p:cNvPr>
          <p:cNvSpPr txBox="1"/>
          <p:nvPr/>
        </p:nvSpPr>
        <p:spPr>
          <a:xfrm>
            <a:off x="6286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条件を具体的に示します。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383365D-0650-FBEB-7242-8A24923E4BA1}"/>
              </a:ext>
            </a:extLst>
          </p:cNvPr>
          <p:cNvSpPr txBox="1"/>
          <p:nvPr/>
        </p:nvSpPr>
        <p:spPr>
          <a:xfrm>
            <a:off x="825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2FDCC96-F0DA-F603-D1C4-6F3818A6043D}"/>
              </a:ext>
            </a:extLst>
          </p:cNvPr>
          <p:cNvSpPr txBox="1"/>
          <p:nvPr/>
        </p:nvSpPr>
        <p:spPr>
          <a:xfrm>
            <a:off x="825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違いを具体的に示します。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75E0F65-E933-E643-066A-DEA59A3CCB4E}"/>
              </a:ext>
            </a:extLst>
          </p:cNvPr>
          <p:cNvSpPr txBox="1"/>
          <p:nvPr/>
        </p:nvSpPr>
        <p:spPr>
          <a:xfrm>
            <a:off x="6286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51585A-DDAE-3166-0083-DC0F8A131373}"/>
              </a:ext>
            </a:extLst>
          </p:cNvPr>
          <p:cNvSpPr txBox="1"/>
          <p:nvPr/>
        </p:nvSpPr>
        <p:spPr>
          <a:xfrm>
            <a:off x="6286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根拠を具体的に示します。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D5F7DE0-7AE7-18F1-18B7-BB0333E7F37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D2FDFCB-3FDB-AF11-860B-3DF1DD2904A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021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F9F5169-0E0B-C97A-7896-AB1A2D22212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要点を並べてまとめる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B06C829-2415-B607-5C26-F82D19CBC44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0D3B6F-F0D5-B1E1-D5A5-FEA084FA3B4B}"/>
              </a:ext>
            </a:extLst>
          </p:cNvPr>
          <p:cNvSpPr txBox="1"/>
          <p:nvPr/>
        </p:nvSpPr>
        <p:spPr>
          <a:xfrm>
            <a:off x="7112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38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59DB8CE-4F74-7C11-16D7-3B3D3F601A26}"/>
              </a:ext>
            </a:extLst>
          </p:cNvPr>
          <p:cNvCxnSpPr/>
          <p:nvPr/>
        </p:nvCxnSpPr>
        <p:spPr>
          <a:xfrm>
            <a:off x="711200" y="3149600"/>
            <a:ext cx="3234267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30EA337-0CA6-3E59-A48D-4F2A5E568ABE}"/>
              </a:ext>
            </a:extLst>
          </p:cNvPr>
          <p:cNvSpPr txBox="1"/>
          <p:nvPr/>
        </p:nvSpPr>
        <p:spPr>
          <a:xfrm>
            <a:off x="711200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D31AD0-8750-8B43-CE71-57BCB5C40313}"/>
              </a:ext>
            </a:extLst>
          </p:cNvPr>
          <p:cNvSpPr txBox="1"/>
          <p:nvPr/>
        </p:nvSpPr>
        <p:spPr>
          <a:xfrm>
            <a:off x="711200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目的を具体的に示します。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2C6EEB-D36D-8028-6680-D341A8C8C212}"/>
              </a:ext>
            </a:extLst>
          </p:cNvPr>
          <p:cNvSpPr txBox="1"/>
          <p:nvPr/>
        </p:nvSpPr>
        <p:spPr>
          <a:xfrm>
            <a:off x="4301067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38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4789708-CA7B-BF43-3C01-A5DF34071E03}"/>
              </a:ext>
            </a:extLst>
          </p:cNvPr>
          <p:cNvCxnSpPr/>
          <p:nvPr/>
        </p:nvCxnSpPr>
        <p:spPr>
          <a:xfrm>
            <a:off x="4301067" y="3149600"/>
            <a:ext cx="3234266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D062DB0-DB6C-9170-B766-D283ABD5D0E8}"/>
              </a:ext>
            </a:extLst>
          </p:cNvPr>
          <p:cNvSpPr txBox="1"/>
          <p:nvPr/>
        </p:nvSpPr>
        <p:spPr>
          <a:xfrm>
            <a:off x="4301067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9757F55-4DE3-190E-96F5-AD9058B05BF5}"/>
              </a:ext>
            </a:extLst>
          </p:cNvPr>
          <p:cNvSpPr txBox="1"/>
          <p:nvPr/>
        </p:nvSpPr>
        <p:spPr>
          <a:xfrm>
            <a:off x="4301067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説明を具体的に示します。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89764F-93AB-4747-7915-AE365CC60B90}"/>
              </a:ext>
            </a:extLst>
          </p:cNvPr>
          <p:cNvSpPr txBox="1"/>
          <p:nvPr/>
        </p:nvSpPr>
        <p:spPr>
          <a:xfrm>
            <a:off x="7890933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38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2E2105B-BC94-AE34-2661-5582F2280612}"/>
              </a:ext>
            </a:extLst>
          </p:cNvPr>
          <p:cNvCxnSpPr/>
          <p:nvPr/>
        </p:nvCxnSpPr>
        <p:spPr>
          <a:xfrm>
            <a:off x="7890933" y="3149600"/>
            <a:ext cx="3234267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516DCA7-8E19-4ACA-C90D-D83448FC8257}"/>
              </a:ext>
            </a:extLst>
          </p:cNvPr>
          <p:cNvSpPr txBox="1"/>
          <p:nvPr/>
        </p:nvSpPr>
        <p:spPr>
          <a:xfrm>
            <a:off x="7890933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E1DC222-C1C5-11CA-0D29-A84ABA3EF706}"/>
              </a:ext>
            </a:extLst>
          </p:cNvPr>
          <p:cNvSpPr txBox="1"/>
          <p:nvPr/>
        </p:nvSpPr>
        <p:spPr>
          <a:xfrm>
            <a:off x="7890933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48A3D79-38D1-E7F2-5816-CAFECE9B83A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D3A601F-3492-394D-FC51-EDB738027A3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7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154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EE1B3B-54F2-9576-2587-4CB1F79C604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数値と単位を大きく見せる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F7C4DDA-8863-7398-B502-D50BB719925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E63A04-3AEB-2739-446F-BF4CE3576BDD}"/>
              </a:ext>
            </a:extLst>
          </p:cNvPr>
          <p:cNvSpPr txBox="1"/>
          <p:nvPr/>
        </p:nvSpPr>
        <p:spPr>
          <a:xfrm>
            <a:off x="711200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E0C8B6-E341-8C0E-0C1A-3909A335566A}"/>
              </a:ext>
            </a:extLst>
          </p:cNvPr>
          <p:cNvSpPr txBox="1"/>
          <p:nvPr/>
        </p:nvSpPr>
        <p:spPr>
          <a:xfrm>
            <a:off x="711200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44F906D-F981-BCD2-6312-B50902207C84}"/>
              </a:ext>
            </a:extLst>
          </p:cNvPr>
          <p:cNvCxnSpPr/>
          <p:nvPr/>
        </p:nvCxnSpPr>
        <p:spPr>
          <a:xfrm>
            <a:off x="711200" y="4686300"/>
            <a:ext cx="3246967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47E59C-326D-4B42-AC3C-1EA6489B1ABE}"/>
              </a:ext>
            </a:extLst>
          </p:cNvPr>
          <p:cNvSpPr txBox="1"/>
          <p:nvPr/>
        </p:nvSpPr>
        <p:spPr>
          <a:xfrm>
            <a:off x="711200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063E345-8C30-C163-39BA-74A7A62CDC38}"/>
              </a:ext>
            </a:extLst>
          </p:cNvPr>
          <p:cNvSpPr txBox="1"/>
          <p:nvPr/>
        </p:nvSpPr>
        <p:spPr>
          <a:xfrm>
            <a:off x="4301067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92F80C8-C7D8-D54F-34EC-BE2293DFB77B}"/>
              </a:ext>
            </a:extLst>
          </p:cNvPr>
          <p:cNvSpPr txBox="1"/>
          <p:nvPr/>
        </p:nvSpPr>
        <p:spPr>
          <a:xfrm>
            <a:off x="4301067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295A1DA-CE5A-C897-E147-328DAA1B666C}"/>
              </a:ext>
            </a:extLst>
          </p:cNvPr>
          <p:cNvCxnSpPr/>
          <p:nvPr/>
        </p:nvCxnSpPr>
        <p:spPr>
          <a:xfrm>
            <a:off x="4301067" y="4686300"/>
            <a:ext cx="3246966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197801-5F6D-28B7-5324-4B9526E8E57D}"/>
              </a:ext>
            </a:extLst>
          </p:cNvPr>
          <p:cNvSpPr txBox="1"/>
          <p:nvPr/>
        </p:nvSpPr>
        <p:spPr>
          <a:xfrm>
            <a:off x="4301067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E1D3E1E-F8E0-EC22-0D89-6067F70C1E13}"/>
              </a:ext>
            </a:extLst>
          </p:cNvPr>
          <p:cNvSpPr txBox="1"/>
          <p:nvPr/>
        </p:nvSpPr>
        <p:spPr>
          <a:xfrm>
            <a:off x="7890933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09B03B-A6E8-1F4A-529D-E57128B778F6}"/>
              </a:ext>
            </a:extLst>
          </p:cNvPr>
          <p:cNvSpPr txBox="1"/>
          <p:nvPr/>
        </p:nvSpPr>
        <p:spPr>
          <a:xfrm>
            <a:off x="7890933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9E4C400-A4E4-9625-91B4-E896DF031A6C}"/>
              </a:ext>
            </a:extLst>
          </p:cNvPr>
          <p:cNvCxnSpPr/>
          <p:nvPr/>
        </p:nvCxnSpPr>
        <p:spPr>
          <a:xfrm>
            <a:off x="7890933" y="4686300"/>
            <a:ext cx="3246967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595CBAE-9AB8-B5D0-2222-BCD132773B17}"/>
              </a:ext>
            </a:extLst>
          </p:cNvPr>
          <p:cNvSpPr txBox="1"/>
          <p:nvPr/>
        </p:nvSpPr>
        <p:spPr>
          <a:xfrm>
            <a:off x="7890933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D527335E-85D6-88E4-F8F6-25B798AD6BB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B0BF488-7F5F-7C07-3255-44DA5B7478C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8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763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E82BBA-99A6-34ED-B0D5-51CD0CAD4C1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対象ごとの比較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2D2B617-8C69-EAFF-30ED-97D38D89555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6D20188-9B7D-2562-A46F-40791D147757}"/>
              </a:ext>
            </a:extLst>
          </p:cNvPr>
          <p:cNvSpPr/>
          <p:nvPr/>
        </p:nvSpPr>
        <p:spPr>
          <a:xfrm>
            <a:off x="711200" y="2070100"/>
            <a:ext cx="2476500" cy="1168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8D2F83-1172-FE82-6F58-74F70F8A9B27}"/>
              </a:ext>
            </a:extLst>
          </p:cNvPr>
          <p:cNvSpPr txBox="1"/>
          <p:nvPr/>
        </p:nvSpPr>
        <p:spPr>
          <a:xfrm>
            <a:off x="876300" y="22860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7AD08C7-1A88-776E-8096-D237375F00BE}"/>
              </a:ext>
            </a:extLst>
          </p:cNvPr>
          <p:cNvSpPr txBox="1"/>
          <p:nvPr/>
        </p:nvSpPr>
        <p:spPr>
          <a:xfrm>
            <a:off x="3530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E2DDB8-0CCF-290C-B13C-68C97DA00ED9}"/>
              </a:ext>
            </a:extLst>
          </p:cNvPr>
          <p:cNvSpPr txBox="1"/>
          <p:nvPr/>
        </p:nvSpPr>
        <p:spPr>
          <a:xfrm>
            <a:off x="3530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5B0F8B-FB6F-00F7-452C-7BBD4D75971B}"/>
              </a:ext>
            </a:extLst>
          </p:cNvPr>
          <p:cNvSpPr txBox="1"/>
          <p:nvPr/>
        </p:nvSpPr>
        <p:spPr>
          <a:xfrm>
            <a:off x="7467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69FE521-F5ED-CA62-1CDF-D4EEF0A9002A}"/>
              </a:ext>
            </a:extLst>
          </p:cNvPr>
          <p:cNvSpPr txBox="1"/>
          <p:nvPr/>
        </p:nvSpPr>
        <p:spPr>
          <a:xfrm>
            <a:off x="7467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2253925-C24F-0174-E543-F20B0699F18E}"/>
              </a:ext>
            </a:extLst>
          </p:cNvPr>
          <p:cNvCxnSpPr/>
          <p:nvPr/>
        </p:nvCxnSpPr>
        <p:spPr>
          <a:xfrm>
            <a:off x="3429000" y="3238500"/>
            <a:ext cx="80264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36D144D-D4AF-9E54-59CB-B71E19056726}"/>
              </a:ext>
            </a:extLst>
          </p:cNvPr>
          <p:cNvSpPr/>
          <p:nvPr/>
        </p:nvSpPr>
        <p:spPr>
          <a:xfrm>
            <a:off x="711200" y="3365500"/>
            <a:ext cx="2476500" cy="1168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A0BCBD-B5C4-67DE-84E3-E16C5EE10FF1}"/>
              </a:ext>
            </a:extLst>
          </p:cNvPr>
          <p:cNvSpPr txBox="1"/>
          <p:nvPr/>
        </p:nvSpPr>
        <p:spPr>
          <a:xfrm>
            <a:off x="876300" y="35814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9BDF46-008E-6E37-55AD-21A9F5C4F618}"/>
              </a:ext>
            </a:extLst>
          </p:cNvPr>
          <p:cNvSpPr txBox="1"/>
          <p:nvPr/>
        </p:nvSpPr>
        <p:spPr>
          <a:xfrm>
            <a:off x="3530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ED4F7EE-5BA7-E69B-E8AB-92B1C63A29B6}"/>
              </a:ext>
            </a:extLst>
          </p:cNvPr>
          <p:cNvSpPr txBox="1"/>
          <p:nvPr/>
        </p:nvSpPr>
        <p:spPr>
          <a:xfrm>
            <a:off x="3530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4223087-18A8-DDD1-D83B-E4524D316C16}"/>
              </a:ext>
            </a:extLst>
          </p:cNvPr>
          <p:cNvSpPr txBox="1"/>
          <p:nvPr/>
        </p:nvSpPr>
        <p:spPr>
          <a:xfrm>
            <a:off x="7467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E9FDB00-7C9C-1174-A3BF-E189B31205F9}"/>
              </a:ext>
            </a:extLst>
          </p:cNvPr>
          <p:cNvSpPr txBox="1"/>
          <p:nvPr/>
        </p:nvSpPr>
        <p:spPr>
          <a:xfrm>
            <a:off x="7467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5C49564-2127-023D-488A-1C974BBB2DA7}"/>
              </a:ext>
            </a:extLst>
          </p:cNvPr>
          <p:cNvCxnSpPr/>
          <p:nvPr/>
        </p:nvCxnSpPr>
        <p:spPr>
          <a:xfrm>
            <a:off x="3429000" y="4533900"/>
            <a:ext cx="80264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6DDE582-865B-2D27-2027-8BC1B71BCE2E}"/>
              </a:ext>
            </a:extLst>
          </p:cNvPr>
          <p:cNvSpPr/>
          <p:nvPr/>
        </p:nvSpPr>
        <p:spPr>
          <a:xfrm>
            <a:off x="711200" y="4660900"/>
            <a:ext cx="2476500" cy="1168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190C50C-F06F-EA92-8400-DB9912EDBB77}"/>
              </a:ext>
            </a:extLst>
          </p:cNvPr>
          <p:cNvSpPr txBox="1"/>
          <p:nvPr/>
        </p:nvSpPr>
        <p:spPr>
          <a:xfrm>
            <a:off x="876300" y="48768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8D63ACD-528A-2730-11A8-ED3BFE587BE4}"/>
              </a:ext>
            </a:extLst>
          </p:cNvPr>
          <p:cNvSpPr txBox="1"/>
          <p:nvPr/>
        </p:nvSpPr>
        <p:spPr>
          <a:xfrm>
            <a:off x="3530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F61C464-31E3-E3C8-D0AC-841040C4D1B9}"/>
              </a:ext>
            </a:extLst>
          </p:cNvPr>
          <p:cNvSpPr txBox="1"/>
          <p:nvPr/>
        </p:nvSpPr>
        <p:spPr>
          <a:xfrm>
            <a:off x="3530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45CE2B8-2EC9-94C3-60C5-38FB26A5E2DF}"/>
              </a:ext>
            </a:extLst>
          </p:cNvPr>
          <p:cNvSpPr txBox="1"/>
          <p:nvPr/>
        </p:nvSpPr>
        <p:spPr>
          <a:xfrm>
            <a:off x="7467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54A10A8-6B36-6C64-D38F-C50A70F12AAE}"/>
              </a:ext>
            </a:extLst>
          </p:cNvPr>
          <p:cNvSpPr txBox="1"/>
          <p:nvPr/>
        </p:nvSpPr>
        <p:spPr>
          <a:xfrm>
            <a:off x="7467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7B95D36-643E-96C5-4F7E-BF4ECB54ACEF}"/>
              </a:ext>
            </a:extLst>
          </p:cNvPr>
          <p:cNvCxnSpPr/>
          <p:nvPr/>
        </p:nvCxnSpPr>
        <p:spPr>
          <a:xfrm>
            <a:off x="3429000" y="5829300"/>
            <a:ext cx="80264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850A97E-4FF3-1F57-98AD-B5F080857D3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E4F48B5-FF3B-D651-A918-86CBE3CA765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9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1741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2A637D-C511-43DA-6A36-C6A54548343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具体例から全体を捉える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231F357-B906-364A-E1DF-E4BE39A544E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2074F27-EBF7-3302-BDD2-B0567E7067CC}"/>
              </a:ext>
            </a:extLst>
          </p:cNvPr>
          <p:cNvSpPr/>
          <p:nvPr/>
        </p:nvSpPr>
        <p:spPr>
          <a:xfrm>
            <a:off x="4445000" y="2133600"/>
            <a:ext cx="3302000" cy="11430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DE57FC-3976-69C6-D21C-F19DEAD32303}"/>
              </a:ext>
            </a:extLst>
          </p:cNvPr>
          <p:cNvSpPr txBox="1"/>
          <p:nvPr/>
        </p:nvSpPr>
        <p:spPr>
          <a:xfrm>
            <a:off x="4635500" y="2247900"/>
            <a:ext cx="2921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考え方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8D20316-0375-A5F5-4686-7E703FAC446C}"/>
              </a:ext>
            </a:extLst>
          </p:cNvPr>
          <p:cNvSpPr/>
          <p:nvPr/>
        </p:nvSpPr>
        <p:spPr>
          <a:xfrm>
            <a:off x="2889250" y="3378200"/>
            <a:ext cx="6413500" cy="11430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6ADCD0-A3D6-1046-EDAE-FC7C86CDD411}"/>
              </a:ext>
            </a:extLst>
          </p:cNvPr>
          <p:cNvSpPr txBox="1"/>
          <p:nvPr/>
        </p:nvSpPr>
        <p:spPr>
          <a:xfrm>
            <a:off x="3079750" y="3492500"/>
            <a:ext cx="60325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分類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EA20B11-64ED-76CE-B4CF-7FB7DF26C1AF}"/>
              </a:ext>
            </a:extLst>
          </p:cNvPr>
          <p:cNvSpPr/>
          <p:nvPr/>
        </p:nvSpPr>
        <p:spPr>
          <a:xfrm>
            <a:off x="1333500" y="4622800"/>
            <a:ext cx="9525000" cy="11430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26B5BA-C37E-119A-FB81-F43B8AE1868D}"/>
              </a:ext>
            </a:extLst>
          </p:cNvPr>
          <p:cNvSpPr txBox="1"/>
          <p:nvPr/>
        </p:nvSpPr>
        <p:spPr>
          <a:xfrm>
            <a:off x="1524000" y="4737100"/>
            <a:ext cx="9144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2DD175F-5130-6FB3-E30B-A6B61A8C736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2A1993-CC7D-F4D7-CC96-9CDC21E01A3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10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192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5D5E95-1ECE-5BB2-7B49-73773435FBB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中心の問いを広げる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F6DE7E5-733E-7D0E-79FB-C811A13BB1D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05EAD3B-4A35-AC63-9384-DE182FB1BB79}"/>
              </a:ext>
            </a:extLst>
          </p:cNvPr>
          <p:cNvCxnSpPr/>
          <p:nvPr/>
        </p:nvCxnSpPr>
        <p:spPr>
          <a:xfrm>
            <a:off x="3556000" y="3708400"/>
            <a:ext cx="4826000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9FEE858E-8DCD-20F6-BEAC-270C58CD2542}"/>
              </a:ext>
            </a:extLst>
          </p:cNvPr>
          <p:cNvSpPr/>
          <p:nvPr/>
        </p:nvSpPr>
        <p:spPr>
          <a:xfrm>
            <a:off x="4533900" y="2578100"/>
            <a:ext cx="3111500" cy="2768600"/>
          </a:xfrm>
          <a:prstGeom prst="ellipse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7B22A0-A0FA-9541-2893-E1FE5845EB47}"/>
              </a:ext>
            </a:extLst>
          </p:cNvPr>
          <p:cNvSpPr txBox="1"/>
          <p:nvPr/>
        </p:nvSpPr>
        <p:spPr>
          <a:xfrm>
            <a:off x="4838700" y="3263900"/>
            <a:ext cx="2514600" cy="1358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5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FC0879-B519-C5F8-3F41-A62D72586913}"/>
              </a:ext>
            </a:extLst>
          </p:cNvPr>
          <p:cNvSpPr txBox="1"/>
          <p:nvPr/>
        </p:nvSpPr>
        <p:spPr>
          <a:xfrm>
            <a:off x="7112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718AC9-4663-2F4B-328B-46BAB32CC267}"/>
              </a:ext>
            </a:extLst>
          </p:cNvPr>
          <p:cNvSpPr txBox="1"/>
          <p:nvPr/>
        </p:nvSpPr>
        <p:spPr>
          <a:xfrm>
            <a:off x="7112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51D139-66A3-8E2D-D115-559E6BB89D95}"/>
              </a:ext>
            </a:extLst>
          </p:cNvPr>
          <p:cNvSpPr txBox="1"/>
          <p:nvPr/>
        </p:nvSpPr>
        <p:spPr>
          <a:xfrm>
            <a:off x="83058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642AE34-0B8A-8628-7EB1-14C12D5A0A3F}"/>
              </a:ext>
            </a:extLst>
          </p:cNvPr>
          <p:cNvSpPr txBox="1"/>
          <p:nvPr/>
        </p:nvSpPr>
        <p:spPr>
          <a:xfrm>
            <a:off x="83058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685902-5700-BC12-060A-6BA9B88ACE16}"/>
              </a:ext>
            </a:extLst>
          </p:cNvPr>
          <p:cNvSpPr txBox="1"/>
          <p:nvPr/>
        </p:nvSpPr>
        <p:spPr>
          <a:xfrm>
            <a:off x="7112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6FCAC8-3A0E-347E-5D41-D216A1177093}"/>
              </a:ext>
            </a:extLst>
          </p:cNvPr>
          <p:cNvSpPr txBox="1"/>
          <p:nvPr/>
        </p:nvSpPr>
        <p:spPr>
          <a:xfrm>
            <a:off x="7112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9C1150E-7CDD-6229-DE3A-8FE5350A4FAA}"/>
              </a:ext>
            </a:extLst>
          </p:cNvPr>
          <p:cNvSpPr txBox="1"/>
          <p:nvPr/>
        </p:nvSpPr>
        <p:spPr>
          <a:xfrm>
            <a:off x="83058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F90C7FF-0ABB-E2A5-AAA9-F3D4DE556E6A}"/>
              </a:ext>
            </a:extLst>
          </p:cNvPr>
          <p:cNvSpPr txBox="1"/>
          <p:nvPr/>
        </p:nvSpPr>
        <p:spPr>
          <a:xfrm>
            <a:off x="83058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CD77C5F-98D0-0677-8C78-16A6284D118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492DA65-EFE7-5BE0-9583-CFF385CA0E3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11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014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FDED06-7384-BD1A-78C3-0E5B56BAB39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説明を順に進める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DD8DAC5-69B8-DAC5-F0DD-0F18FE20AC1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6A0F86A-537C-7C1C-72EA-EE1FC2A9B2A2}"/>
              </a:ext>
            </a:extLst>
          </p:cNvPr>
          <p:cNvSpPr/>
          <p:nvPr/>
        </p:nvSpPr>
        <p:spPr>
          <a:xfrm>
            <a:off x="1041400" y="2247900"/>
            <a:ext cx="25400" cy="35052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EEF0CAF-2BF3-0178-C3FC-B3FCC8E98A35}"/>
              </a:ext>
            </a:extLst>
          </p:cNvPr>
          <p:cNvSpPr/>
          <p:nvPr/>
        </p:nvSpPr>
        <p:spPr>
          <a:xfrm>
            <a:off x="812800" y="215900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6CBCDB-1B21-2592-CABA-BF07A4BF970B}"/>
              </a:ext>
            </a:extLst>
          </p:cNvPr>
          <p:cNvSpPr txBox="1"/>
          <p:nvPr/>
        </p:nvSpPr>
        <p:spPr>
          <a:xfrm>
            <a:off x="876300" y="21971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BAF69B-D717-830C-AE3D-BFAC554391B8}"/>
              </a:ext>
            </a:extLst>
          </p:cNvPr>
          <p:cNvSpPr txBox="1"/>
          <p:nvPr/>
        </p:nvSpPr>
        <p:spPr>
          <a:xfrm>
            <a:off x="1625600" y="21336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524B126-E7C5-0951-E7AB-DF9E1E2C9198}"/>
              </a:ext>
            </a:extLst>
          </p:cNvPr>
          <p:cNvSpPr txBox="1"/>
          <p:nvPr/>
        </p:nvSpPr>
        <p:spPr>
          <a:xfrm>
            <a:off x="5181600" y="21336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問いを具体的に示します。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8240025-FF66-915B-A5D2-99AC9FB43AB1}"/>
              </a:ext>
            </a:extLst>
          </p:cNvPr>
          <p:cNvSpPr/>
          <p:nvPr/>
        </p:nvSpPr>
        <p:spPr>
          <a:xfrm>
            <a:off x="812800" y="313055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61FB6E-8279-77FC-978F-C67F26CA06D6}"/>
              </a:ext>
            </a:extLst>
          </p:cNvPr>
          <p:cNvSpPr txBox="1"/>
          <p:nvPr/>
        </p:nvSpPr>
        <p:spPr>
          <a:xfrm>
            <a:off x="876300" y="31686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641363-708E-BBA1-B087-F38655231B4D}"/>
              </a:ext>
            </a:extLst>
          </p:cNvPr>
          <p:cNvSpPr txBox="1"/>
          <p:nvPr/>
        </p:nvSpPr>
        <p:spPr>
          <a:xfrm>
            <a:off x="1625600" y="31051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0F7BB55-2D34-63A9-053D-1C0339B92F54}"/>
              </a:ext>
            </a:extLst>
          </p:cNvPr>
          <p:cNvSpPr txBox="1"/>
          <p:nvPr/>
        </p:nvSpPr>
        <p:spPr>
          <a:xfrm>
            <a:off x="5181600" y="31051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例を具体的に示します。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C91A0CC-94EE-D408-D4BE-A95B6D6F3FAA}"/>
              </a:ext>
            </a:extLst>
          </p:cNvPr>
          <p:cNvSpPr/>
          <p:nvPr/>
        </p:nvSpPr>
        <p:spPr>
          <a:xfrm>
            <a:off x="812800" y="410210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D75219-84D2-A862-7FE6-B4373CC773BE}"/>
              </a:ext>
            </a:extLst>
          </p:cNvPr>
          <p:cNvSpPr txBox="1"/>
          <p:nvPr/>
        </p:nvSpPr>
        <p:spPr>
          <a:xfrm>
            <a:off x="876300" y="41402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4BD2CB-3DE9-9CE0-723F-DE0D6B350FA2}"/>
              </a:ext>
            </a:extLst>
          </p:cNvPr>
          <p:cNvSpPr txBox="1"/>
          <p:nvPr/>
        </p:nvSpPr>
        <p:spPr>
          <a:xfrm>
            <a:off x="1625600" y="40767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F82BECB-27F1-0CD5-8C6C-A4EA6BFA08B6}"/>
              </a:ext>
            </a:extLst>
          </p:cNvPr>
          <p:cNvSpPr txBox="1"/>
          <p:nvPr/>
        </p:nvSpPr>
        <p:spPr>
          <a:xfrm>
            <a:off x="5181600" y="40767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B44695DD-B909-BE67-8A88-039308A8623D}"/>
              </a:ext>
            </a:extLst>
          </p:cNvPr>
          <p:cNvSpPr/>
          <p:nvPr/>
        </p:nvSpPr>
        <p:spPr>
          <a:xfrm>
            <a:off x="812800" y="507365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FA3903E-5D76-BF80-18CD-5CC18477AEA5}"/>
              </a:ext>
            </a:extLst>
          </p:cNvPr>
          <p:cNvSpPr txBox="1"/>
          <p:nvPr/>
        </p:nvSpPr>
        <p:spPr>
          <a:xfrm>
            <a:off x="876300" y="51117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D31AFF6-AF59-0E9A-76BF-2FE9DAA78606}"/>
              </a:ext>
            </a:extLst>
          </p:cNvPr>
          <p:cNvSpPr txBox="1"/>
          <p:nvPr/>
        </p:nvSpPr>
        <p:spPr>
          <a:xfrm>
            <a:off x="1625600" y="50482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18A170F-CECC-5EC9-17D2-AB3684B009C7}"/>
              </a:ext>
            </a:extLst>
          </p:cNvPr>
          <p:cNvSpPr txBox="1"/>
          <p:nvPr/>
        </p:nvSpPr>
        <p:spPr>
          <a:xfrm>
            <a:off x="5181600" y="50482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まとめを具体的に示します。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78C14D2-E57D-C0FE-1E9A-E1A0681D1F1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C480716-6C85-4698-99E3-8AD2801C34C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12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6757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79D7F2-A053-5C23-0513-0395C9C2AE8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条件から候補を絞る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B73063B-D7A4-668E-B8DF-5D37734A9ED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FD478C2-4B7E-8FDA-7680-FCF1C356EDB4}"/>
              </a:ext>
            </a:extLst>
          </p:cNvPr>
          <p:cNvSpPr/>
          <p:nvPr/>
        </p:nvSpPr>
        <p:spPr>
          <a:xfrm>
            <a:off x="825500" y="2120900"/>
            <a:ext cx="5842000" cy="8191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B2A01E-5B26-2E2F-97E3-C04BBD29AD70}"/>
              </a:ext>
            </a:extLst>
          </p:cNvPr>
          <p:cNvSpPr txBox="1"/>
          <p:nvPr/>
        </p:nvSpPr>
        <p:spPr>
          <a:xfrm>
            <a:off x="977900" y="2235200"/>
            <a:ext cx="5537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候補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70254A-F167-0D2F-E0B9-4AD9167E5D45}"/>
              </a:ext>
            </a:extLst>
          </p:cNvPr>
          <p:cNvSpPr txBox="1"/>
          <p:nvPr/>
        </p:nvSpPr>
        <p:spPr>
          <a:xfrm>
            <a:off x="7188200" y="22225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52483FC-4227-7826-E46A-D0D71B1546EA}"/>
              </a:ext>
            </a:extLst>
          </p:cNvPr>
          <p:cNvSpPr/>
          <p:nvPr/>
        </p:nvSpPr>
        <p:spPr>
          <a:xfrm>
            <a:off x="1206500" y="3054350"/>
            <a:ext cx="5080000" cy="8191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1C4CEB-204C-367A-3764-7C852846F42B}"/>
              </a:ext>
            </a:extLst>
          </p:cNvPr>
          <p:cNvSpPr txBox="1"/>
          <p:nvPr/>
        </p:nvSpPr>
        <p:spPr>
          <a:xfrm>
            <a:off x="1358900" y="3168650"/>
            <a:ext cx="4775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65F1002-764E-AA5E-E438-988C8BA43136}"/>
              </a:ext>
            </a:extLst>
          </p:cNvPr>
          <p:cNvSpPr txBox="1"/>
          <p:nvPr/>
        </p:nvSpPr>
        <p:spPr>
          <a:xfrm>
            <a:off x="7188200" y="31559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6F8400-ECA0-6EC0-DD11-7AFA72C1A918}"/>
              </a:ext>
            </a:extLst>
          </p:cNvPr>
          <p:cNvSpPr/>
          <p:nvPr/>
        </p:nvSpPr>
        <p:spPr>
          <a:xfrm>
            <a:off x="1587500" y="3987800"/>
            <a:ext cx="4318000" cy="8191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575058-0220-5D1E-7ED3-998776EC8C3B}"/>
              </a:ext>
            </a:extLst>
          </p:cNvPr>
          <p:cNvSpPr txBox="1"/>
          <p:nvPr/>
        </p:nvSpPr>
        <p:spPr>
          <a:xfrm>
            <a:off x="1739900" y="4102100"/>
            <a:ext cx="4013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BEF241-9EE2-E95F-5C79-A135BF61351F}"/>
              </a:ext>
            </a:extLst>
          </p:cNvPr>
          <p:cNvSpPr txBox="1"/>
          <p:nvPr/>
        </p:nvSpPr>
        <p:spPr>
          <a:xfrm>
            <a:off x="7188200" y="40894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7F17674-4854-CC6C-643B-F690080CB109}"/>
              </a:ext>
            </a:extLst>
          </p:cNvPr>
          <p:cNvSpPr/>
          <p:nvPr/>
        </p:nvSpPr>
        <p:spPr>
          <a:xfrm>
            <a:off x="1968500" y="4921250"/>
            <a:ext cx="3556000" cy="81915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C83AF82-BE79-DC2E-7A30-A66F1EB5BCB2}"/>
              </a:ext>
            </a:extLst>
          </p:cNvPr>
          <p:cNvSpPr txBox="1"/>
          <p:nvPr/>
        </p:nvSpPr>
        <p:spPr>
          <a:xfrm>
            <a:off x="2120900" y="5035550"/>
            <a:ext cx="3251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選択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20CC15-7808-4976-FA2F-C487B950D850}"/>
              </a:ext>
            </a:extLst>
          </p:cNvPr>
          <p:cNvSpPr txBox="1"/>
          <p:nvPr/>
        </p:nvSpPr>
        <p:spPr>
          <a:xfrm>
            <a:off x="7188200" y="50228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21A5970-6A29-1074-6958-E98E85B06B4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551B2AA-44FD-CACB-C47B-DC409766163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13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751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4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BEE587-CB11-A54C-E2DE-1A284935216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変更前と変更後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F699564-0E49-7785-84F2-112EBC4D26A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4B5B858-6879-A22F-0A0B-0C985751EB58}"/>
              </a:ext>
            </a:extLst>
          </p:cNvPr>
          <p:cNvCxnSpPr/>
          <p:nvPr/>
        </p:nvCxnSpPr>
        <p:spPr>
          <a:xfrm>
            <a:off x="711200" y="2159000"/>
            <a:ext cx="4940300" cy="0"/>
          </a:xfrm>
          <a:prstGeom prst="line">
            <a:avLst/>
          </a:prstGeom>
          <a:ln w="12700">
            <a:solidFill>
              <a:srgbClr val="727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1FAF67-CB20-5391-2E84-2F19F373E2CA}"/>
              </a:ext>
            </a:extLst>
          </p:cNvPr>
          <p:cNvSpPr txBox="1"/>
          <p:nvPr/>
        </p:nvSpPr>
        <p:spPr>
          <a:xfrm>
            <a:off x="7112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D16EC2E-D7FC-9A86-CD7F-4D3BEE12C450}"/>
              </a:ext>
            </a:extLst>
          </p:cNvPr>
          <p:cNvSpPr txBox="1"/>
          <p:nvPr/>
        </p:nvSpPr>
        <p:spPr>
          <a:xfrm>
            <a:off x="7112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変更前を具体的に示します。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D3E78A9-5FB9-BF12-8A6C-DC8B1D472AD8}"/>
              </a:ext>
            </a:extLst>
          </p:cNvPr>
          <p:cNvCxnSpPr/>
          <p:nvPr/>
        </p:nvCxnSpPr>
        <p:spPr>
          <a:xfrm>
            <a:off x="6489700" y="2159000"/>
            <a:ext cx="4940300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C7F24C-AD2B-52FC-9F81-BB845ED10899}"/>
              </a:ext>
            </a:extLst>
          </p:cNvPr>
          <p:cNvSpPr txBox="1"/>
          <p:nvPr/>
        </p:nvSpPr>
        <p:spPr>
          <a:xfrm>
            <a:off x="64897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CACE6E-8509-5254-C6E1-AECCA3073963}"/>
              </a:ext>
            </a:extLst>
          </p:cNvPr>
          <p:cNvSpPr txBox="1"/>
          <p:nvPr/>
        </p:nvSpPr>
        <p:spPr>
          <a:xfrm>
            <a:off x="64897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変更後を具体的に示します。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ECAEDA8A-8D98-C68C-6702-FE81220EB08E}"/>
              </a:ext>
            </a:extLst>
          </p:cNvPr>
          <p:cNvSpPr/>
          <p:nvPr/>
        </p:nvSpPr>
        <p:spPr>
          <a:xfrm>
            <a:off x="5778500" y="3657600"/>
            <a:ext cx="520700" cy="571500"/>
          </a:xfrm>
          <a:prstGeom prst="rightArrow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85E8E93-287D-6E9A-3C33-4F4A27030EC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31D3952-6436-F84A-5D8B-1770968441E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14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632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5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54F8BD-9BDE-7674-0BA9-00E87BD39E0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根拠を表で確かめる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647B00F-C143-F5C1-EBF8-D01B077832D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A8039B0-6220-6267-33F6-B98575797136}"/>
              </a:ext>
            </a:extLst>
          </p:cNvPr>
          <p:cNvSpPr/>
          <p:nvPr/>
        </p:nvSpPr>
        <p:spPr>
          <a:xfrm>
            <a:off x="711200" y="2082800"/>
            <a:ext cx="10769600" cy="9715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4938CF-E7EA-5C1F-C5B6-89AED180058B}"/>
              </a:ext>
            </a:extLst>
          </p:cNvPr>
          <p:cNvSpPr txBox="1"/>
          <p:nvPr/>
        </p:nvSpPr>
        <p:spPr>
          <a:xfrm>
            <a:off x="838200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216953-188B-9289-F8A2-BF3B70DC58A0}"/>
              </a:ext>
            </a:extLst>
          </p:cNvPr>
          <p:cNvSpPr txBox="1"/>
          <p:nvPr/>
        </p:nvSpPr>
        <p:spPr>
          <a:xfrm>
            <a:off x="4428067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A56962-C707-545D-635E-B26ADCFEF700}"/>
              </a:ext>
            </a:extLst>
          </p:cNvPr>
          <p:cNvSpPr txBox="1"/>
          <p:nvPr/>
        </p:nvSpPr>
        <p:spPr>
          <a:xfrm>
            <a:off x="8017933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2AA4E1F-7437-077A-FEAB-816CC8AA7B9B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191C21C-B578-3818-146F-152B48EAF97A}"/>
              </a:ext>
            </a:extLst>
          </p:cNvPr>
          <p:cNvSpPr txBox="1"/>
          <p:nvPr/>
        </p:nvSpPr>
        <p:spPr>
          <a:xfrm>
            <a:off x="838200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56C810C-237A-D9DE-81EB-044569AC03BD}"/>
              </a:ext>
            </a:extLst>
          </p:cNvPr>
          <p:cNvSpPr txBox="1"/>
          <p:nvPr/>
        </p:nvSpPr>
        <p:spPr>
          <a:xfrm>
            <a:off x="4428067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1ECAE04-2E44-A707-C0E9-53BB3301073E}"/>
              </a:ext>
            </a:extLst>
          </p:cNvPr>
          <p:cNvSpPr txBox="1"/>
          <p:nvPr/>
        </p:nvSpPr>
        <p:spPr>
          <a:xfrm>
            <a:off x="8017933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7FAB963-6619-6051-1FEE-E6EAE4075F7E}"/>
              </a:ext>
            </a:extLst>
          </p:cNvPr>
          <p:cNvSpPr/>
          <p:nvPr/>
        </p:nvSpPr>
        <p:spPr>
          <a:xfrm>
            <a:off x="711200" y="4025900"/>
            <a:ext cx="10769600" cy="9715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9318666-A8D4-C098-4782-7394A2FD8A81}"/>
              </a:ext>
            </a:extLst>
          </p:cNvPr>
          <p:cNvCxnSpPr/>
          <p:nvPr/>
        </p:nvCxnSpPr>
        <p:spPr>
          <a:xfrm>
            <a:off x="711200" y="499745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795705D-B84E-0F76-71D3-A14BDE4D856F}"/>
              </a:ext>
            </a:extLst>
          </p:cNvPr>
          <p:cNvSpPr txBox="1"/>
          <p:nvPr/>
        </p:nvSpPr>
        <p:spPr>
          <a:xfrm>
            <a:off x="838200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348E1C-024D-950C-FA2A-1DB40D110BE8}"/>
              </a:ext>
            </a:extLst>
          </p:cNvPr>
          <p:cNvSpPr txBox="1"/>
          <p:nvPr/>
        </p:nvSpPr>
        <p:spPr>
          <a:xfrm>
            <a:off x="4428067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4824461-F906-5C36-C3B7-1B4F11ECB751}"/>
              </a:ext>
            </a:extLst>
          </p:cNvPr>
          <p:cNvSpPr txBox="1"/>
          <p:nvPr/>
        </p:nvSpPr>
        <p:spPr>
          <a:xfrm>
            <a:off x="8017933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485C022-05BD-0C76-C488-08616488D015}"/>
              </a:ext>
            </a:extLst>
          </p:cNvPr>
          <p:cNvCxnSpPr/>
          <p:nvPr/>
        </p:nvCxnSpPr>
        <p:spPr>
          <a:xfrm>
            <a:off x="711200" y="59690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B454444-8C83-09CA-516B-C26F1408C480}"/>
              </a:ext>
            </a:extLst>
          </p:cNvPr>
          <p:cNvSpPr txBox="1"/>
          <p:nvPr/>
        </p:nvSpPr>
        <p:spPr>
          <a:xfrm>
            <a:off x="838200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37C562D-9B6C-7549-DBF5-D501A5DABC05}"/>
              </a:ext>
            </a:extLst>
          </p:cNvPr>
          <p:cNvSpPr txBox="1"/>
          <p:nvPr/>
        </p:nvSpPr>
        <p:spPr>
          <a:xfrm>
            <a:off x="4428067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E649CD-6095-5A08-69EB-5068C8D9E1B8}"/>
              </a:ext>
            </a:extLst>
          </p:cNvPr>
          <p:cNvSpPr txBox="1"/>
          <p:nvPr/>
        </p:nvSpPr>
        <p:spPr>
          <a:xfrm>
            <a:off x="8017933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2E89C9A-56DC-9754-D008-D571D5C9B41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B954067-13A8-717A-0024-AB930BEA917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15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2001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6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125C94-6EA3-C7B9-B81E-91FF5C3AC5A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結論を根拠と並べる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F142EAA-1F0B-ED85-DE91-D80F9E95FD4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ABBF14-86AD-70B6-7054-11B36EB343ED}"/>
              </a:ext>
            </a:extLst>
          </p:cNvPr>
          <p:cNvSpPr txBox="1"/>
          <p:nvPr/>
        </p:nvSpPr>
        <p:spPr>
          <a:xfrm>
            <a:off x="762000" y="2044700"/>
            <a:ext cx="10617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5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条件をそろえて比較する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E58276-5D65-4E00-4F1F-C211784D2660}"/>
              </a:ext>
            </a:extLst>
          </p:cNvPr>
          <p:cNvSpPr/>
          <p:nvPr/>
        </p:nvSpPr>
        <p:spPr>
          <a:xfrm>
            <a:off x="711200" y="3035300"/>
            <a:ext cx="10769600" cy="739775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2B32CB-013B-91A7-95C1-B1FB1573FA7E}"/>
              </a:ext>
            </a:extLst>
          </p:cNvPr>
          <p:cNvSpPr txBox="1"/>
          <p:nvPr/>
        </p:nvSpPr>
        <p:spPr>
          <a:xfrm>
            <a:off x="838200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2EBE43-D367-AF01-2A85-B7AF69F0FD9E}"/>
              </a:ext>
            </a:extLst>
          </p:cNvPr>
          <p:cNvSpPr txBox="1"/>
          <p:nvPr/>
        </p:nvSpPr>
        <p:spPr>
          <a:xfrm>
            <a:off x="4428067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6D69170-36D2-6B8A-634D-C3ECF8360F6C}"/>
              </a:ext>
            </a:extLst>
          </p:cNvPr>
          <p:cNvSpPr txBox="1"/>
          <p:nvPr/>
        </p:nvSpPr>
        <p:spPr>
          <a:xfrm>
            <a:off x="8017933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5D3541C-B7CD-416E-43A5-18BFC6D5A335}"/>
              </a:ext>
            </a:extLst>
          </p:cNvPr>
          <p:cNvCxnSpPr/>
          <p:nvPr/>
        </p:nvCxnSpPr>
        <p:spPr>
          <a:xfrm>
            <a:off x="711200" y="451485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B731FD6-B170-5645-88D2-B0B0D191C78A}"/>
              </a:ext>
            </a:extLst>
          </p:cNvPr>
          <p:cNvSpPr txBox="1"/>
          <p:nvPr/>
        </p:nvSpPr>
        <p:spPr>
          <a:xfrm>
            <a:off x="838200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723FA4-9FC6-0E81-07C3-8CE13D1B4697}"/>
              </a:ext>
            </a:extLst>
          </p:cNvPr>
          <p:cNvSpPr txBox="1"/>
          <p:nvPr/>
        </p:nvSpPr>
        <p:spPr>
          <a:xfrm>
            <a:off x="4428067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DE9578-6424-5EF8-091D-F4E2C00E836C}"/>
              </a:ext>
            </a:extLst>
          </p:cNvPr>
          <p:cNvSpPr txBox="1"/>
          <p:nvPr/>
        </p:nvSpPr>
        <p:spPr>
          <a:xfrm>
            <a:off x="8017933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704FB22-F266-1E91-CB6D-5132987C8DF5}"/>
              </a:ext>
            </a:extLst>
          </p:cNvPr>
          <p:cNvSpPr/>
          <p:nvPr/>
        </p:nvSpPr>
        <p:spPr>
          <a:xfrm>
            <a:off x="711200" y="4514850"/>
            <a:ext cx="10769600" cy="739775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4201DFBD-9706-691D-8232-D0172E9FD13A}"/>
              </a:ext>
            </a:extLst>
          </p:cNvPr>
          <p:cNvCxnSpPr/>
          <p:nvPr/>
        </p:nvCxnSpPr>
        <p:spPr>
          <a:xfrm>
            <a:off x="711200" y="5254625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11FE79B-E68C-6DED-8A7D-A09F23D90668}"/>
              </a:ext>
            </a:extLst>
          </p:cNvPr>
          <p:cNvSpPr txBox="1"/>
          <p:nvPr/>
        </p:nvSpPr>
        <p:spPr>
          <a:xfrm>
            <a:off x="838200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80A5CF-DCB5-DB2A-D816-A8C49E514F6A}"/>
              </a:ext>
            </a:extLst>
          </p:cNvPr>
          <p:cNvSpPr txBox="1"/>
          <p:nvPr/>
        </p:nvSpPr>
        <p:spPr>
          <a:xfrm>
            <a:off x="4428067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48BFEA8-7107-0425-08F4-1D71E15D2FBF}"/>
              </a:ext>
            </a:extLst>
          </p:cNvPr>
          <p:cNvSpPr txBox="1"/>
          <p:nvPr/>
        </p:nvSpPr>
        <p:spPr>
          <a:xfrm>
            <a:off x="8017933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288C2B6-A53A-55CC-6797-ACD4E6302661}"/>
              </a:ext>
            </a:extLst>
          </p:cNvPr>
          <p:cNvCxnSpPr/>
          <p:nvPr/>
        </p:nvCxnSpPr>
        <p:spPr>
          <a:xfrm>
            <a:off x="711200" y="59944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16DB947-DD57-5870-A5C2-10EC4537E945}"/>
              </a:ext>
            </a:extLst>
          </p:cNvPr>
          <p:cNvSpPr txBox="1"/>
          <p:nvPr/>
        </p:nvSpPr>
        <p:spPr>
          <a:xfrm>
            <a:off x="838200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B4E3BF2-88A0-2988-C1D9-829193040A2E}"/>
              </a:ext>
            </a:extLst>
          </p:cNvPr>
          <p:cNvSpPr txBox="1"/>
          <p:nvPr/>
        </p:nvSpPr>
        <p:spPr>
          <a:xfrm>
            <a:off x="4428067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A519074-2277-BD02-2B34-B36260977674}"/>
              </a:ext>
            </a:extLst>
          </p:cNvPr>
          <p:cNvSpPr txBox="1"/>
          <p:nvPr/>
        </p:nvSpPr>
        <p:spPr>
          <a:xfrm>
            <a:off x="8017933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77FE3018-290F-1986-08E0-C9B0E77F86A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069CEAD-26A5-743F-8283-3099F263CF2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16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8714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7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78972A-34A2-9A51-5EC1-048D630FDB7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項目を図で整理する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C76A42C-3F3D-C791-4F7A-93DD2FA16CE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B76C03F6-AAD8-DD4A-4074-70CFF88196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550275"/>
              </p:ext>
            </p:extLst>
          </p:nvPr>
        </p:nvGraphicFramePr>
        <p:xfrm>
          <a:off x="711200" y="2082800"/>
          <a:ext cx="10769600" cy="3848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1D1C392-1D45-059C-A148-08121EACD4B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8E23630-7723-DDC9-69A9-773F9DE6D10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17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0774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8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F32D11-3F9F-6E5D-A60F-415A84EC899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結論と次の行動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8C485759-DF37-6EE9-8E3D-A588C296869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D7112C-DA8E-5D3D-1D64-1FCEE9289481}"/>
              </a:ext>
            </a:extLst>
          </p:cNvPr>
          <p:cNvSpPr txBox="1"/>
          <p:nvPr/>
        </p:nvSpPr>
        <p:spPr>
          <a:xfrm>
            <a:off x="736600" y="2501900"/>
            <a:ext cx="4445000" cy="285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根拠を確かめて伝える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3348FB-ACDF-1A66-6DE6-7EC6C3132342}"/>
              </a:ext>
            </a:extLst>
          </p:cNvPr>
          <p:cNvSpPr/>
          <p:nvPr/>
        </p:nvSpPr>
        <p:spPr>
          <a:xfrm>
            <a:off x="5676900" y="2108200"/>
            <a:ext cx="38100" cy="3835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B19812A-7386-91B7-E348-3D08F0DA2225}"/>
              </a:ext>
            </a:extLst>
          </p:cNvPr>
          <p:cNvSpPr txBox="1"/>
          <p:nvPr/>
        </p:nvSpPr>
        <p:spPr>
          <a:xfrm>
            <a:off x="6248400" y="21082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5877F5-CB37-64A4-447E-6FF6C6D6C362}"/>
              </a:ext>
            </a:extLst>
          </p:cNvPr>
          <p:cNvSpPr txBox="1"/>
          <p:nvPr/>
        </p:nvSpPr>
        <p:spPr>
          <a:xfrm>
            <a:off x="6781800" y="21082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確かめる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05A129-F627-7F68-9742-CCD6C369EEF5}"/>
              </a:ext>
            </a:extLst>
          </p:cNvPr>
          <p:cNvSpPr txBox="1"/>
          <p:nvPr/>
        </p:nvSpPr>
        <p:spPr>
          <a:xfrm>
            <a:off x="6781800" y="25527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確かめるを具体的に示します。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1C4E023-5E6C-8D7A-BCEE-BA8F23FD0A89}"/>
              </a:ext>
            </a:extLst>
          </p:cNvPr>
          <p:cNvCxnSpPr/>
          <p:nvPr/>
        </p:nvCxnSpPr>
        <p:spPr>
          <a:xfrm>
            <a:off x="6781800" y="3251200"/>
            <a:ext cx="46609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59FFAA-F54F-CC2C-0BC7-8A212D44D18E}"/>
              </a:ext>
            </a:extLst>
          </p:cNvPr>
          <p:cNvSpPr txBox="1"/>
          <p:nvPr/>
        </p:nvSpPr>
        <p:spPr>
          <a:xfrm>
            <a:off x="6248400" y="34036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F5F10F4-CFF5-0A56-CC06-C8D8778917FF}"/>
              </a:ext>
            </a:extLst>
          </p:cNvPr>
          <p:cNvSpPr txBox="1"/>
          <p:nvPr/>
        </p:nvSpPr>
        <p:spPr>
          <a:xfrm>
            <a:off x="6781800" y="34036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伝える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D2953D-DDB8-E338-5DCF-EB8CE406CA47}"/>
              </a:ext>
            </a:extLst>
          </p:cNvPr>
          <p:cNvSpPr txBox="1"/>
          <p:nvPr/>
        </p:nvSpPr>
        <p:spPr>
          <a:xfrm>
            <a:off x="6781800" y="38481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伝えるを具体的に示します。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D6D3592-FCCE-576F-0362-229E20E46A65}"/>
              </a:ext>
            </a:extLst>
          </p:cNvPr>
          <p:cNvCxnSpPr/>
          <p:nvPr/>
        </p:nvCxnSpPr>
        <p:spPr>
          <a:xfrm>
            <a:off x="6781800" y="4546600"/>
            <a:ext cx="46609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5F6BE7-65BF-A13B-41D4-57175C3832F8}"/>
              </a:ext>
            </a:extLst>
          </p:cNvPr>
          <p:cNvSpPr txBox="1"/>
          <p:nvPr/>
        </p:nvSpPr>
        <p:spPr>
          <a:xfrm>
            <a:off x="6248400" y="46990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D85CC9D-BD4F-9673-E578-CDB1A55C62B2}"/>
              </a:ext>
            </a:extLst>
          </p:cNvPr>
          <p:cNvSpPr txBox="1"/>
          <p:nvPr/>
        </p:nvSpPr>
        <p:spPr>
          <a:xfrm>
            <a:off x="6781800" y="46990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見直す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BC3FDB3-82A1-D635-9D55-18F8F7951C04}"/>
              </a:ext>
            </a:extLst>
          </p:cNvPr>
          <p:cNvSpPr txBox="1"/>
          <p:nvPr/>
        </p:nvSpPr>
        <p:spPr>
          <a:xfrm>
            <a:off x="6781800" y="51435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見直すを具体的に示します。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88577B0-9122-F7E5-896E-E2F1CACCB58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10AE3A0-5040-E87A-5208-F0EFC791EEF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18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419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9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272549-CB8E-2483-81EE-D0FF9CE19C5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観点を</a:t>
            </a:r>
            <a:r>
              <a:rPr kumimoji="1" lang="en-US" altLang="ja-JP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つに分ける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AA9CE01-676A-8FC5-3F98-65D5216F987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A299DD1-7D1E-BCA2-204A-F50B9B2C05EF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BA9B96-5ED5-526E-6D46-39C626879FA6}"/>
              </a:ext>
            </a:extLst>
          </p:cNvPr>
          <p:cNvSpPr/>
          <p:nvPr/>
        </p:nvSpPr>
        <p:spPr>
          <a:xfrm>
            <a:off x="6070600" y="2095500"/>
            <a:ext cx="12700" cy="3835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F018C1-DB1D-5286-9086-39B0DCAA30C4}"/>
              </a:ext>
            </a:extLst>
          </p:cNvPr>
          <p:cNvSpPr txBox="1"/>
          <p:nvPr/>
        </p:nvSpPr>
        <p:spPr>
          <a:xfrm>
            <a:off x="825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21F616-48A4-3AEA-A1C3-9D11987FC40B}"/>
              </a:ext>
            </a:extLst>
          </p:cNvPr>
          <p:cNvSpPr txBox="1"/>
          <p:nvPr/>
        </p:nvSpPr>
        <p:spPr>
          <a:xfrm>
            <a:off x="825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対象を具体的に示します。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DA89CD6-047A-8ACE-5E9B-A56B5E2038B2}"/>
              </a:ext>
            </a:extLst>
          </p:cNvPr>
          <p:cNvSpPr txBox="1"/>
          <p:nvPr/>
        </p:nvSpPr>
        <p:spPr>
          <a:xfrm>
            <a:off x="6286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697394-F78A-B6D5-A99A-684782614270}"/>
              </a:ext>
            </a:extLst>
          </p:cNvPr>
          <p:cNvSpPr txBox="1"/>
          <p:nvPr/>
        </p:nvSpPr>
        <p:spPr>
          <a:xfrm>
            <a:off x="6286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条件を具体的に示します。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9A8E1B-474D-8CD8-FB56-99DA5FD845B5}"/>
              </a:ext>
            </a:extLst>
          </p:cNvPr>
          <p:cNvSpPr txBox="1"/>
          <p:nvPr/>
        </p:nvSpPr>
        <p:spPr>
          <a:xfrm>
            <a:off x="825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42CB97B-58EC-EF83-DD55-3CDD1E3187B3}"/>
              </a:ext>
            </a:extLst>
          </p:cNvPr>
          <p:cNvSpPr txBox="1"/>
          <p:nvPr/>
        </p:nvSpPr>
        <p:spPr>
          <a:xfrm>
            <a:off x="825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違いを具体的に示します。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E973FFE-3A81-937F-10E6-D06E26354638}"/>
              </a:ext>
            </a:extLst>
          </p:cNvPr>
          <p:cNvSpPr txBox="1"/>
          <p:nvPr/>
        </p:nvSpPr>
        <p:spPr>
          <a:xfrm>
            <a:off x="6286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1C862D9-2E6C-0DA6-C997-28C13152C093}"/>
              </a:ext>
            </a:extLst>
          </p:cNvPr>
          <p:cNvSpPr txBox="1"/>
          <p:nvPr/>
        </p:nvSpPr>
        <p:spPr>
          <a:xfrm>
            <a:off x="6286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根拠を具体的に示します。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66D1F47-37A9-2E6C-E139-F55AF034DFC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AD6793-A2DF-8CAF-E11E-6CBFC0B38F2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19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846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0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24D27E-5D4C-614D-3AE1-775CD96E594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要点を並べてまとめる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F5D2AA8-B250-1B1C-F6A3-D6982B721F2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838B88-4ACB-DC85-6454-1C8F2822E965}"/>
              </a:ext>
            </a:extLst>
          </p:cNvPr>
          <p:cNvSpPr txBox="1"/>
          <p:nvPr/>
        </p:nvSpPr>
        <p:spPr>
          <a:xfrm>
            <a:off x="7112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38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598CFDE-A439-2CCD-1033-09A554B69B34}"/>
              </a:ext>
            </a:extLst>
          </p:cNvPr>
          <p:cNvCxnSpPr/>
          <p:nvPr/>
        </p:nvCxnSpPr>
        <p:spPr>
          <a:xfrm>
            <a:off x="711200" y="3149600"/>
            <a:ext cx="3234267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0AAD7E0-893A-03DB-F154-FFD06897CBAD}"/>
              </a:ext>
            </a:extLst>
          </p:cNvPr>
          <p:cNvSpPr txBox="1"/>
          <p:nvPr/>
        </p:nvSpPr>
        <p:spPr>
          <a:xfrm>
            <a:off x="711200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1C3D50-99A4-39D2-26EA-AA41DEEC57FF}"/>
              </a:ext>
            </a:extLst>
          </p:cNvPr>
          <p:cNvSpPr txBox="1"/>
          <p:nvPr/>
        </p:nvSpPr>
        <p:spPr>
          <a:xfrm>
            <a:off x="711200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目的を具体的に示します。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3575B4F-6F47-4281-0D77-006AB3B7CB99}"/>
              </a:ext>
            </a:extLst>
          </p:cNvPr>
          <p:cNvSpPr txBox="1"/>
          <p:nvPr/>
        </p:nvSpPr>
        <p:spPr>
          <a:xfrm>
            <a:off x="4301067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38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0532911-C5E4-938B-CED5-7AEA797CB3FA}"/>
              </a:ext>
            </a:extLst>
          </p:cNvPr>
          <p:cNvCxnSpPr/>
          <p:nvPr/>
        </p:nvCxnSpPr>
        <p:spPr>
          <a:xfrm>
            <a:off x="4301067" y="3149600"/>
            <a:ext cx="3234266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CE2520-08E4-456F-CA6E-1B8C86B930AC}"/>
              </a:ext>
            </a:extLst>
          </p:cNvPr>
          <p:cNvSpPr txBox="1"/>
          <p:nvPr/>
        </p:nvSpPr>
        <p:spPr>
          <a:xfrm>
            <a:off x="4301067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183256-856A-9EA3-56C4-B8D3BED92A32}"/>
              </a:ext>
            </a:extLst>
          </p:cNvPr>
          <p:cNvSpPr txBox="1"/>
          <p:nvPr/>
        </p:nvSpPr>
        <p:spPr>
          <a:xfrm>
            <a:off x="4301067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説明を具体的に示します。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11E552F-24A5-CE36-B7C1-B42DB1C95783}"/>
              </a:ext>
            </a:extLst>
          </p:cNvPr>
          <p:cNvSpPr txBox="1"/>
          <p:nvPr/>
        </p:nvSpPr>
        <p:spPr>
          <a:xfrm>
            <a:off x="7890933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38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9A77A0C-557D-9E95-7A37-CC053B61B235}"/>
              </a:ext>
            </a:extLst>
          </p:cNvPr>
          <p:cNvCxnSpPr/>
          <p:nvPr/>
        </p:nvCxnSpPr>
        <p:spPr>
          <a:xfrm>
            <a:off x="7890933" y="3149600"/>
            <a:ext cx="3234267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6991407-D633-208A-2EF6-975200BEE672}"/>
              </a:ext>
            </a:extLst>
          </p:cNvPr>
          <p:cNvSpPr txBox="1"/>
          <p:nvPr/>
        </p:nvSpPr>
        <p:spPr>
          <a:xfrm>
            <a:off x="7890933" y="3416300"/>
            <a:ext cx="3246967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4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3D5F538-6779-FBFC-880F-C0CDE687C03E}"/>
              </a:ext>
            </a:extLst>
          </p:cNvPr>
          <p:cNvSpPr txBox="1"/>
          <p:nvPr/>
        </p:nvSpPr>
        <p:spPr>
          <a:xfrm>
            <a:off x="7890933" y="4457700"/>
            <a:ext cx="3246967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DA05FCC-8732-6AD2-A8E3-070047FDCA2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C11E71E-22C5-D631-CE61-DCA55E219F2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7607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1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5235E8-68B5-8FC7-F682-63DBCDE8467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数値と単位を大きく見せる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2976F2D-E1F3-9BEF-C393-49563B2E532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2B0666-FB9C-520E-2582-5377CED84BFD}"/>
              </a:ext>
            </a:extLst>
          </p:cNvPr>
          <p:cNvSpPr txBox="1"/>
          <p:nvPr/>
        </p:nvSpPr>
        <p:spPr>
          <a:xfrm>
            <a:off x="711200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4359A2-1EA3-354C-3423-7C25C2C35780}"/>
              </a:ext>
            </a:extLst>
          </p:cNvPr>
          <p:cNvSpPr txBox="1"/>
          <p:nvPr/>
        </p:nvSpPr>
        <p:spPr>
          <a:xfrm>
            <a:off x="711200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38ED17C-0F9A-E977-41BE-6546932DEF6F}"/>
              </a:ext>
            </a:extLst>
          </p:cNvPr>
          <p:cNvCxnSpPr/>
          <p:nvPr/>
        </p:nvCxnSpPr>
        <p:spPr>
          <a:xfrm>
            <a:off x="711200" y="4686300"/>
            <a:ext cx="3246967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F2238D3-2B7A-18C4-9131-B3DC4F0653C7}"/>
              </a:ext>
            </a:extLst>
          </p:cNvPr>
          <p:cNvSpPr txBox="1"/>
          <p:nvPr/>
        </p:nvSpPr>
        <p:spPr>
          <a:xfrm>
            <a:off x="711200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0C1434C-A557-31FE-9BB7-6B136C92C935}"/>
              </a:ext>
            </a:extLst>
          </p:cNvPr>
          <p:cNvSpPr txBox="1"/>
          <p:nvPr/>
        </p:nvSpPr>
        <p:spPr>
          <a:xfrm>
            <a:off x="4301067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488BB4-4AC8-5FD4-0F56-BDFE25D5A054}"/>
              </a:ext>
            </a:extLst>
          </p:cNvPr>
          <p:cNvSpPr txBox="1"/>
          <p:nvPr/>
        </p:nvSpPr>
        <p:spPr>
          <a:xfrm>
            <a:off x="4301067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4327B3A-B979-CAB1-C07B-22488E9775B4}"/>
              </a:ext>
            </a:extLst>
          </p:cNvPr>
          <p:cNvCxnSpPr/>
          <p:nvPr/>
        </p:nvCxnSpPr>
        <p:spPr>
          <a:xfrm>
            <a:off x="4301067" y="4686300"/>
            <a:ext cx="3246966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45C598-D4C4-3FB5-31BE-A2CD40127368}"/>
              </a:ext>
            </a:extLst>
          </p:cNvPr>
          <p:cNvSpPr txBox="1"/>
          <p:nvPr/>
        </p:nvSpPr>
        <p:spPr>
          <a:xfrm>
            <a:off x="4301067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69C83FF-1975-6CAB-B7DF-0EE05350F331}"/>
              </a:ext>
            </a:extLst>
          </p:cNvPr>
          <p:cNvSpPr txBox="1"/>
          <p:nvPr/>
        </p:nvSpPr>
        <p:spPr>
          <a:xfrm>
            <a:off x="7890933" y="2247900"/>
            <a:ext cx="3246967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DB76800-6B16-2CF6-6170-A323257AE4A0}"/>
              </a:ext>
            </a:extLst>
          </p:cNvPr>
          <p:cNvSpPr txBox="1"/>
          <p:nvPr/>
        </p:nvSpPr>
        <p:spPr>
          <a:xfrm>
            <a:off x="7890933" y="34036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38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EE217D8-23B4-3280-9597-55AECF838238}"/>
              </a:ext>
            </a:extLst>
          </p:cNvPr>
          <p:cNvCxnSpPr/>
          <p:nvPr/>
        </p:nvCxnSpPr>
        <p:spPr>
          <a:xfrm>
            <a:off x="7890933" y="4686300"/>
            <a:ext cx="3246967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C34A41B-E21E-3BCE-7CDB-DCFF4922CDDB}"/>
              </a:ext>
            </a:extLst>
          </p:cNvPr>
          <p:cNvSpPr txBox="1"/>
          <p:nvPr/>
        </p:nvSpPr>
        <p:spPr>
          <a:xfrm>
            <a:off x="7890933" y="4965700"/>
            <a:ext cx="3246967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架空のサンプル値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C5FAF5E-033C-B00C-F37F-E675C575EFD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8E4130-DA11-A1FB-69FB-2E5FDB19E14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21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1964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2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437018-F2E0-C549-4928-95DEA3E3AE2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対象ごとの比較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E0114A2-90B9-B323-6E10-208A9BB12F7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213D22E-52A3-E353-292E-B6D12B5E543A}"/>
              </a:ext>
            </a:extLst>
          </p:cNvPr>
          <p:cNvSpPr/>
          <p:nvPr/>
        </p:nvSpPr>
        <p:spPr>
          <a:xfrm>
            <a:off x="711200" y="2070100"/>
            <a:ext cx="2476500" cy="1168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EA5374-CD52-9B6E-9BA0-E7E5440DE995}"/>
              </a:ext>
            </a:extLst>
          </p:cNvPr>
          <p:cNvSpPr txBox="1"/>
          <p:nvPr/>
        </p:nvSpPr>
        <p:spPr>
          <a:xfrm>
            <a:off x="876300" y="22860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B11AF9-2230-6DDB-B3FA-7F252B44E168}"/>
              </a:ext>
            </a:extLst>
          </p:cNvPr>
          <p:cNvSpPr txBox="1"/>
          <p:nvPr/>
        </p:nvSpPr>
        <p:spPr>
          <a:xfrm>
            <a:off x="3530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46C6A2D-6A43-9481-01A3-FD3D34889A17}"/>
              </a:ext>
            </a:extLst>
          </p:cNvPr>
          <p:cNvSpPr txBox="1"/>
          <p:nvPr/>
        </p:nvSpPr>
        <p:spPr>
          <a:xfrm>
            <a:off x="3530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E263945-41A8-F6CD-936A-1E4C9E0C8FCC}"/>
              </a:ext>
            </a:extLst>
          </p:cNvPr>
          <p:cNvSpPr txBox="1"/>
          <p:nvPr/>
        </p:nvSpPr>
        <p:spPr>
          <a:xfrm>
            <a:off x="7467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76734A4-02D0-8FFD-10B9-84521049EB93}"/>
              </a:ext>
            </a:extLst>
          </p:cNvPr>
          <p:cNvSpPr txBox="1"/>
          <p:nvPr/>
        </p:nvSpPr>
        <p:spPr>
          <a:xfrm>
            <a:off x="7467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B0F4CBC-E16A-8CC6-6733-40F943104089}"/>
              </a:ext>
            </a:extLst>
          </p:cNvPr>
          <p:cNvCxnSpPr/>
          <p:nvPr/>
        </p:nvCxnSpPr>
        <p:spPr>
          <a:xfrm>
            <a:off x="3429000" y="3238500"/>
            <a:ext cx="80264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B8D36AD-31C9-570D-C1DC-52CEA9838063}"/>
              </a:ext>
            </a:extLst>
          </p:cNvPr>
          <p:cNvSpPr/>
          <p:nvPr/>
        </p:nvSpPr>
        <p:spPr>
          <a:xfrm>
            <a:off x="711200" y="3365500"/>
            <a:ext cx="2476500" cy="1168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C34EA6-7807-60FB-99DE-F9882A6AEEE2}"/>
              </a:ext>
            </a:extLst>
          </p:cNvPr>
          <p:cNvSpPr txBox="1"/>
          <p:nvPr/>
        </p:nvSpPr>
        <p:spPr>
          <a:xfrm>
            <a:off x="876300" y="35814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129A458-1893-D895-43C2-E767538C8EC8}"/>
              </a:ext>
            </a:extLst>
          </p:cNvPr>
          <p:cNvSpPr txBox="1"/>
          <p:nvPr/>
        </p:nvSpPr>
        <p:spPr>
          <a:xfrm>
            <a:off x="3530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99B40E5-B447-CD24-6315-E968D3374498}"/>
              </a:ext>
            </a:extLst>
          </p:cNvPr>
          <p:cNvSpPr txBox="1"/>
          <p:nvPr/>
        </p:nvSpPr>
        <p:spPr>
          <a:xfrm>
            <a:off x="3530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794843F-F8B3-4C3C-994D-B2D582FB6CDF}"/>
              </a:ext>
            </a:extLst>
          </p:cNvPr>
          <p:cNvSpPr txBox="1"/>
          <p:nvPr/>
        </p:nvSpPr>
        <p:spPr>
          <a:xfrm>
            <a:off x="7467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5A7C498-EA85-288D-FCF8-7B7ABEBD9F3D}"/>
              </a:ext>
            </a:extLst>
          </p:cNvPr>
          <p:cNvSpPr txBox="1"/>
          <p:nvPr/>
        </p:nvSpPr>
        <p:spPr>
          <a:xfrm>
            <a:off x="7467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203FB46-2EAD-088E-CFFD-A92D8C4282B3}"/>
              </a:ext>
            </a:extLst>
          </p:cNvPr>
          <p:cNvCxnSpPr/>
          <p:nvPr/>
        </p:nvCxnSpPr>
        <p:spPr>
          <a:xfrm>
            <a:off x="3429000" y="4533900"/>
            <a:ext cx="80264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190A46C-5C17-AE6E-05A3-0F015CF44722}"/>
              </a:ext>
            </a:extLst>
          </p:cNvPr>
          <p:cNvSpPr/>
          <p:nvPr/>
        </p:nvSpPr>
        <p:spPr>
          <a:xfrm>
            <a:off x="711200" y="4660900"/>
            <a:ext cx="2476500" cy="11684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7F9723B-3EFB-947E-47EF-9CE3359BE97E}"/>
              </a:ext>
            </a:extLst>
          </p:cNvPr>
          <p:cNvSpPr txBox="1"/>
          <p:nvPr/>
        </p:nvSpPr>
        <p:spPr>
          <a:xfrm>
            <a:off x="876300" y="48768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6221C6B-FB2A-F57E-3E97-4E4F6DCE9CE1}"/>
              </a:ext>
            </a:extLst>
          </p:cNvPr>
          <p:cNvSpPr txBox="1"/>
          <p:nvPr/>
        </p:nvSpPr>
        <p:spPr>
          <a:xfrm>
            <a:off x="3530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88D5BBE-556F-B5E9-19DF-E681174E04A5}"/>
              </a:ext>
            </a:extLst>
          </p:cNvPr>
          <p:cNvSpPr txBox="1"/>
          <p:nvPr/>
        </p:nvSpPr>
        <p:spPr>
          <a:xfrm>
            <a:off x="3530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74E561C-96AB-B24F-FCE5-340674E5EEB8}"/>
              </a:ext>
            </a:extLst>
          </p:cNvPr>
          <p:cNvSpPr txBox="1"/>
          <p:nvPr/>
        </p:nvSpPr>
        <p:spPr>
          <a:xfrm>
            <a:off x="7467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E47CAA-AD74-E563-405E-D435F8C16ACB}"/>
              </a:ext>
            </a:extLst>
          </p:cNvPr>
          <p:cNvSpPr txBox="1"/>
          <p:nvPr/>
        </p:nvSpPr>
        <p:spPr>
          <a:xfrm>
            <a:off x="7467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0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9A91CEB-02E4-09B5-516B-68A63FFEC4F1}"/>
              </a:ext>
            </a:extLst>
          </p:cNvPr>
          <p:cNvCxnSpPr/>
          <p:nvPr/>
        </p:nvCxnSpPr>
        <p:spPr>
          <a:xfrm>
            <a:off x="3429000" y="5829300"/>
            <a:ext cx="80264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56795BC-5B0D-515E-60DE-15340F5C752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1FF34A3-3CDA-5719-7196-E225BA18737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22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1466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3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7D9D62-54E4-EE7E-F502-CEE7EEF7EA2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具体例から全体を捉える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3D4EEFA-F78E-7F83-DA2B-BABED620DB9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6F165-3C76-4D57-9CFF-A912E963DCB3}"/>
              </a:ext>
            </a:extLst>
          </p:cNvPr>
          <p:cNvSpPr/>
          <p:nvPr/>
        </p:nvSpPr>
        <p:spPr>
          <a:xfrm>
            <a:off x="4445000" y="2133600"/>
            <a:ext cx="3302000" cy="114300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A8F715-637E-EE5F-835A-29AA11FC1CC0}"/>
              </a:ext>
            </a:extLst>
          </p:cNvPr>
          <p:cNvSpPr txBox="1"/>
          <p:nvPr/>
        </p:nvSpPr>
        <p:spPr>
          <a:xfrm>
            <a:off x="4635500" y="2247900"/>
            <a:ext cx="2921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考え方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F96CC05-0B80-E35A-5BC1-1822BF995F4D}"/>
              </a:ext>
            </a:extLst>
          </p:cNvPr>
          <p:cNvSpPr/>
          <p:nvPr/>
        </p:nvSpPr>
        <p:spPr>
          <a:xfrm>
            <a:off x="2889250" y="3378200"/>
            <a:ext cx="6413500" cy="11430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661C11-9C84-4F39-5D9A-C16B12B34EAB}"/>
              </a:ext>
            </a:extLst>
          </p:cNvPr>
          <p:cNvSpPr txBox="1"/>
          <p:nvPr/>
        </p:nvSpPr>
        <p:spPr>
          <a:xfrm>
            <a:off x="3079750" y="3492500"/>
            <a:ext cx="60325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分類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0561A74-439E-2CA6-BB01-D957D51A3F72}"/>
              </a:ext>
            </a:extLst>
          </p:cNvPr>
          <p:cNvSpPr/>
          <p:nvPr/>
        </p:nvSpPr>
        <p:spPr>
          <a:xfrm>
            <a:off x="1333500" y="4622800"/>
            <a:ext cx="9525000" cy="11430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6F67C3-1388-E2F7-0EEE-82786128D18D}"/>
              </a:ext>
            </a:extLst>
          </p:cNvPr>
          <p:cNvSpPr txBox="1"/>
          <p:nvPr/>
        </p:nvSpPr>
        <p:spPr>
          <a:xfrm>
            <a:off x="1524000" y="4737100"/>
            <a:ext cx="9144000" cy="952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9A28D60-0EC0-7E56-A20D-1E20F03D163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062E6A-CE44-6930-EEC1-8B884580543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23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6907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4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FF2FF2-B6ED-574C-899B-B42719C87CF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中心の問いを広げる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C74EF94-85C5-3773-0958-26175712462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A23D764-4419-C499-EBD7-3BF0F3D6F829}"/>
              </a:ext>
            </a:extLst>
          </p:cNvPr>
          <p:cNvCxnSpPr/>
          <p:nvPr/>
        </p:nvCxnSpPr>
        <p:spPr>
          <a:xfrm>
            <a:off x="3556000" y="3708400"/>
            <a:ext cx="4826000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21965932-EA3B-4C66-8862-665D981A5278}"/>
              </a:ext>
            </a:extLst>
          </p:cNvPr>
          <p:cNvSpPr/>
          <p:nvPr/>
        </p:nvSpPr>
        <p:spPr>
          <a:xfrm>
            <a:off x="4533900" y="2578100"/>
            <a:ext cx="3111500" cy="2768600"/>
          </a:xfrm>
          <a:prstGeom prst="ellipse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C338B6-6EE4-7F3E-0247-3595C3815A4C}"/>
              </a:ext>
            </a:extLst>
          </p:cNvPr>
          <p:cNvSpPr txBox="1"/>
          <p:nvPr/>
        </p:nvSpPr>
        <p:spPr>
          <a:xfrm>
            <a:off x="4838700" y="3263900"/>
            <a:ext cx="2514600" cy="1358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5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94A14CD-94B4-E808-2E22-6325D795F8AF}"/>
              </a:ext>
            </a:extLst>
          </p:cNvPr>
          <p:cNvSpPr txBox="1"/>
          <p:nvPr/>
        </p:nvSpPr>
        <p:spPr>
          <a:xfrm>
            <a:off x="7112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観察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301686-ECF0-59AE-6B95-49300EE80D57}"/>
              </a:ext>
            </a:extLst>
          </p:cNvPr>
          <p:cNvSpPr txBox="1"/>
          <p:nvPr/>
        </p:nvSpPr>
        <p:spPr>
          <a:xfrm>
            <a:off x="7112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9116D44-0430-7496-86CF-92AAD18C03F9}"/>
              </a:ext>
            </a:extLst>
          </p:cNvPr>
          <p:cNvSpPr txBox="1"/>
          <p:nvPr/>
        </p:nvSpPr>
        <p:spPr>
          <a:xfrm>
            <a:off x="83058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5BD047-F523-A466-C9FD-50940ADAB0E0}"/>
              </a:ext>
            </a:extLst>
          </p:cNvPr>
          <p:cNvSpPr txBox="1"/>
          <p:nvPr/>
        </p:nvSpPr>
        <p:spPr>
          <a:xfrm>
            <a:off x="83058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4DF05DB-2F32-5D73-A58B-74F25725221F}"/>
              </a:ext>
            </a:extLst>
          </p:cNvPr>
          <p:cNvSpPr txBox="1"/>
          <p:nvPr/>
        </p:nvSpPr>
        <p:spPr>
          <a:xfrm>
            <a:off x="7112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3C7A37E-D420-52E6-EB43-6A3E621DFE64}"/>
              </a:ext>
            </a:extLst>
          </p:cNvPr>
          <p:cNvSpPr txBox="1"/>
          <p:nvPr/>
        </p:nvSpPr>
        <p:spPr>
          <a:xfrm>
            <a:off x="7112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81FA9F7-E2C8-1374-8DD2-187C1E080C83}"/>
              </a:ext>
            </a:extLst>
          </p:cNvPr>
          <p:cNvSpPr txBox="1"/>
          <p:nvPr/>
        </p:nvSpPr>
        <p:spPr>
          <a:xfrm>
            <a:off x="83058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2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BD9A820-6B3A-E8FF-BFFC-E87CAF36B261}"/>
              </a:ext>
            </a:extLst>
          </p:cNvPr>
          <p:cNvSpPr txBox="1"/>
          <p:nvPr/>
        </p:nvSpPr>
        <p:spPr>
          <a:xfrm>
            <a:off x="83058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問いとの関係を示す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5EA254B-619B-C56F-2D0A-60C331173F6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B2DE6BB-F4BF-ECFD-13F6-3BB010F66ED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6645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5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2F0421-6164-C98B-70AA-408F6AC59FC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説明を順に進める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8623E5-9DFE-C446-49F8-A2AAC2AEBC3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F8ABC45-43BB-B597-8DDE-9244596FE7C3}"/>
              </a:ext>
            </a:extLst>
          </p:cNvPr>
          <p:cNvSpPr/>
          <p:nvPr/>
        </p:nvSpPr>
        <p:spPr>
          <a:xfrm>
            <a:off x="1041400" y="2247900"/>
            <a:ext cx="25400" cy="350520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30AE525-0AF1-29F9-CCD5-FD14E90D7199}"/>
              </a:ext>
            </a:extLst>
          </p:cNvPr>
          <p:cNvSpPr/>
          <p:nvPr/>
        </p:nvSpPr>
        <p:spPr>
          <a:xfrm>
            <a:off x="812800" y="215900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8EF244-47FB-CDBD-953C-C11DEBDB8EA7}"/>
              </a:ext>
            </a:extLst>
          </p:cNvPr>
          <p:cNvSpPr txBox="1"/>
          <p:nvPr/>
        </p:nvSpPr>
        <p:spPr>
          <a:xfrm>
            <a:off x="876300" y="21971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A154D3-E20B-D914-0118-0F50BEAA2F75}"/>
              </a:ext>
            </a:extLst>
          </p:cNvPr>
          <p:cNvSpPr txBox="1"/>
          <p:nvPr/>
        </p:nvSpPr>
        <p:spPr>
          <a:xfrm>
            <a:off x="1625600" y="21336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E615C90-E34C-53D6-B479-A881FBF7A180}"/>
              </a:ext>
            </a:extLst>
          </p:cNvPr>
          <p:cNvSpPr txBox="1"/>
          <p:nvPr/>
        </p:nvSpPr>
        <p:spPr>
          <a:xfrm>
            <a:off x="5181600" y="21336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問いを具体的に示します。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2164AD0-45FD-E542-CE60-BC6A7B8E61DB}"/>
              </a:ext>
            </a:extLst>
          </p:cNvPr>
          <p:cNvSpPr/>
          <p:nvPr/>
        </p:nvSpPr>
        <p:spPr>
          <a:xfrm>
            <a:off x="812800" y="313055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873CC6A-D425-FCB4-B554-19ADB9E68891}"/>
              </a:ext>
            </a:extLst>
          </p:cNvPr>
          <p:cNvSpPr txBox="1"/>
          <p:nvPr/>
        </p:nvSpPr>
        <p:spPr>
          <a:xfrm>
            <a:off x="876300" y="31686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D55A652-564C-FB6D-F986-BAFC9E732717}"/>
              </a:ext>
            </a:extLst>
          </p:cNvPr>
          <p:cNvSpPr txBox="1"/>
          <p:nvPr/>
        </p:nvSpPr>
        <p:spPr>
          <a:xfrm>
            <a:off x="1625600" y="31051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8346CC0-D825-E904-F3BC-8231F47BAAD1}"/>
              </a:ext>
            </a:extLst>
          </p:cNvPr>
          <p:cNvSpPr txBox="1"/>
          <p:nvPr/>
        </p:nvSpPr>
        <p:spPr>
          <a:xfrm>
            <a:off x="5181600" y="31051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例を具体的に示します。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350C7557-5E32-426B-3C4A-A58CC477BD9D}"/>
              </a:ext>
            </a:extLst>
          </p:cNvPr>
          <p:cNvSpPr/>
          <p:nvPr/>
        </p:nvSpPr>
        <p:spPr>
          <a:xfrm>
            <a:off x="812800" y="410210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6634B62-8EAD-D79A-CBCE-C37A631B3036}"/>
              </a:ext>
            </a:extLst>
          </p:cNvPr>
          <p:cNvSpPr txBox="1"/>
          <p:nvPr/>
        </p:nvSpPr>
        <p:spPr>
          <a:xfrm>
            <a:off x="876300" y="41402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F36475B-92AF-555B-A314-7BFD24FDA659}"/>
              </a:ext>
            </a:extLst>
          </p:cNvPr>
          <p:cNvSpPr txBox="1"/>
          <p:nvPr/>
        </p:nvSpPr>
        <p:spPr>
          <a:xfrm>
            <a:off x="1625600" y="40767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BFBD9D-D1CE-F60F-617B-A686B76AD051}"/>
              </a:ext>
            </a:extLst>
          </p:cNvPr>
          <p:cNvSpPr txBox="1"/>
          <p:nvPr/>
        </p:nvSpPr>
        <p:spPr>
          <a:xfrm>
            <a:off x="5181600" y="40767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確認を具体的に示します。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A9B9F618-0D95-947D-A2D0-ECD01158E775}"/>
              </a:ext>
            </a:extLst>
          </p:cNvPr>
          <p:cNvSpPr/>
          <p:nvPr/>
        </p:nvSpPr>
        <p:spPr>
          <a:xfrm>
            <a:off x="812800" y="5073650"/>
            <a:ext cx="482600" cy="482600"/>
          </a:xfrm>
          <a:prstGeom prst="ellipse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AB8CB86-6D35-1B40-2BA9-13CE4D5B7709}"/>
              </a:ext>
            </a:extLst>
          </p:cNvPr>
          <p:cNvSpPr txBox="1"/>
          <p:nvPr/>
        </p:nvSpPr>
        <p:spPr>
          <a:xfrm>
            <a:off x="876300" y="51117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en-US" altLang="ja-JP" sz="19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FFF9E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1A969EE-33CE-DF3F-99B6-76C0F7A11AC8}"/>
              </a:ext>
            </a:extLst>
          </p:cNvPr>
          <p:cNvSpPr txBox="1"/>
          <p:nvPr/>
        </p:nvSpPr>
        <p:spPr>
          <a:xfrm>
            <a:off x="1625600" y="50482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67BD031-9A6D-FB23-7CD9-583010947FBD}"/>
              </a:ext>
            </a:extLst>
          </p:cNvPr>
          <p:cNvSpPr txBox="1"/>
          <p:nvPr/>
        </p:nvSpPr>
        <p:spPr>
          <a:xfrm>
            <a:off x="5181600" y="50482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まとめを具体的に示します。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1B75935-3980-144E-9E11-0CF7790A374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34DE734-AD32-6499-8611-39E080FC873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25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951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6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16BB29-9A20-EFA2-A2B0-8D3859FF570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条件から候補を絞る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079AB94-135B-A950-BD48-4F2DEA39202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C24AF83-CF36-CEA2-6C2D-50FEBC6E9F16}"/>
              </a:ext>
            </a:extLst>
          </p:cNvPr>
          <p:cNvSpPr/>
          <p:nvPr/>
        </p:nvSpPr>
        <p:spPr>
          <a:xfrm>
            <a:off x="825500" y="2120900"/>
            <a:ext cx="5842000" cy="8191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47B777-2915-DABD-77CE-6B2CACA84974}"/>
              </a:ext>
            </a:extLst>
          </p:cNvPr>
          <p:cNvSpPr txBox="1"/>
          <p:nvPr/>
        </p:nvSpPr>
        <p:spPr>
          <a:xfrm>
            <a:off x="977900" y="2235200"/>
            <a:ext cx="5537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候補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C7F554B-21A9-184A-8843-1A33EE9EF7BC}"/>
              </a:ext>
            </a:extLst>
          </p:cNvPr>
          <p:cNvSpPr txBox="1"/>
          <p:nvPr/>
        </p:nvSpPr>
        <p:spPr>
          <a:xfrm>
            <a:off x="7188200" y="22225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4141C4A-EDFD-9256-F619-15EA30AC923B}"/>
              </a:ext>
            </a:extLst>
          </p:cNvPr>
          <p:cNvSpPr/>
          <p:nvPr/>
        </p:nvSpPr>
        <p:spPr>
          <a:xfrm>
            <a:off x="1206500" y="3054350"/>
            <a:ext cx="5080000" cy="8191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079119-D8B0-B78B-A5AD-E3D48038FD54}"/>
              </a:ext>
            </a:extLst>
          </p:cNvPr>
          <p:cNvSpPr txBox="1"/>
          <p:nvPr/>
        </p:nvSpPr>
        <p:spPr>
          <a:xfrm>
            <a:off x="1358900" y="3168650"/>
            <a:ext cx="4775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F37A264-B615-2239-0DB9-F7BE3CC0E5A0}"/>
              </a:ext>
            </a:extLst>
          </p:cNvPr>
          <p:cNvSpPr txBox="1"/>
          <p:nvPr/>
        </p:nvSpPr>
        <p:spPr>
          <a:xfrm>
            <a:off x="7188200" y="31559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2C3D9C-5942-8493-E4D9-A9CAE0534964}"/>
              </a:ext>
            </a:extLst>
          </p:cNvPr>
          <p:cNvSpPr/>
          <p:nvPr/>
        </p:nvSpPr>
        <p:spPr>
          <a:xfrm>
            <a:off x="1587500" y="3987800"/>
            <a:ext cx="4318000" cy="8191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C35192-2524-4297-7056-EB940A54A447}"/>
              </a:ext>
            </a:extLst>
          </p:cNvPr>
          <p:cNvSpPr txBox="1"/>
          <p:nvPr/>
        </p:nvSpPr>
        <p:spPr>
          <a:xfrm>
            <a:off x="1739900" y="4102100"/>
            <a:ext cx="4013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検証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DFCD477-43F0-7C8C-2185-B60E79EFF273}"/>
              </a:ext>
            </a:extLst>
          </p:cNvPr>
          <p:cNvSpPr txBox="1"/>
          <p:nvPr/>
        </p:nvSpPr>
        <p:spPr>
          <a:xfrm>
            <a:off x="7188200" y="40894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AD1D639-5886-173F-B631-97228E42FADC}"/>
              </a:ext>
            </a:extLst>
          </p:cNvPr>
          <p:cNvSpPr/>
          <p:nvPr/>
        </p:nvSpPr>
        <p:spPr>
          <a:xfrm>
            <a:off x="1968500" y="4921250"/>
            <a:ext cx="3556000" cy="819150"/>
          </a:xfrm>
          <a:prstGeom prst="rect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7CA15AC-574A-7A76-6B57-F6583624AB38}"/>
              </a:ext>
            </a:extLst>
          </p:cNvPr>
          <p:cNvSpPr txBox="1"/>
          <p:nvPr/>
        </p:nvSpPr>
        <p:spPr>
          <a:xfrm>
            <a:off x="2120900" y="5035550"/>
            <a:ext cx="3251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2100" b="1">
                <a:solidFill>
                  <a:srgbClr val="FFF9E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選択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CD0139A-400C-88CF-48A2-17D95C72D5E1}"/>
              </a:ext>
            </a:extLst>
          </p:cNvPr>
          <p:cNvSpPr txBox="1"/>
          <p:nvPr/>
        </p:nvSpPr>
        <p:spPr>
          <a:xfrm>
            <a:off x="7188200" y="50228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条件を確認します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4EB5B8C-ED84-4CD9-9978-81558EBE2C1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1C1F2CD-6E21-25A7-531B-F50AF888A6F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26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3544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7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235371-C940-0023-B49E-F063E92A761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変更前と変更後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2247CA7-9930-9B1A-3151-7506E3CC72D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93F6E52-3DD0-204C-FD6F-E99357B3E6AC}"/>
              </a:ext>
            </a:extLst>
          </p:cNvPr>
          <p:cNvCxnSpPr/>
          <p:nvPr/>
        </p:nvCxnSpPr>
        <p:spPr>
          <a:xfrm>
            <a:off x="711200" y="2159000"/>
            <a:ext cx="4940300" cy="0"/>
          </a:xfrm>
          <a:prstGeom prst="line">
            <a:avLst/>
          </a:prstGeom>
          <a:ln w="12700">
            <a:solidFill>
              <a:srgbClr val="7275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EEE5DF-3684-9788-2F88-571E6F0502B3}"/>
              </a:ext>
            </a:extLst>
          </p:cNvPr>
          <p:cNvSpPr txBox="1"/>
          <p:nvPr/>
        </p:nvSpPr>
        <p:spPr>
          <a:xfrm>
            <a:off x="7112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1718B12-A998-0ABE-323D-FEB882B313EF}"/>
              </a:ext>
            </a:extLst>
          </p:cNvPr>
          <p:cNvSpPr txBox="1"/>
          <p:nvPr/>
        </p:nvSpPr>
        <p:spPr>
          <a:xfrm>
            <a:off x="7112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変更前を具体的に示します。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1360E35-388E-3CBA-7554-E30D713DB36E}"/>
              </a:ext>
            </a:extLst>
          </p:cNvPr>
          <p:cNvCxnSpPr/>
          <p:nvPr/>
        </p:nvCxnSpPr>
        <p:spPr>
          <a:xfrm>
            <a:off x="6489700" y="2159000"/>
            <a:ext cx="4940300" cy="0"/>
          </a:xfrm>
          <a:prstGeom prst="line">
            <a:avLst/>
          </a:prstGeom>
          <a:ln w="12700">
            <a:solidFill>
              <a:srgbClr val="A6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BF71770-10BB-A62D-C4EA-459B8535E234}"/>
              </a:ext>
            </a:extLst>
          </p:cNvPr>
          <p:cNvSpPr txBox="1"/>
          <p:nvPr/>
        </p:nvSpPr>
        <p:spPr>
          <a:xfrm>
            <a:off x="64897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8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45AE0D-12E5-E91C-5646-E51456661844}"/>
              </a:ext>
            </a:extLst>
          </p:cNvPr>
          <p:cNvSpPr txBox="1"/>
          <p:nvPr/>
        </p:nvSpPr>
        <p:spPr>
          <a:xfrm>
            <a:off x="64897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変更後を具体的に示します。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C3694328-EC94-87E7-26FE-405CC4849064}"/>
              </a:ext>
            </a:extLst>
          </p:cNvPr>
          <p:cNvSpPr/>
          <p:nvPr/>
        </p:nvSpPr>
        <p:spPr>
          <a:xfrm>
            <a:off x="5778500" y="3657600"/>
            <a:ext cx="520700" cy="571500"/>
          </a:xfrm>
          <a:prstGeom prst="rightArrow">
            <a:avLst/>
          </a:prstGeom>
          <a:solidFill>
            <a:srgbClr val="A64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F0D8513-89BD-AECF-CC7D-24A0FFA9AF0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67333DC-1F6D-F351-5307-4982A10D6AA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27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9407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8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D25B76-AA80-6462-922F-8EF0B2723C0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根拠を表で確かめる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1777140-3698-D035-8076-89A18BF2B81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4AA726-B01A-E11A-7A24-B6C8B7BE0607}"/>
              </a:ext>
            </a:extLst>
          </p:cNvPr>
          <p:cNvSpPr/>
          <p:nvPr/>
        </p:nvSpPr>
        <p:spPr>
          <a:xfrm>
            <a:off x="711200" y="2082800"/>
            <a:ext cx="10769600" cy="9715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EAEE65-607E-EF6A-086A-029F89EE0904}"/>
              </a:ext>
            </a:extLst>
          </p:cNvPr>
          <p:cNvSpPr txBox="1"/>
          <p:nvPr/>
        </p:nvSpPr>
        <p:spPr>
          <a:xfrm>
            <a:off x="838200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DF02D21-D30F-79E4-01F7-3C6E82AC40DE}"/>
              </a:ext>
            </a:extLst>
          </p:cNvPr>
          <p:cNvSpPr txBox="1"/>
          <p:nvPr/>
        </p:nvSpPr>
        <p:spPr>
          <a:xfrm>
            <a:off x="4428067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53C237-5698-1253-B059-A1D111F92EBB}"/>
              </a:ext>
            </a:extLst>
          </p:cNvPr>
          <p:cNvSpPr txBox="1"/>
          <p:nvPr/>
        </p:nvSpPr>
        <p:spPr>
          <a:xfrm>
            <a:off x="8017933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60B55AB-230A-AAC6-D3EE-BE0554085238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FC90D9-4A2A-C1AE-0D73-0F5A5ABEA44A}"/>
              </a:ext>
            </a:extLst>
          </p:cNvPr>
          <p:cNvSpPr txBox="1"/>
          <p:nvPr/>
        </p:nvSpPr>
        <p:spPr>
          <a:xfrm>
            <a:off x="838200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DB1770-BF33-A1ED-BA15-5AEA9269BFDE}"/>
              </a:ext>
            </a:extLst>
          </p:cNvPr>
          <p:cNvSpPr txBox="1"/>
          <p:nvPr/>
        </p:nvSpPr>
        <p:spPr>
          <a:xfrm>
            <a:off x="4428067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C20090-9D33-5AB6-F605-968401B484DF}"/>
              </a:ext>
            </a:extLst>
          </p:cNvPr>
          <p:cNvSpPr txBox="1"/>
          <p:nvPr/>
        </p:nvSpPr>
        <p:spPr>
          <a:xfrm>
            <a:off x="8017933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E56DF38-60A0-C92D-2B7B-C3D3F3B85261}"/>
              </a:ext>
            </a:extLst>
          </p:cNvPr>
          <p:cNvSpPr/>
          <p:nvPr/>
        </p:nvSpPr>
        <p:spPr>
          <a:xfrm>
            <a:off x="711200" y="4025900"/>
            <a:ext cx="10769600" cy="971550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54E22BE-A8D3-23FB-E4AB-04D294FFC61A}"/>
              </a:ext>
            </a:extLst>
          </p:cNvPr>
          <p:cNvCxnSpPr/>
          <p:nvPr/>
        </p:nvCxnSpPr>
        <p:spPr>
          <a:xfrm>
            <a:off x="711200" y="499745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7A2C729-A629-5997-8E03-BD8D73D144DF}"/>
              </a:ext>
            </a:extLst>
          </p:cNvPr>
          <p:cNvSpPr txBox="1"/>
          <p:nvPr/>
        </p:nvSpPr>
        <p:spPr>
          <a:xfrm>
            <a:off x="838200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C61B47F-11A5-4429-E6F4-FA7847DE602A}"/>
              </a:ext>
            </a:extLst>
          </p:cNvPr>
          <p:cNvSpPr txBox="1"/>
          <p:nvPr/>
        </p:nvSpPr>
        <p:spPr>
          <a:xfrm>
            <a:off x="4428067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24EF2CE-1C6F-331B-0681-BB9910F2FE4D}"/>
              </a:ext>
            </a:extLst>
          </p:cNvPr>
          <p:cNvSpPr txBox="1"/>
          <p:nvPr/>
        </p:nvSpPr>
        <p:spPr>
          <a:xfrm>
            <a:off x="8017933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76F0479-D5B4-8F19-C518-9B9FF986A666}"/>
              </a:ext>
            </a:extLst>
          </p:cNvPr>
          <p:cNvCxnSpPr/>
          <p:nvPr/>
        </p:nvCxnSpPr>
        <p:spPr>
          <a:xfrm>
            <a:off x="711200" y="59690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5F2DDD2-E068-23A2-DDBA-42F1A130ECB1}"/>
              </a:ext>
            </a:extLst>
          </p:cNvPr>
          <p:cNvSpPr txBox="1"/>
          <p:nvPr/>
        </p:nvSpPr>
        <p:spPr>
          <a:xfrm>
            <a:off x="838200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BCA04EF-4431-379A-2E62-28DB806DCBD6}"/>
              </a:ext>
            </a:extLst>
          </p:cNvPr>
          <p:cNvSpPr txBox="1"/>
          <p:nvPr/>
        </p:nvSpPr>
        <p:spPr>
          <a:xfrm>
            <a:off x="4428067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0AF6A59-427D-2DDB-99F4-6BF9DBBFDD3D}"/>
              </a:ext>
            </a:extLst>
          </p:cNvPr>
          <p:cNvSpPr txBox="1"/>
          <p:nvPr/>
        </p:nvSpPr>
        <p:spPr>
          <a:xfrm>
            <a:off x="8017933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C5892A8-6EF1-8B81-805B-D4C0A1FE0EF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C77DF1B-0C8B-DFD2-708F-1ABCA5F0198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28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7113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9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8F8E3D-C856-0C41-1C47-DF84DBC6276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結論を根拠と並べる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A613934-9BEC-A2FA-27E6-9C5D7A2EBA0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52B3C5-F6AF-CFC8-FB08-B6300D62A193}"/>
              </a:ext>
            </a:extLst>
          </p:cNvPr>
          <p:cNvSpPr txBox="1"/>
          <p:nvPr/>
        </p:nvSpPr>
        <p:spPr>
          <a:xfrm>
            <a:off x="762000" y="2044700"/>
            <a:ext cx="10617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5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条件をそろえて比較する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D2E35A8-43DD-629F-9B3B-85A9BCE14EB8}"/>
              </a:ext>
            </a:extLst>
          </p:cNvPr>
          <p:cNvSpPr/>
          <p:nvPr/>
        </p:nvSpPr>
        <p:spPr>
          <a:xfrm>
            <a:off x="711200" y="3035300"/>
            <a:ext cx="10769600" cy="739775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FA7C6C2-C81B-6FB3-082A-6BB2A7E46562}"/>
              </a:ext>
            </a:extLst>
          </p:cNvPr>
          <p:cNvSpPr txBox="1"/>
          <p:nvPr/>
        </p:nvSpPr>
        <p:spPr>
          <a:xfrm>
            <a:off x="838200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2E68C5-7565-F21E-4711-7703F395B2D6}"/>
              </a:ext>
            </a:extLst>
          </p:cNvPr>
          <p:cNvSpPr txBox="1"/>
          <p:nvPr/>
        </p:nvSpPr>
        <p:spPr>
          <a:xfrm>
            <a:off x="4428067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02E06A2-679F-CE4D-F246-AE64A822FFA7}"/>
              </a:ext>
            </a:extLst>
          </p:cNvPr>
          <p:cNvSpPr txBox="1"/>
          <p:nvPr/>
        </p:nvSpPr>
        <p:spPr>
          <a:xfrm>
            <a:off x="8017933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082696C-D01B-4F41-618C-418AAA16221E}"/>
              </a:ext>
            </a:extLst>
          </p:cNvPr>
          <p:cNvCxnSpPr/>
          <p:nvPr/>
        </p:nvCxnSpPr>
        <p:spPr>
          <a:xfrm>
            <a:off x="711200" y="451485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1CB843-DE30-79F1-48E3-59F867CE09B9}"/>
              </a:ext>
            </a:extLst>
          </p:cNvPr>
          <p:cNvSpPr txBox="1"/>
          <p:nvPr/>
        </p:nvSpPr>
        <p:spPr>
          <a:xfrm>
            <a:off x="838200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02C3D5-4778-852C-B01C-51C853F81BF5}"/>
              </a:ext>
            </a:extLst>
          </p:cNvPr>
          <p:cNvSpPr txBox="1"/>
          <p:nvPr/>
        </p:nvSpPr>
        <p:spPr>
          <a:xfrm>
            <a:off x="4428067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A5234A3-9DF3-83B1-D270-7D4FC3ECF7EA}"/>
              </a:ext>
            </a:extLst>
          </p:cNvPr>
          <p:cNvSpPr txBox="1"/>
          <p:nvPr/>
        </p:nvSpPr>
        <p:spPr>
          <a:xfrm>
            <a:off x="8017933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E4BF7BD-0709-AD5A-E803-CD912E41E119}"/>
              </a:ext>
            </a:extLst>
          </p:cNvPr>
          <p:cNvSpPr/>
          <p:nvPr/>
        </p:nvSpPr>
        <p:spPr>
          <a:xfrm>
            <a:off x="711200" y="4514850"/>
            <a:ext cx="10769600" cy="739775"/>
          </a:xfrm>
          <a:prstGeom prst="rect">
            <a:avLst/>
          </a:prstGeom>
          <a:solidFill>
            <a:srgbClr val="F3E7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1EFDF7A-F805-4B80-CF32-66C4D412CD4E}"/>
              </a:ext>
            </a:extLst>
          </p:cNvPr>
          <p:cNvCxnSpPr/>
          <p:nvPr/>
        </p:nvCxnSpPr>
        <p:spPr>
          <a:xfrm>
            <a:off x="711200" y="5254625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B36D00-142B-AC6F-ADB4-8FD0306F709D}"/>
              </a:ext>
            </a:extLst>
          </p:cNvPr>
          <p:cNvSpPr txBox="1"/>
          <p:nvPr/>
        </p:nvSpPr>
        <p:spPr>
          <a:xfrm>
            <a:off x="838200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9B78286-D353-99C9-C7A4-9C26B74C52DC}"/>
              </a:ext>
            </a:extLst>
          </p:cNvPr>
          <p:cNvSpPr txBox="1"/>
          <p:nvPr/>
        </p:nvSpPr>
        <p:spPr>
          <a:xfrm>
            <a:off x="4428067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42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01EAE2D-B607-25C3-4C62-93A618307C0F}"/>
              </a:ext>
            </a:extLst>
          </p:cNvPr>
          <p:cNvSpPr txBox="1"/>
          <p:nvPr/>
        </p:nvSpPr>
        <p:spPr>
          <a:xfrm>
            <a:off x="8017933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0AD96A3-3A9E-A216-BEE3-E15727F5F885}"/>
              </a:ext>
            </a:extLst>
          </p:cNvPr>
          <p:cNvCxnSpPr/>
          <p:nvPr/>
        </p:nvCxnSpPr>
        <p:spPr>
          <a:xfrm>
            <a:off x="711200" y="59944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49B9D35-369C-7693-9825-E3BB177B321C}"/>
              </a:ext>
            </a:extLst>
          </p:cNvPr>
          <p:cNvSpPr txBox="1"/>
          <p:nvPr/>
        </p:nvSpPr>
        <p:spPr>
          <a:xfrm>
            <a:off x="838200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3B302B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584C29-34BB-1D73-6205-5D9EFC53BCC7}"/>
              </a:ext>
            </a:extLst>
          </p:cNvPr>
          <p:cNvSpPr txBox="1"/>
          <p:nvPr/>
        </p:nvSpPr>
        <p:spPr>
          <a:xfrm>
            <a:off x="4428067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58</a:t>
            </a: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23AE2B2-2EB1-45EF-0EC3-307C8DB9D0C1}"/>
              </a:ext>
            </a:extLst>
          </p:cNvPr>
          <p:cNvSpPr txBox="1"/>
          <p:nvPr/>
        </p:nvSpPr>
        <p:spPr>
          <a:xfrm>
            <a:off x="8017933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700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9E0E33A-7208-3423-A246-6E553F12904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92CA6AA-0B18-934E-2502-87BE7F4E8BB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29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3874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0"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ED2FC4-4287-DB1A-A57E-65BEC33CFFC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確認したいポイント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1692BAF-3D25-687E-F717-957CDBCDA24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AC7CE9-8FB6-AE1A-97DB-EA06B5A9E4AC}"/>
              </a:ext>
            </a:extLst>
          </p:cNvPr>
          <p:cNvSpPr txBox="1"/>
          <p:nvPr/>
        </p:nvSpPr>
        <p:spPr>
          <a:xfrm>
            <a:off x="838200" y="20828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48E642-A98E-0403-E696-E88A59A60120}"/>
              </a:ext>
            </a:extLst>
          </p:cNvPr>
          <p:cNvSpPr txBox="1"/>
          <p:nvPr/>
        </p:nvSpPr>
        <p:spPr>
          <a:xfrm>
            <a:off x="1371600" y="2082800"/>
            <a:ext cx="995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E5DB0D-5A7B-0513-92B5-4DB8EDFB6617}"/>
              </a:ext>
            </a:extLst>
          </p:cNvPr>
          <p:cNvSpPr txBox="1"/>
          <p:nvPr/>
        </p:nvSpPr>
        <p:spPr>
          <a:xfrm>
            <a:off x="1371600" y="2527300"/>
            <a:ext cx="9956800" cy="6434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構成を具体的に示します。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602B771-06E7-F7FB-9F03-94B480ED7A1C}"/>
              </a:ext>
            </a:extLst>
          </p:cNvPr>
          <p:cNvCxnSpPr/>
          <p:nvPr/>
        </p:nvCxnSpPr>
        <p:spPr>
          <a:xfrm>
            <a:off x="1371600" y="3208867"/>
            <a:ext cx="99568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218521-22E0-3B7A-72B1-A5011E5AE6CF}"/>
              </a:ext>
            </a:extLst>
          </p:cNvPr>
          <p:cNvSpPr txBox="1"/>
          <p:nvPr/>
        </p:nvSpPr>
        <p:spPr>
          <a:xfrm>
            <a:off x="838200" y="3361267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98BECB1-9010-08E2-4B59-3F34F432F1EC}"/>
              </a:ext>
            </a:extLst>
          </p:cNvPr>
          <p:cNvSpPr txBox="1"/>
          <p:nvPr/>
        </p:nvSpPr>
        <p:spPr>
          <a:xfrm>
            <a:off x="1371600" y="3361267"/>
            <a:ext cx="995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見やすさ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F332A5-E350-DD68-3C03-14F52A58F590}"/>
              </a:ext>
            </a:extLst>
          </p:cNvPr>
          <p:cNvSpPr txBox="1"/>
          <p:nvPr/>
        </p:nvSpPr>
        <p:spPr>
          <a:xfrm>
            <a:off x="1371600" y="3805767"/>
            <a:ext cx="9956800" cy="6434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見やすさを具体的に示します。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6F98EB1-1D99-756C-E532-5AFFB56DB348}"/>
              </a:ext>
            </a:extLst>
          </p:cNvPr>
          <p:cNvCxnSpPr/>
          <p:nvPr/>
        </p:nvCxnSpPr>
        <p:spPr>
          <a:xfrm>
            <a:off x="1371600" y="4487333"/>
            <a:ext cx="99568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21E777-1E49-3C0D-29BC-4D12D949CFC8}"/>
              </a:ext>
            </a:extLst>
          </p:cNvPr>
          <p:cNvSpPr txBox="1"/>
          <p:nvPr/>
        </p:nvSpPr>
        <p:spPr>
          <a:xfrm>
            <a:off x="838200" y="4639733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A64C32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A64C32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A5DE1CB-353C-4C64-00B4-7DC31AE3F505}"/>
              </a:ext>
            </a:extLst>
          </p:cNvPr>
          <p:cNvSpPr txBox="1"/>
          <p:nvPr/>
        </p:nvSpPr>
        <p:spPr>
          <a:xfrm>
            <a:off x="1371600" y="4639733"/>
            <a:ext cx="9956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900" b="1">
                <a:solidFill>
                  <a:srgbClr val="3B302B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正確さ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3E9AF2-26F0-965D-32B8-07C40A742FA0}"/>
              </a:ext>
            </a:extLst>
          </p:cNvPr>
          <p:cNvSpPr txBox="1"/>
          <p:nvPr/>
        </p:nvSpPr>
        <p:spPr>
          <a:xfrm>
            <a:off x="1371600" y="5084233"/>
            <a:ext cx="9956800" cy="6434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正確さを具体的に示します。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60A787E-B12D-8473-F114-3A5AFF71B79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F3E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2688728-CFE5-C16B-7751-74B7F736CCB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C5B51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30 / 30</a:t>
            </a:r>
            <a:endParaRPr kumimoji="1" lang="ja-JP" altLang="en-US" sz="1000">
              <a:solidFill>
                <a:srgbClr val="6C5B51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506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3B302B"/>
      </a:dk1>
      <a:lt1>
        <a:sysClr val="window" lastClr="FFFFFF"/>
      </a:lt1>
      <a:dk2>
        <a:srgbClr val="0E2841"/>
      </a:dk2>
      <a:lt2>
        <a:srgbClr val="E8E8E8"/>
      </a:lt2>
      <a:accent1>
        <a:srgbClr val="A64C3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3028</Words>
  <Application>Microsoft Office PowerPoint</Application>
  <PresentationFormat>ユーザー設定</PresentationFormat>
  <Paragraphs>372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2026-09-22T17:36:33Z</dcterms:created>
  <dcterms:modified xsi:type="dcterms:W3CDTF">2026-09-22T17:36:33Z</dcterms:modified>
</cp:coreProperties>
</file>