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5C3651-85D9-48BF-8076-92C3A79FFF4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0F2FEF6-C53C-4F92-8F12-8AB8EB63CE9E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3CE78EE1-134A-4927-8A6A-2057244DAF5F}" type="parTrans" cxnId="{6B5BDAD6-ED52-468D-BFED-8E679C569C8A}">
      <dgm:prSet/>
      <dgm:spPr/>
    </dgm:pt>
    <dgm:pt modelId="{647A1504-BAC2-45F7-BCB0-0DB2724DF6D0}" type="sibTrans" cxnId="{6B5BDAD6-ED52-468D-BFED-8E679C569C8A}">
      <dgm:prSet/>
      <dgm:spPr/>
      <dgm:t>
        <a:bodyPr/>
        <a:lstStyle/>
        <a:p>
          <a:endParaRPr kumimoji="1" lang="ja-JP" altLang="en-US"/>
        </a:p>
      </dgm:t>
    </dgm:pt>
    <dgm:pt modelId="{3F9633FA-2B17-4821-9DAB-1CE1C97E44E5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13E50A12-767D-4CA6-BA49-21DDF6E1715F}" type="parTrans" cxnId="{2596BA52-8C19-427E-8880-3C35908E71E1}">
      <dgm:prSet/>
      <dgm:spPr/>
    </dgm:pt>
    <dgm:pt modelId="{4C8C4FE7-25EA-4D2F-8FC4-FD21B88E742F}" type="sibTrans" cxnId="{2596BA52-8C19-427E-8880-3C35908E71E1}">
      <dgm:prSet/>
      <dgm:spPr/>
      <dgm:t>
        <a:bodyPr/>
        <a:lstStyle/>
        <a:p>
          <a:endParaRPr kumimoji="1" lang="ja-JP" altLang="en-US"/>
        </a:p>
      </dgm:t>
    </dgm:pt>
    <dgm:pt modelId="{6E84663D-ACAC-483B-8B93-F06D36544D53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C3A79B40-CB05-4A0F-BEB0-8373F1D8EC1A}" type="parTrans" cxnId="{7BEBEAE7-D1FE-47CA-80FF-7C63BFBDE309}">
      <dgm:prSet/>
      <dgm:spPr/>
    </dgm:pt>
    <dgm:pt modelId="{8A10908E-3600-4FC3-9238-3E773EB1B70A}" type="sibTrans" cxnId="{7BEBEAE7-D1FE-47CA-80FF-7C63BFBDE309}">
      <dgm:prSet/>
      <dgm:spPr/>
      <dgm:t>
        <a:bodyPr/>
        <a:lstStyle/>
        <a:p>
          <a:endParaRPr kumimoji="1" lang="ja-JP" altLang="en-US"/>
        </a:p>
      </dgm:t>
    </dgm:pt>
    <dgm:pt modelId="{CC57407E-B758-4D2A-8C1C-05ED4CBDD2D6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EB121AC6-E24A-48EC-BA69-D044BCB2FD86}" type="parTrans" cxnId="{4E1389B8-FFC0-46E0-9D5A-E1D0646B8C38}">
      <dgm:prSet/>
      <dgm:spPr/>
    </dgm:pt>
    <dgm:pt modelId="{181D3243-BFA0-4889-B743-825EDA62B614}" type="sibTrans" cxnId="{4E1389B8-FFC0-46E0-9D5A-E1D0646B8C38}">
      <dgm:prSet/>
      <dgm:spPr/>
    </dgm:pt>
    <dgm:pt modelId="{49E1F734-9A4F-4EB8-BE43-B62AF31C320B}" type="pres">
      <dgm:prSet presAssocID="{6A5C3651-85D9-48BF-8076-92C3A79FFF46}" presName="Name0" presStyleCnt="0">
        <dgm:presLayoutVars>
          <dgm:dir/>
          <dgm:resizeHandles val="exact"/>
        </dgm:presLayoutVars>
      </dgm:prSet>
      <dgm:spPr/>
    </dgm:pt>
    <dgm:pt modelId="{53CC2B23-D648-43AF-A75E-4604C2D7C3EF}" type="pres">
      <dgm:prSet presAssocID="{50F2FEF6-C53C-4F92-8F12-8AB8EB63CE9E}" presName="node" presStyleLbl="node1" presStyleIdx="0" presStyleCnt="4">
        <dgm:presLayoutVars>
          <dgm:bulletEnabled val="1"/>
        </dgm:presLayoutVars>
      </dgm:prSet>
      <dgm:spPr/>
    </dgm:pt>
    <dgm:pt modelId="{D7B074EC-8EE0-43D4-BF07-A1BE4B2750F3}" type="pres">
      <dgm:prSet presAssocID="{647A1504-BAC2-45F7-BCB0-0DB2724DF6D0}" presName="sibTrans" presStyleLbl="sibTrans2D1" presStyleIdx="0" presStyleCnt="3"/>
      <dgm:spPr/>
    </dgm:pt>
    <dgm:pt modelId="{E14CF1F9-CC4A-44FA-95B0-32A778721B43}" type="pres">
      <dgm:prSet presAssocID="{647A1504-BAC2-45F7-BCB0-0DB2724DF6D0}" presName="connectorText" presStyleLbl="sibTrans2D1" presStyleIdx="0" presStyleCnt="3"/>
      <dgm:spPr/>
    </dgm:pt>
    <dgm:pt modelId="{A6AD43B4-DA1E-41E5-89DE-5DD89C0A5B5B}" type="pres">
      <dgm:prSet presAssocID="{3F9633FA-2B17-4821-9DAB-1CE1C97E44E5}" presName="node" presStyleLbl="node1" presStyleIdx="1" presStyleCnt="4">
        <dgm:presLayoutVars>
          <dgm:bulletEnabled val="1"/>
        </dgm:presLayoutVars>
      </dgm:prSet>
      <dgm:spPr/>
    </dgm:pt>
    <dgm:pt modelId="{C557F005-C96B-4F00-A8C3-6B4026B7A99B}" type="pres">
      <dgm:prSet presAssocID="{4C8C4FE7-25EA-4D2F-8FC4-FD21B88E742F}" presName="sibTrans" presStyleLbl="sibTrans2D1" presStyleIdx="1" presStyleCnt="3"/>
      <dgm:spPr/>
    </dgm:pt>
    <dgm:pt modelId="{465981BD-8D99-4313-81C4-098817B1D17C}" type="pres">
      <dgm:prSet presAssocID="{4C8C4FE7-25EA-4D2F-8FC4-FD21B88E742F}" presName="connectorText" presStyleLbl="sibTrans2D1" presStyleIdx="1" presStyleCnt="3"/>
      <dgm:spPr/>
    </dgm:pt>
    <dgm:pt modelId="{2C27A46A-39BC-4B04-9427-1653599261A0}" type="pres">
      <dgm:prSet presAssocID="{6E84663D-ACAC-483B-8B93-F06D36544D53}" presName="node" presStyleLbl="node1" presStyleIdx="2" presStyleCnt="4">
        <dgm:presLayoutVars>
          <dgm:bulletEnabled val="1"/>
        </dgm:presLayoutVars>
      </dgm:prSet>
      <dgm:spPr/>
    </dgm:pt>
    <dgm:pt modelId="{FAD0A543-A54C-4069-84FA-DE30097A5D7D}" type="pres">
      <dgm:prSet presAssocID="{8A10908E-3600-4FC3-9238-3E773EB1B70A}" presName="sibTrans" presStyleLbl="sibTrans2D1" presStyleIdx="2" presStyleCnt="3"/>
      <dgm:spPr/>
    </dgm:pt>
    <dgm:pt modelId="{979BE10F-C3BD-41D5-966C-29C696A12EE5}" type="pres">
      <dgm:prSet presAssocID="{8A10908E-3600-4FC3-9238-3E773EB1B70A}" presName="connectorText" presStyleLbl="sibTrans2D1" presStyleIdx="2" presStyleCnt="3"/>
      <dgm:spPr/>
    </dgm:pt>
    <dgm:pt modelId="{1B826A07-DA2F-4F45-85F6-AFD4A4EAAF7E}" type="pres">
      <dgm:prSet presAssocID="{CC57407E-B758-4D2A-8C1C-05ED4CBDD2D6}" presName="node" presStyleLbl="node1" presStyleIdx="3" presStyleCnt="4">
        <dgm:presLayoutVars>
          <dgm:bulletEnabled val="1"/>
        </dgm:presLayoutVars>
      </dgm:prSet>
      <dgm:spPr/>
    </dgm:pt>
  </dgm:ptLst>
  <dgm:cxnLst>
    <dgm:cxn modelId="{892CC124-6BE1-41E0-A08C-485C22AF878A}" type="presOf" srcId="{4C8C4FE7-25EA-4D2F-8FC4-FD21B88E742F}" destId="{465981BD-8D99-4313-81C4-098817B1D17C}" srcOrd="1" destOrd="0" presId="urn:microsoft.com/office/officeart/2005/8/layout/process1"/>
    <dgm:cxn modelId="{FF86766C-B003-47F2-B376-C9969631289A}" type="presOf" srcId="{647A1504-BAC2-45F7-BCB0-0DB2724DF6D0}" destId="{E14CF1F9-CC4A-44FA-95B0-32A778721B43}" srcOrd="1" destOrd="0" presId="urn:microsoft.com/office/officeart/2005/8/layout/process1"/>
    <dgm:cxn modelId="{7C1ED94C-2ECF-4841-8B70-C3829095DAEE}" type="presOf" srcId="{647A1504-BAC2-45F7-BCB0-0DB2724DF6D0}" destId="{D7B074EC-8EE0-43D4-BF07-A1BE4B2750F3}" srcOrd="0" destOrd="0" presId="urn:microsoft.com/office/officeart/2005/8/layout/process1"/>
    <dgm:cxn modelId="{2596BA52-8C19-427E-8880-3C35908E71E1}" srcId="{6A5C3651-85D9-48BF-8076-92C3A79FFF46}" destId="{3F9633FA-2B17-4821-9DAB-1CE1C97E44E5}" srcOrd="1" destOrd="0" parTransId="{13E50A12-767D-4CA6-BA49-21DDF6E1715F}" sibTransId="{4C8C4FE7-25EA-4D2F-8FC4-FD21B88E742F}"/>
    <dgm:cxn modelId="{67F11D7D-09F3-47E4-8186-5ADDF537FCC4}" type="presOf" srcId="{8A10908E-3600-4FC3-9238-3E773EB1B70A}" destId="{979BE10F-C3BD-41D5-966C-29C696A12EE5}" srcOrd="1" destOrd="0" presId="urn:microsoft.com/office/officeart/2005/8/layout/process1"/>
    <dgm:cxn modelId="{A6443E87-EE8E-436F-B8FA-29EACED5B1D6}" type="presOf" srcId="{6A5C3651-85D9-48BF-8076-92C3A79FFF46}" destId="{49E1F734-9A4F-4EB8-BE43-B62AF31C320B}" srcOrd="0" destOrd="0" presId="urn:microsoft.com/office/officeart/2005/8/layout/process1"/>
    <dgm:cxn modelId="{CEBF7A9D-1FA9-47FB-892F-2155EDB130A4}" type="presOf" srcId="{8A10908E-3600-4FC3-9238-3E773EB1B70A}" destId="{FAD0A543-A54C-4069-84FA-DE30097A5D7D}" srcOrd="0" destOrd="0" presId="urn:microsoft.com/office/officeart/2005/8/layout/process1"/>
    <dgm:cxn modelId="{4E1389B8-FFC0-46E0-9D5A-E1D0646B8C38}" srcId="{6A5C3651-85D9-48BF-8076-92C3A79FFF46}" destId="{CC57407E-B758-4D2A-8C1C-05ED4CBDD2D6}" srcOrd="3" destOrd="0" parTransId="{EB121AC6-E24A-48EC-BA69-D044BCB2FD86}" sibTransId="{181D3243-BFA0-4889-B743-825EDA62B614}"/>
    <dgm:cxn modelId="{CDE1DCBF-77ED-4A8C-89A5-D5E46DE66695}" type="presOf" srcId="{50F2FEF6-C53C-4F92-8F12-8AB8EB63CE9E}" destId="{53CC2B23-D648-43AF-A75E-4604C2D7C3EF}" srcOrd="0" destOrd="0" presId="urn:microsoft.com/office/officeart/2005/8/layout/process1"/>
    <dgm:cxn modelId="{5F8B88D2-3386-42ED-9542-2B864FF51B93}" type="presOf" srcId="{CC57407E-B758-4D2A-8C1C-05ED4CBDD2D6}" destId="{1B826A07-DA2F-4F45-85F6-AFD4A4EAAF7E}" srcOrd="0" destOrd="0" presId="urn:microsoft.com/office/officeart/2005/8/layout/process1"/>
    <dgm:cxn modelId="{199E11D5-AEA0-497B-B498-99B81B4466FC}" type="presOf" srcId="{3F9633FA-2B17-4821-9DAB-1CE1C97E44E5}" destId="{A6AD43B4-DA1E-41E5-89DE-5DD89C0A5B5B}" srcOrd="0" destOrd="0" presId="urn:microsoft.com/office/officeart/2005/8/layout/process1"/>
    <dgm:cxn modelId="{6B5BDAD6-ED52-468D-BFED-8E679C569C8A}" srcId="{6A5C3651-85D9-48BF-8076-92C3A79FFF46}" destId="{50F2FEF6-C53C-4F92-8F12-8AB8EB63CE9E}" srcOrd="0" destOrd="0" parTransId="{3CE78EE1-134A-4927-8A6A-2057244DAF5F}" sibTransId="{647A1504-BAC2-45F7-BCB0-0DB2724DF6D0}"/>
    <dgm:cxn modelId="{4CE286E0-58AF-40AA-B5D0-6FE396912E48}" type="presOf" srcId="{4C8C4FE7-25EA-4D2F-8FC4-FD21B88E742F}" destId="{C557F005-C96B-4F00-A8C3-6B4026B7A99B}" srcOrd="0" destOrd="0" presId="urn:microsoft.com/office/officeart/2005/8/layout/process1"/>
    <dgm:cxn modelId="{7BEBEAE7-D1FE-47CA-80FF-7C63BFBDE309}" srcId="{6A5C3651-85D9-48BF-8076-92C3A79FFF46}" destId="{6E84663D-ACAC-483B-8B93-F06D36544D53}" srcOrd="2" destOrd="0" parTransId="{C3A79B40-CB05-4A0F-BEB0-8373F1D8EC1A}" sibTransId="{8A10908E-3600-4FC3-9238-3E773EB1B70A}"/>
    <dgm:cxn modelId="{F164DAFD-F4C6-4DE5-B4BA-5FEF98478807}" type="presOf" srcId="{6E84663D-ACAC-483B-8B93-F06D36544D53}" destId="{2C27A46A-39BC-4B04-9427-1653599261A0}" srcOrd="0" destOrd="0" presId="urn:microsoft.com/office/officeart/2005/8/layout/process1"/>
    <dgm:cxn modelId="{C4EF509A-E0AB-4F14-94D7-2CE4F921F4A0}" type="presParOf" srcId="{49E1F734-9A4F-4EB8-BE43-B62AF31C320B}" destId="{53CC2B23-D648-43AF-A75E-4604C2D7C3EF}" srcOrd="0" destOrd="0" presId="urn:microsoft.com/office/officeart/2005/8/layout/process1"/>
    <dgm:cxn modelId="{8A57F7EB-1970-4656-9D17-F3F06380FEEE}" type="presParOf" srcId="{49E1F734-9A4F-4EB8-BE43-B62AF31C320B}" destId="{D7B074EC-8EE0-43D4-BF07-A1BE4B2750F3}" srcOrd="1" destOrd="0" presId="urn:microsoft.com/office/officeart/2005/8/layout/process1"/>
    <dgm:cxn modelId="{24659AB1-78D1-4AFD-8ADC-84CC3413F40E}" type="presParOf" srcId="{D7B074EC-8EE0-43D4-BF07-A1BE4B2750F3}" destId="{E14CF1F9-CC4A-44FA-95B0-32A778721B43}" srcOrd="0" destOrd="0" presId="urn:microsoft.com/office/officeart/2005/8/layout/process1"/>
    <dgm:cxn modelId="{457542AA-8B15-4DCF-B60A-D79A62D6A951}" type="presParOf" srcId="{49E1F734-9A4F-4EB8-BE43-B62AF31C320B}" destId="{A6AD43B4-DA1E-41E5-89DE-5DD89C0A5B5B}" srcOrd="2" destOrd="0" presId="urn:microsoft.com/office/officeart/2005/8/layout/process1"/>
    <dgm:cxn modelId="{09235442-FEFF-40C0-ACCF-EBDF61A775FA}" type="presParOf" srcId="{49E1F734-9A4F-4EB8-BE43-B62AF31C320B}" destId="{C557F005-C96B-4F00-A8C3-6B4026B7A99B}" srcOrd="3" destOrd="0" presId="urn:microsoft.com/office/officeart/2005/8/layout/process1"/>
    <dgm:cxn modelId="{AF57844E-2434-442C-917B-571543E88AA3}" type="presParOf" srcId="{C557F005-C96B-4F00-A8C3-6B4026B7A99B}" destId="{465981BD-8D99-4313-81C4-098817B1D17C}" srcOrd="0" destOrd="0" presId="urn:microsoft.com/office/officeart/2005/8/layout/process1"/>
    <dgm:cxn modelId="{21C6F500-9DD0-45EC-ACE8-41FDA148737A}" type="presParOf" srcId="{49E1F734-9A4F-4EB8-BE43-B62AF31C320B}" destId="{2C27A46A-39BC-4B04-9427-1653599261A0}" srcOrd="4" destOrd="0" presId="urn:microsoft.com/office/officeart/2005/8/layout/process1"/>
    <dgm:cxn modelId="{2EF5F02A-89AA-47AB-87E2-1535770B181D}" type="presParOf" srcId="{49E1F734-9A4F-4EB8-BE43-B62AF31C320B}" destId="{FAD0A543-A54C-4069-84FA-DE30097A5D7D}" srcOrd="5" destOrd="0" presId="urn:microsoft.com/office/officeart/2005/8/layout/process1"/>
    <dgm:cxn modelId="{D672246E-62A6-43AD-828F-2BAD63355856}" type="presParOf" srcId="{FAD0A543-A54C-4069-84FA-DE30097A5D7D}" destId="{979BE10F-C3BD-41D5-966C-29C696A12EE5}" srcOrd="0" destOrd="0" presId="urn:microsoft.com/office/officeart/2005/8/layout/process1"/>
    <dgm:cxn modelId="{696DFC7B-83E9-4EF5-9A2D-7D2F46721335}" type="presParOf" srcId="{49E1F734-9A4F-4EB8-BE43-B62AF31C320B}" destId="{1B826A07-DA2F-4F45-85F6-AFD4A4EAAF7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210531-B06E-411D-84D9-0931D6B3035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3328AB72-3100-4154-8B4C-1370B6F56982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F0D8958C-C834-4CCB-8FD4-21397CDCC0D1}" type="parTrans" cxnId="{1CF9210D-FA72-4352-8A34-A062E46DAF74}">
      <dgm:prSet/>
      <dgm:spPr/>
      <dgm:t>
        <a:bodyPr/>
        <a:lstStyle/>
        <a:p>
          <a:endParaRPr kumimoji="1" lang="ja-JP" altLang="en-US"/>
        </a:p>
      </dgm:t>
    </dgm:pt>
    <dgm:pt modelId="{8A5E05AD-02BA-48FC-8A6A-A1BC7C5B4EF9}" type="sibTrans" cxnId="{1CF9210D-FA72-4352-8A34-A062E46DAF74}">
      <dgm:prSet/>
      <dgm:spPr/>
      <dgm:t>
        <a:bodyPr/>
        <a:lstStyle/>
        <a:p>
          <a:endParaRPr kumimoji="1" lang="ja-JP" altLang="en-US"/>
        </a:p>
      </dgm:t>
    </dgm:pt>
    <dgm:pt modelId="{CAC3F552-044E-4099-ACD5-79F60C301FB9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1A5651FA-8DDF-49CD-8D62-6116F88C3A75}" type="parTrans" cxnId="{CE28A7CE-268C-4D13-93CC-682DBB03B727}">
      <dgm:prSet/>
      <dgm:spPr/>
    </dgm:pt>
    <dgm:pt modelId="{77AC78B9-91E2-4A15-8AA8-F075C6A9961B}" type="sibTrans" cxnId="{CE28A7CE-268C-4D13-93CC-682DBB03B727}">
      <dgm:prSet/>
      <dgm:spPr/>
    </dgm:pt>
    <dgm:pt modelId="{A0CA9166-4258-4201-A6F6-445BB2776851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309FDF66-CAD0-4041-BFC1-1308D822AE9B}" type="parTrans" cxnId="{D2A547CF-F358-41BC-9ADC-FB943FFF2109}">
      <dgm:prSet/>
      <dgm:spPr/>
    </dgm:pt>
    <dgm:pt modelId="{AB55117F-23CF-402A-B76B-057ACBA48253}" type="sibTrans" cxnId="{D2A547CF-F358-41BC-9ADC-FB943FFF2109}">
      <dgm:prSet/>
      <dgm:spPr/>
    </dgm:pt>
    <dgm:pt modelId="{8C05E473-42EE-42C8-B533-59FFE8B23692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354AE752-5EAE-4FDC-879B-079FAC1CCA5D}" type="parTrans" cxnId="{6096AE12-5536-4C1B-B7A6-F072AEDA6A7C}">
      <dgm:prSet/>
      <dgm:spPr/>
    </dgm:pt>
    <dgm:pt modelId="{E20D2E65-D017-48B1-A50E-038AB8B35DCB}" type="sibTrans" cxnId="{6096AE12-5536-4C1B-B7A6-F072AEDA6A7C}">
      <dgm:prSet/>
      <dgm:spPr/>
    </dgm:pt>
    <dgm:pt modelId="{269AF7EB-7A61-4331-B899-F6A42D764076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5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EA57DBF8-2801-4917-BC96-ABFFE4AACF1F}" type="parTrans" cxnId="{B853A111-DC87-440A-90F8-A860592D7A64}">
      <dgm:prSet/>
      <dgm:spPr/>
    </dgm:pt>
    <dgm:pt modelId="{77467E25-E1FE-4D23-ABEA-AD2BCA70307E}" type="sibTrans" cxnId="{B853A111-DC87-440A-90F8-A860592D7A64}">
      <dgm:prSet/>
      <dgm:spPr/>
    </dgm:pt>
    <dgm:pt modelId="{2404A329-F5A1-47D9-8B39-BBEB133593DB}" type="pres">
      <dgm:prSet presAssocID="{38210531-B06E-411D-84D9-0931D6B3035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391F6D-490E-451C-BFC1-E733E7818DAE}" type="pres">
      <dgm:prSet presAssocID="{3328AB72-3100-4154-8B4C-1370B6F56982}" presName="hierRoot1" presStyleCnt="0">
        <dgm:presLayoutVars>
          <dgm:hierBranch val="init"/>
        </dgm:presLayoutVars>
      </dgm:prSet>
      <dgm:spPr/>
    </dgm:pt>
    <dgm:pt modelId="{49727226-1865-40B8-9F1E-71CBD28C065B}" type="pres">
      <dgm:prSet presAssocID="{3328AB72-3100-4154-8B4C-1370B6F56982}" presName="rootComposite1" presStyleCnt="0"/>
      <dgm:spPr/>
    </dgm:pt>
    <dgm:pt modelId="{C5BC6176-0E31-458A-81DB-7DDD18D0E081}" type="pres">
      <dgm:prSet presAssocID="{3328AB72-3100-4154-8B4C-1370B6F56982}" presName="rootText1" presStyleLbl="node0" presStyleIdx="0" presStyleCnt="1">
        <dgm:presLayoutVars>
          <dgm:chPref val="3"/>
        </dgm:presLayoutVars>
      </dgm:prSet>
      <dgm:spPr/>
    </dgm:pt>
    <dgm:pt modelId="{ECFB58A1-7384-414B-9DCD-C897E0BF82CA}" type="pres">
      <dgm:prSet presAssocID="{3328AB72-3100-4154-8B4C-1370B6F56982}" presName="rootConnector1" presStyleLbl="node1" presStyleIdx="0" presStyleCnt="0"/>
      <dgm:spPr/>
    </dgm:pt>
    <dgm:pt modelId="{45D728E9-E3F6-4751-96DB-8086CB12D4DD}" type="pres">
      <dgm:prSet presAssocID="{3328AB72-3100-4154-8B4C-1370B6F56982}" presName="hierChild2" presStyleCnt="0"/>
      <dgm:spPr/>
    </dgm:pt>
    <dgm:pt modelId="{2FC70A72-1C22-4BEB-B756-5C9595C98063}" type="pres">
      <dgm:prSet presAssocID="{1A5651FA-8DDF-49CD-8D62-6116F88C3A75}" presName="Name37" presStyleLbl="parChTrans1D2" presStyleIdx="0" presStyleCnt="2"/>
      <dgm:spPr/>
    </dgm:pt>
    <dgm:pt modelId="{1D510B10-DBBB-4569-8F58-4A3A0948E6E6}" type="pres">
      <dgm:prSet presAssocID="{CAC3F552-044E-4099-ACD5-79F60C301FB9}" presName="hierRoot2" presStyleCnt="0">
        <dgm:presLayoutVars>
          <dgm:hierBranch val="init"/>
        </dgm:presLayoutVars>
      </dgm:prSet>
      <dgm:spPr/>
    </dgm:pt>
    <dgm:pt modelId="{A774F12E-18D5-4930-AFF9-7BAF756924CE}" type="pres">
      <dgm:prSet presAssocID="{CAC3F552-044E-4099-ACD5-79F60C301FB9}" presName="rootComposite" presStyleCnt="0"/>
      <dgm:spPr/>
    </dgm:pt>
    <dgm:pt modelId="{5857B5CE-23FC-458E-BDF8-C04A002CA3C9}" type="pres">
      <dgm:prSet presAssocID="{CAC3F552-044E-4099-ACD5-79F60C301FB9}" presName="rootText" presStyleLbl="node2" presStyleIdx="0" presStyleCnt="2">
        <dgm:presLayoutVars>
          <dgm:chPref val="3"/>
        </dgm:presLayoutVars>
      </dgm:prSet>
      <dgm:spPr/>
    </dgm:pt>
    <dgm:pt modelId="{32FD2B5C-6D5C-4C68-B1BE-974F1D343D40}" type="pres">
      <dgm:prSet presAssocID="{CAC3F552-044E-4099-ACD5-79F60C301FB9}" presName="rootConnector" presStyleLbl="node2" presStyleIdx="0" presStyleCnt="2"/>
      <dgm:spPr/>
    </dgm:pt>
    <dgm:pt modelId="{3A0FB767-2355-43CE-81C4-E2798E6D13F1}" type="pres">
      <dgm:prSet presAssocID="{CAC3F552-044E-4099-ACD5-79F60C301FB9}" presName="hierChild4" presStyleCnt="0"/>
      <dgm:spPr/>
    </dgm:pt>
    <dgm:pt modelId="{E46EF09D-196A-45F0-8AE4-DD4E70369952}" type="pres">
      <dgm:prSet presAssocID="{354AE752-5EAE-4FDC-879B-079FAC1CCA5D}" presName="Name37" presStyleLbl="parChTrans1D3" presStyleIdx="0" presStyleCnt="2"/>
      <dgm:spPr/>
    </dgm:pt>
    <dgm:pt modelId="{BF21106F-D3B6-49F7-9F7D-4085E02E914A}" type="pres">
      <dgm:prSet presAssocID="{8C05E473-42EE-42C8-B533-59FFE8B23692}" presName="hierRoot2" presStyleCnt="0">
        <dgm:presLayoutVars>
          <dgm:hierBranch val="init"/>
        </dgm:presLayoutVars>
      </dgm:prSet>
      <dgm:spPr/>
    </dgm:pt>
    <dgm:pt modelId="{8319CEE9-9BA7-49AC-B6F4-AEBC7DA734DD}" type="pres">
      <dgm:prSet presAssocID="{8C05E473-42EE-42C8-B533-59FFE8B23692}" presName="rootComposite" presStyleCnt="0"/>
      <dgm:spPr/>
    </dgm:pt>
    <dgm:pt modelId="{D41042C0-2C69-43A0-BB69-D9EF024157D5}" type="pres">
      <dgm:prSet presAssocID="{8C05E473-42EE-42C8-B533-59FFE8B23692}" presName="rootText" presStyleLbl="node3" presStyleIdx="0" presStyleCnt="2">
        <dgm:presLayoutVars>
          <dgm:chPref val="3"/>
        </dgm:presLayoutVars>
      </dgm:prSet>
      <dgm:spPr/>
    </dgm:pt>
    <dgm:pt modelId="{BA2645DB-0182-498D-8C21-AFFC343C8DEF}" type="pres">
      <dgm:prSet presAssocID="{8C05E473-42EE-42C8-B533-59FFE8B23692}" presName="rootConnector" presStyleLbl="node3" presStyleIdx="0" presStyleCnt="2"/>
      <dgm:spPr/>
    </dgm:pt>
    <dgm:pt modelId="{C103581B-8346-41B0-9178-975561FBD507}" type="pres">
      <dgm:prSet presAssocID="{8C05E473-42EE-42C8-B533-59FFE8B23692}" presName="hierChild4" presStyleCnt="0"/>
      <dgm:spPr/>
    </dgm:pt>
    <dgm:pt modelId="{49202D6F-0F0D-4101-B89C-6EA6C45629AD}" type="pres">
      <dgm:prSet presAssocID="{8C05E473-42EE-42C8-B533-59FFE8B23692}" presName="hierChild5" presStyleCnt="0"/>
      <dgm:spPr/>
    </dgm:pt>
    <dgm:pt modelId="{27F6B51E-498E-49AD-9428-BF2C0367C359}" type="pres">
      <dgm:prSet presAssocID="{EA57DBF8-2801-4917-BC96-ABFFE4AACF1F}" presName="Name37" presStyleLbl="parChTrans1D3" presStyleIdx="1" presStyleCnt="2"/>
      <dgm:spPr/>
    </dgm:pt>
    <dgm:pt modelId="{6FC22A85-4FF1-49BB-A80C-D214EC2029C2}" type="pres">
      <dgm:prSet presAssocID="{269AF7EB-7A61-4331-B899-F6A42D764076}" presName="hierRoot2" presStyleCnt="0">
        <dgm:presLayoutVars>
          <dgm:hierBranch val="init"/>
        </dgm:presLayoutVars>
      </dgm:prSet>
      <dgm:spPr/>
    </dgm:pt>
    <dgm:pt modelId="{6495A4AE-43CA-4DA5-AADC-624A91F40A1A}" type="pres">
      <dgm:prSet presAssocID="{269AF7EB-7A61-4331-B899-F6A42D764076}" presName="rootComposite" presStyleCnt="0"/>
      <dgm:spPr/>
    </dgm:pt>
    <dgm:pt modelId="{F3773725-9600-4702-AC2F-4C2DA2839CD1}" type="pres">
      <dgm:prSet presAssocID="{269AF7EB-7A61-4331-B899-F6A42D764076}" presName="rootText" presStyleLbl="node3" presStyleIdx="1" presStyleCnt="2">
        <dgm:presLayoutVars>
          <dgm:chPref val="3"/>
        </dgm:presLayoutVars>
      </dgm:prSet>
      <dgm:spPr/>
    </dgm:pt>
    <dgm:pt modelId="{9A470F7D-624E-49AB-BA4B-4D1C0F7B86AB}" type="pres">
      <dgm:prSet presAssocID="{269AF7EB-7A61-4331-B899-F6A42D764076}" presName="rootConnector" presStyleLbl="node3" presStyleIdx="1" presStyleCnt="2"/>
      <dgm:spPr/>
    </dgm:pt>
    <dgm:pt modelId="{B8535C1E-D961-4C6F-9770-CB929685C6D0}" type="pres">
      <dgm:prSet presAssocID="{269AF7EB-7A61-4331-B899-F6A42D764076}" presName="hierChild4" presStyleCnt="0"/>
      <dgm:spPr/>
    </dgm:pt>
    <dgm:pt modelId="{A4035CD2-4B6B-4F90-9373-7CE64BED0D93}" type="pres">
      <dgm:prSet presAssocID="{269AF7EB-7A61-4331-B899-F6A42D764076}" presName="hierChild5" presStyleCnt="0"/>
      <dgm:spPr/>
    </dgm:pt>
    <dgm:pt modelId="{4419B0EF-8868-461E-A3E9-46643E7990E2}" type="pres">
      <dgm:prSet presAssocID="{CAC3F552-044E-4099-ACD5-79F60C301FB9}" presName="hierChild5" presStyleCnt="0"/>
      <dgm:spPr/>
    </dgm:pt>
    <dgm:pt modelId="{29404543-7AF4-4081-A990-8579F1560707}" type="pres">
      <dgm:prSet presAssocID="{309FDF66-CAD0-4041-BFC1-1308D822AE9B}" presName="Name37" presStyleLbl="parChTrans1D2" presStyleIdx="1" presStyleCnt="2"/>
      <dgm:spPr/>
    </dgm:pt>
    <dgm:pt modelId="{DF22E941-3850-48AB-8B5A-2C2E6815AE56}" type="pres">
      <dgm:prSet presAssocID="{A0CA9166-4258-4201-A6F6-445BB2776851}" presName="hierRoot2" presStyleCnt="0">
        <dgm:presLayoutVars>
          <dgm:hierBranch val="init"/>
        </dgm:presLayoutVars>
      </dgm:prSet>
      <dgm:spPr/>
    </dgm:pt>
    <dgm:pt modelId="{E9A5534B-2BA3-4582-8EE5-734C5D6AE7DB}" type="pres">
      <dgm:prSet presAssocID="{A0CA9166-4258-4201-A6F6-445BB2776851}" presName="rootComposite" presStyleCnt="0"/>
      <dgm:spPr/>
    </dgm:pt>
    <dgm:pt modelId="{E3BB64D5-73CC-486E-8E9C-67BE945E8EDE}" type="pres">
      <dgm:prSet presAssocID="{A0CA9166-4258-4201-A6F6-445BB2776851}" presName="rootText" presStyleLbl="node2" presStyleIdx="1" presStyleCnt="2">
        <dgm:presLayoutVars>
          <dgm:chPref val="3"/>
        </dgm:presLayoutVars>
      </dgm:prSet>
      <dgm:spPr/>
    </dgm:pt>
    <dgm:pt modelId="{8321C75A-614C-4B49-A3EC-3EB971E010F5}" type="pres">
      <dgm:prSet presAssocID="{A0CA9166-4258-4201-A6F6-445BB2776851}" presName="rootConnector" presStyleLbl="node2" presStyleIdx="1" presStyleCnt="2"/>
      <dgm:spPr/>
    </dgm:pt>
    <dgm:pt modelId="{9D529F3B-DDE2-44B1-9244-0DE4156EECBF}" type="pres">
      <dgm:prSet presAssocID="{A0CA9166-4258-4201-A6F6-445BB2776851}" presName="hierChild4" presStyleCnt="0"/>
      <dgm:spPr/>
    </dgm:pt>
    <dgm:pt modelId="{3E48BA11-FE1F-47B7-9C04-266C12B58E9B}" type="pres">
      <dgm:prSet presAssocID="{A0CA9166-4258-4201-A6F6-445BB2776851}" presName="hierChild5" presStyleCnt="0"/>
      <dgm:spPr/>
    </dgm:pt>
    <dgm:pt modelId="{5A0011CE-159B-4AB0-A04F-E069FBE19FD3}" type="pres">
      <dgm:prSet presAssocID="{3328AB72-3100-4154-8B4C-1370B6F56982}" presName="hierChild3" presStyleCnt="0"/>
      <dgm:spPr/>
    </dgm:pt>
  </dgm:ptLst>
  <dgm:cxnLst>
    <dgm:cxn modelId="{1CF9210D-FA72-4352-8A34-A062E46DAF74}" srcId="{38210531-B06E-411D-84D9-0931D6B3035D}" destId="{3328AB72-3100-4154-8B4C-1370B6F56982}" srcOrd="0" destOrd="0" parTransId="{F0D8958C-C834-4CCB-8FD4-21397CDCC0D1}" sibTransId="{8A5E05AD-02BA-48FC-8A6A-A1BC7C5B4EF9}"/>
    <dgm:cxn modelId="{B853A111-DC87-440A-90F8-A860592D7A64}" srcId="{CAC3F552-044E-4099-ACD5-79F60C301FB9}" destId="{269AF7EB-7A61-4331-B899-F6A42D764076}" srcOrd="1" destOrd="0" parTransId="{EA57DBF8-2801-4917-BC96-ABFFE4AACF1F}" sibTransId="{77467E25-E1FE-4D23-ABEA-AD2BCA70307E}"/>
    <dgm:cxn modelId="{6096AE12-5536-4C1B-B7A6-F072AEDA6A7C}" srcId="{CAC3F552-044E-4099-ACD5-79F60C301FB9}" destId="{8C05E473-42EE-42C8-B533-59FFE8B23692}" srcOrd="0" destOrd="0" parTransId="{354AE752-5EAE-4FDC-879B-079FAC1CCA5D}" sibTransId="{E20D2E65-D017-48B1-A50E-038AB8B35DCB}"/>
    <dgm:cxn modelId="{8A0EAF1A-24FD-4039-81D5-2657895D7EAC}" type="presOf" srcId="{EA57DBF8-2801-4917-BC96-ABFFE4AACF1F}" destId="{27F6B51E-498E-49AD-9428-BF2C0367C359}" srcOrd="0" destOrd="0" presId="urn:microsoft.com/office/officeart/2005/8/layout/orgChart1"/>
    <dgm:cxn modelId="{027E7F25-D261-4D72-9A95-36BDA5E4B9E3}" type="presOf" srcId="{8C05E473-42EE-42C8-B533-59FFE8B23692}" destId="{BA2645DB-0182-498D-8C21-AFFC343C8DEF}" srcOrd="1" destOrd="0" presId="urn:microsoft.com/office/officeart/2005/8/layout/orgChart1"/>
    <dgm:cxn modelId="{705E4C2A-F315-4B7E-857B-F1B586FEED44}" type="presOf" srcId="{3328AB72-3100-4154-8B4C-1370B6F56982}" destId="{ECFB58A1-7384-414B-9DCD-C897E0BF82CA}" srcOrd="1" destOrd="0" presId="urn:microsoft.com/office/officeart/2005/8/layout/orgChart1"/>
    <dgm:cxn modelId="{EB4F6971-3A8C-4A63-AEA9-1F57185FE8D9}" type="presOf" srcId="{CAC3F552-044E-4099-ACD5-79F60C301FB9}" destId="{32FD2B5C-6D5C-4C68-B1BE-974F1D343D40}" srcOrd="1" destOrd="0" presId="urn:microsoft.com/office/officeart/2005/8/layout/orgChart1"/>
    <dgm:cxn modelId="{14211E82-0E4A-4957-BC2A-7715FB079BBD}" type="presOf" srcId="{A0CA9166-4258-4201-A6F6-445BB2776851}" destId="{8321C75A-614C-4B49-A3EC-3EB971E010F5}" srcOrd="1" destOrd="0" presId="urn:microsoft.com/office/officeart/2005/8/layout/orgChart1"/>
    <dgm:cxn modelId="{3222A690-459C-437B-8E3D-52D72D8AD5D5}" type="presOf" srcId="{309FDF66-CAD0-4041-BFC1-1308D822AE9B}" destId="{29404543-7AF4-4081-A990-8579F1560707}" srcOrd="0" destOrd="0" presId="urn:microsoft.com/office/officeart/2005/8/layout/orgChart1"/>
    <dgm:cxn modelId="{B71B2FA7-FF1C-4818-B577-E346CC1AF5E1}" type="presOf" srcId="{38210531-B06E-411D-84D9-0931D6B3035D}" destId="{2404A329-F5A1-47D9-8B39-BBEB133593DB}" srcOrd="0" destOrd="0" presId="urn:microsoft.com/office/officeart/2005/8/layout/orgChart1"/>
    <dgm:cxn modelId="{DAEA87A9-0E2F-4E74-BF08-3003F7A6829D}" type="presOf" srcId="{8C05E473-42EE-42C8-B533-59FFE8B23692}" destId="{D41042C0-2C69-43A0-BB69-D9EF024157D5}" srcOrd="0" destOrd="0" presId="urn:microsoft.com/office/officeart/2005/8/layout/orgChart1"/>
    <dgm:cxn modelId="{6CC156B1-C28D-4389-A348-3AC8CCD1D583}" type="presOf" srcId="{354AE752-5EAE-4FDC-879B-079FAC1CCA5D}" destId="{E46EF09D-196A-45F0-8AE4-DD4E70369952}" srcOrd="0" destOrd="0" presId="urn:microsoft.com/office/officeart/2005/8/layout/orgChart1"/>
    <dgm:cxn modelId="{EBE9C1BB-12E6-4533-B5DC-9996521F6266}" type="presOf" srcId="{1A5651FA-8DDF-49CD-8D62-6116F88C3A75}" destId="{2FC70A72-1C22-4BEB-B756-5C9595C98063}" srcOrd="0" destOrd="0" presId="urn:microsoft.com/office/officeart/2005/8/layout/orgChart1"/>
    <dgm:cxn modelId="{3E0CA6BF-F6AB-4D15-8D14-A89FCC37DDAB}" type="presOf" srcId="{CAC3F552-044E-4099-ACD5-79F60C301FB9}" destId="{5857B5CE-23FC-458E-BDF8-C04A002CA3C9}" srcOrd="0" destOrd="0" presId="urn:microsoft.com/office/officeart/2005/8/layout/orgChart1"/>
    <dgm:cxn modelId="{AC5A6FC1-0952-4236-9B36-E9E43F1A76A7}" type="presOf" srcId="{269AF7EB-7A61-4331-B899-F6A42D764076}" destId="{9A470F7D-624E-49AB-BA4B-4D1C0F7B86AB}" srcOrd="1" destOrd="0" presId="urn:microsoft.com/office/officeart/2005/8/layout/orgChart1"/>
    <dgm:cxn modelId="{C8E4B0C7-B267-406E-A65E-05CA3A705579}" type="presOf" srcId="{269AF7EB-7A61-4331-B899-F6A42D764076}" destId="{F3773725-9600-4702-AC2F-4C2DA2839CD1}" srcOrd="0" destOrd="0" presId="urn:microsoft.com/office/officeart/2005/8/layout/orgChart1"/>
    <dgm:cxn modelId="{CE28A7CE-268C-4D13-93CC-682DBB03B727}" srcId="{3328AB72-3100-4154-8B4C-1370B6F56982}" destId="{CAC3F552-044E-4099-ACD5-79F60C301FB9}" srcOrd="0" destOrd="0" parTransId="{1A5651FA-8DDF-49CD-8D62-6116F88C3A75}" sibTransId="{77AC78B9-91E2-4A15-8AA8-F075C6A9961B}"/>
    <dgm:cxn modelId="{D2A547CF-F358-41BC-9ADC-FB943FFF2109}" srcId="{3328AB72-3100-4154-8B4C-1370B6F56982}" destId="{A0CA9166-4258-4201-A6F6-445BB2776851}" srcOrd="1" destOrd="0" parTransId="{309FDF66-CAD0-4041-BFC1-1308D822AE9B}" sibTransId="{AB55117F-23CF-402A-B76B-057ACBA48253}"/>
    <dgm:cxn modelId="{07542ED2-91F3-4D69-BDDF-CC763A8D0AE7}" type="presOf" srcId="{A0CA9166-4258-4201-A6F6-445BB2776851}" destId="{E3BB64D5-73CC-486E-8E9C-67BE945E8EDE}" srcOrd="0" destOrd="0" presId="urn:microsoft.com/office/officeart/2005/8/layout/orgChart1"/>
    <dgm:cxn modelId="{AAB198DF-5F34-4574-B652-BF5D1F4A0493}" type="presOf" srcId="{3328AB72-3100-4154-8B4C-1370B6F56982}" destId="{C5BC6176-0E31-458A-81DB-7DDD18D0E081}" srcOrd="0" destOrd="0" presId="urn:microsoft.com/office/officeart/2005/8/layout/orgChart1"/>
    <dgm:cxn modelId="{E65109A4-64A5-4EA9-A045-9BBAE8C716B5}" type="presParOf" srcId="{2404A329-F5A1-47D9-8B39-BBEB133593DB}" destId="{F7391F6D-490E-451C-BFC1-E733E7818DAE}" srcOrd="0" destOrd="0" presId="urn:microsoft.com/office/officeart/2005/8/layout/orgChart1"/>
    <dgm:cxn modelId="{D5D0419C-3A7F-4047-A85B-BE306E672202}" type="presParOf" srcId="{F7391F6D-490E-451C-BFC1-E733E7818DAE}" destId="{49727226-1865-40B8-9F1E-71CBD28C065B}" srcOrd="0" destOrd="0" presId="urn:microsoft.com/office/officeart/2005/8/layout/orgChart1"/>
    <dgm:cxn modelId="{17B48EBC-E555-4D51-9E79-7BC280683BC0}" type="presParOf" srcId="{49727226-1865-40B8-9F1E-71CBD28C065B}" destId="{C5BC6176-0E31-458A-81DB-7DDD18D0E081}" srcOrd="0" destOrd="0" presId="urn:microsoft.com/office/officeart/2005/8/layout/orgChart1"/>
    <dgm:cxn modelId="{770C8DE9-AB37-4901-A25B-8777C772FA97}" type="presParOf" srcId="{49727226-1865-40B8-9F1E-71CBD28C065B}" destId="{ECFB58A1-7384-414B-9DCD-C897E0BF82CA}" srcOrd="1" destOrd="0" presId="urn:microsoft.com/office/officeart/2005/8/layout/orgChart1"/>
    <dgm:cxn modelId="{7361144E-3C71-4220-AB0D-AC656FC9FD90}" type="presParOf" srcId="{F7391F6D-490E-451C-BFC1-E733E7818DAE}" destId="{45D728E9-E3F6-4751-96DB-8086CB12D4DD}" srcOrd="1" destOrd="0" presId="urn:microsoft.com/office/officeart/2005/8/layout/orgChart1"/>
    <dgm:cxn modelId="{871144D7-350D-49F1-8987-525828DED90A}" type="presParOf" srcId="{45D728E9-E3F6-4751-96DB-8086CB12D4DD}" destId="{2FC70A72-1C22-4BEB-B756-5C9595C98063}" srcOrd="0" destOrd="0" presId="urn:microsoft.com/office/officeart/2005/8/layout/orgChart1"/>
    <dgm:cxn modelId="{B2F2669E-346A-4785-8F41-ECEE6A8B4217}" type="presParOf" srcId="{45D728E9-E3F6-4751-96DB-8086CB12D4DD}" destId="{1D510B10-DBBB-4569-8F58-4A3A0948E6E6}" srcOrd="1" destOrd="0" presId="urn:microsoft.com/office/officeart/2005/8/layout/orgChart1"/>
    <dgm:cxn modelId="{B6BE4A53-D415-43BD-B017-BC98650A43FD}" type="presParOf" srcId="{1D510B10-DBBB-4569-8F58-4A3A0948E6E6}" destId="{A774F12E-18D5-4930-AFF9-7BAF756924CE}" srcOrd="0" destOrd="0" presId="urn:microsoft.com/office/officeart/2005/8/layout/orgChart1"/>
    <dgm:cxn modelId="{2E700EE3-930A-40D6-976A-96ED736DE6C4}" type="presParOf" srcId="{A774F12E-18D5-4930-AFF9-7BAF756924CE}" destId="{5857B5CE-23FC-458E-BDF8-C04A002CA3C9}" srcOrd="0" destOrd="0" presId="urn:microsoft.com/office/officeart/2005/8/layout/orgChart1"/>
    <dgm:cxn modelId="{9E044157-3ABC-41B7-A927-F566FA5860DB}" type="presParOf" srcId="{A774F12E-18D5-4930-AFF9-7BAF756924CE}" destId="{32FD2B5C-6D5C-4C68-B1BE-974F1D343D40}" srcOrd="1" destOrd="0" presId="urn:microsoft.com/office/officeart/2005/8/layout/orgChart1"/>
    <dgm:cxn modelId="{2F81EFE4-EE36-4F73-9539-6AA8A3A3A713}" type="presParOf" srcId="{1D510B10-DBBB-4569-8F58-4A3A0948E6E6}" destId="{3A0FB767-2355-43CE-81C4-E2798E6D13F1}" srcOrd="1" destOrd="0" presId="urn:microsoft.com/office/officeart/2005/8/layout/orgChart1"/>
    <dgm:cxn modelId="{87E5C5D9-682E-4D0A-8DDD-517F7A9F2012}" type="presParOf" srcId="{3A0FB767-2355-43CE-81C4-E2798E6D13F1}" destId="{E46EF09D-196A-45F0-8AE4-DD4E70369952}" srcOrd="0" destOrd="0" presId="urn:microsoft.com/office/officeart/2005/8/layout/orgChart1"/>
    <dgm:cxn modelId="{0616BA37-B920-40AC-82C3-B670E3AB83CC}" type="presParOf" srcId="{3A0FB767-2355-43CE-81C4-E2798E6D13F1}" destId="{BF21106F-D3B6-49F7-9F7D-4085E02E914A}" srcOrd="1" destOrd="0" presId="urn:microsoft.com/office/officeart/2005/8/layout/orgChart1"/>
    <dgm:cxn modelId="{740ABD73-CBFF-4275-B946-B4B0328B8C90}" type="presParOf" srcId="{BF21106F-D3B6-49F7-9F7D-4085E02E914A}" destId="{8319CEE9-9BA7-49AC-B6F4-AEBC7DA734DD}" srcOrd="0" destOrd="0" presId="urn:microsoft.com/office/officeart/2005/8/layout/orgChart1"/>
    <dgm:cxn modelId="{5F35966E-C6D3-4BA9-9A0B-049849C2A47A}" type="presParOf" srcId="{8319CEE9-9BA7-49AC-B6F4-AEBC7DA734DD}" destId="{D41042C0-2C69-43A0-BB69-D9EF024157D5}" srcOrd="0" destOrd="0" presId="urn:microsoft.com/office/officeart/2005/8/layout/orgChart1"/>
    <dgm:cxn modelId="{5A7F001E-EF0F-44B1-B487-E9511799648F}" type="presParOf" srcId="{8319CEE9-9BA7-49AC-B6F4-AEBC7DA734DD}" destId="{BA2645DB-0182-498D-8C21-AFFC343C8DEF}" srcOrd="1" destOrd="0" presId="urn:microsoft.com/office/officeart/2005/8/layout/orgChart1"/>
    <dgm:cxn modelId="{13DB01D5-23B2-400B-91E8-50775ACA02EB}" type="presParOf" srcId="{BF21106F-D3B6-49F7-9F7D-4085E02E914A}" destId="{C103581B-8346-41B0-9178-975561FBD507}" srcOrd="1" destOrd="0" presId="urn:microsoft.com/office/officeart/2005/8/layout/orgChart1"/>
    <dgm:cxn modelId="{8BF100DC-9E72-41BB-B308-2D20463EE181}" type="presParOf" srcId="{BF21106F-D3B6-49F7-9F7D-4085E02E914A}" destId="{49202D6F-0F0D-4101-B89C-6EA6C45629AD}" srcOrd="2" destOrd="0" presId="urn:microsoft.com/office/officeart/2005/8/layout/orgChart1"/>
    <dgm:cxn modelId="{1183E504-7F19-4057-B465-781977BF4942}" type="presParOf" srcId="{3A0FB767-2355-43CE-81C4-E2798E6D13F1}" destId="{27F6B51E-498E-49AD-9428-BF2C0367C359}" srcOrd="2" destOrd="0" presId="urn:microsoft.com/office/officeart/2005/8/layout/orgChart1"/>
    <dgm:cxn modelId="{B9000EBA-CC37-4023-B57E-32E941786965}" type="presParOf" srcId="{3A0FB767-2355-43CE-81C4-E2798E6D13F1}" destId="{6FC22A85-4FF1-49BB-A80C-D214EC2029C2}" srcOrd="3" destOrd="0" presId="urn:microsoft.com/office/officeart/2005/8/layout/orgChart1"/>
    <dgm:cxn modelId="{C7CEBB56-38B8-493B-8B5A-43A2A9CC9AAD}" type="presParOf" srcId="{6FC22A85-4FF1-49BB-A80C-D214EC2029C2}" destId="{6495A4AE-43CA-4DA5-AADC-624A91F40A1A}" srcOrd="0" destOrd="0" presId="urn:microsoft.com/office/officeart/2005/8/layout/orgChart1"/>
    <dgm:cxn modelId="{8CE9B5A4-4205-42B3-8E9F-50DEB2D72CA8}" type="presParOf" srcId="{6495A4AE-43CA-4DA5-AADC-624A91F40A1A}" destId="{F3773725-9600-4702-AC2F-4C2DA2839CD1}" srcOrd="0" destOrd="0" presId="urn:microsoft.com/office/officeart/2005/8/layout/orgChart1"/>
    <dgm:cxn modelId="{7033B3B9-3377-43F6-A5E2-01AD303D2ACF}" type="presParOf" srcId="{6495A4AE-43CA-4DA5-AADC-624A91F40A1A}" destId="{9A470F7D-624E-49AB-BA4B-4D1C0F7B86AB}" srcOrd="1" destOrd="0" presId="urn:microsoft.com/office/officeart/2005/8/layout/orgChart1"/>
    <dgm:cxn modelId="{A3688ABF-BD6C-4E1B-BC23-10712C247562}" type="presParOf" srcId="{6FC22A85-4FF1-49BB-A80C-D214EC2029C2}" destId="{B8535C1E-D961-4C6F-9770-CB929685C6D0}" srcOrd="1" destOrd="0" presId="urn:microsoft.com/office/officeart/2005/8/layout/orgChart1"/>
    <dgm:cxn modelId="{A837B152-721A-47CC-810C-CC4A5C0A5F44}" type="presParOf" srcId="{6FC22A85-4FF1-49BB-A80C-D214EC2029C2}" destId="{A4035CD2-4B6B-4F90-9373-7CE64BED0D93}" srcOrd="2" destOrd="0" presId="urn:microsoft.com/office/officeart/2005/8/layout/orgChart1"/>
    <dgm:cxn modelId="{5B83E43C-747A-4806-AD5D-C8A9D107F3B5}" type="presParOf" srcId="{1D510B10-DBBB-4569-8F58-4A3A0948E6E6}" destId="{4419B0EF-8868-461E-A3E9-46643E7990E2}" srcOrd="2" destOrd="0" presId="urn:microsoft.com/office/officeart/2005/8/layout/orgChart1"/>
    <dgm:cxn modelId="{3DEDCFBA-9CFD-40BE-8823-D5D836791098}" type="presParOf" srcId="{45D728E9-E3F6-4751-96DB-8086CB12D4DD}" destId="{29404543-7AF4-4081-A990-8579F1560707}" srcOrd="2" destOrd="0" presId="urn:microsoft.com/office/officeart/2005/8/layout/orgChart1"/>
    <dgm:cxn modelId="{90EEA7DA-4883-4C19-BCAE-8AC9B0F330DE}" type="presParOf" srcId="{45D728E9-E3F6-4751-96DB-8086CB12D4DD}" destId="{DF22E941-3850-48AB-8B5A-2C2E6815AE56}" srcOrd="3" destOrd="0" presId="urn:microsoft.com/office/officeart/2005/8/layout/orgChart1"/>
    <dgm:cxn modelId="{84368BC6-043A-4690-959C-F328FD85FC29}" type="presParOf" srcId="{DF22E941-3850-48AB-8B5A-2C2E6815AE56}" destId="{E9A5534B-2BA3-4582-8EE5-734C5D6AE7DB}" srcOrd="0" destOrd="0" presId="urn:microsoft.com/office/officeart/2005/8/layout/orgChart1"/>
    <dgm:cxn modelId="{6378DA2F-DC4B-42C2-96D3-633989B0B83E}" type="presParOf" srcId="{E9A5534B-2BA3-4582-8EE5-734C5D6AE7DB}" destId="{E3BB64D5-73CC-486E-8E9C-67BE945E8EDE}" srcOrd="0" destOrd="0" presId="urn:microsoft.com/office/officeart/2005/8/layout/orgChart1"/>
    <dgm:cxn modelId="{47E9F358-25E4-415A-8D1C-732CDA7A0909}" type="presParOf" srcId="{E9A5534B-2BA3-4582-8EE5-734C5D6AE7DB}" destId="{8321C75A-614C-4B49-A3EC-3EB971E010F5}" srcOrd="1" destOrd="0" presId="urn:microsoft.com/office/officeart/2005/8/layout/orgChart1"/>
    <dgm:cxn modelId="{0647D088-92E9-4406-998F-F0809EA54573}" type="presParOf" srcId="{DF22E941-3850-48AB-8B5A-2C2E6815AE56}" destId="{9D529F3B-DDE2-44B1-9244-0DE4156EECBF}" srcOrd="1" destOrd="0" presId="urn:microsoft.com/office/officeart/2005/8/layout/orgChart1"/>
    <dgm:cxn modelId="{AD5AA5F1-C412-4E98-8F4E-6F0DCE0D95EB}" type="presParOf" srcId="{DF22E941-3850-48AB-8B5A-2C2E6815AE56}" destId="{3E48BA11-FE1F-47B7-9C04-266C12B58E9B}" srcOrd="2" destOrd="0" presId="urn:microsoft.com/office/officeart/2005/8/layout/orgChart1"/>
    <dgm:cxn modelId="{6F4AAC6B-201C-4FC7-BAFA-36B8B424F569}" type="presParOf" srcId="{F7391F6D-490E-451C-BFC1-E733E7818DAE}" destId="{5A0011CE-159B-4AB0-A04F-E069FBE19FD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CD88D6-5AB0-4837-9FC6-85AD05637BB3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FED28D56-2802-4015-AF9A-56156E04D180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A55B703C-C10B-4846-B5BB-4ED93756F5F4}" type="parTrans" cxnId="{DDB7E391-95B2-4E6D-A341-B0BE3C5B39FA}">
      <dgm:prSet/>
      <dgm:spPr/>
      <dgm:t>
        <a:bodyPr/>
        <a:lstStyle/>
        <a:p>
          <a:endParaRPr kumimoji="1" lang="ja-JP" altLang="en-US"/>
        </a:p>
      </dgm:t>
    </dgm:pt>
    <dgm:pt modelId="{870EE9BE-E95C-452D-874A-D7603087666A}" type="sibTrans" cxnId="{DDB7E391-95B2-4E6D-A341-B0BE3C5B39FA}">
      <dgm:prSet/>
      <dgm:spPr/>
      <dgm:t>
        <a:bodyPr/>
        <a:lstStyle/>
        <a:p>
          <a:endParaRPr kumimoji="1" lang="ja-JP" altLang="en-US"/>
        </a:p>
      </dgm:t>
    </dgm:pt>
    <dgm:pt modelId="{04306D7C-88B9-4CDD-B4D3-86EA72042C88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B188024E-DB65-4ADB-A52B-C0CD7101EA96}" type="parTrans" cxnId="{91039CB1-26F8-4889-9E4E-51E7F34A2454}">
      <dgm:prSet/>
      <dgm:spPr/>
    </dgm:pt>
    <dgm:pt modelId="{2C8BCDAA-566E-4B2E-97A5-C6A5EACC3622}" type="sibTrans" cxnId="{91039CB1-26F8-4889-9E4E-51E7F34A2454}">
      <dgm:prSet/>
      <dgm:spPr/>
    </dgm:pt>
    <dgm:pt modelId="{1536B278-53BC-4BBB-877B-51977C560AE5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BE4ACA9E-E1F1-41A9-BFF7-BFC1971FF52D}" type="parTrans" cxnId="{8A938502-24C5-4BEA-94ED-ED3674B27C87}">
      <dgm:prSet/>
      <dgm:spPr/>
    </dgm:pt>
    <dgm:pt modelId="{C9AB419F-1D19-45AF-87DF-50CAB6855DE0}" type="sibTrans" cxnId="{8A938502-24C5-4BEA-94ED-ED3674B27C87}">
      <dgm:prSet/>
      <dgm:spPr/>
    </dgm:pt>
    <dgm:pt modelId="{BBA235B5-C5B9-43BB-8F36-98469F9F5588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E2F3992C-EC66-4691-86EF-251B3F09CB7B}" type="parTrans" cxnId="{761D91A2-A980-49B9-A1A3-3080D2866B44}">
      <dgm:prSet/>
      <dgm:spPr/>
    </dgm:pt>
    <dgm:pt modelId="{3C9BC3B6-DDB5-458B-9175-437C79CC9AD7}" type="sibTrans" cxnId="{761D91A2-A980-49B9-A1A3-3080D2866B44}">
      <dgm:prSet/>
      <dgm:spPr/>
    </dgm:pt>
    <dgm:pt modelId="{FD9DC5C6-9FAE-4100-B463-6CF5F9A0D091}" type="pres">
      <dgm:prSet presAssocID="{3ECD88D6-5AB0-4837-9FC6-85AD05637BB3}" presName="cycle" presStyleCnt="0">
        <dgm:presLayoutVars>
          <dgm:dir/>
          <dgm:resizeHandles val="exact"/>
        </dgm:presLayoutVars>
      </dgm:prSet>
      <dgm:spPr/>
    </dgm:pt>
    <dgm:pt modelId="{EBA083AB-340D-41DC-B889-54024B4C6C53}" type="pres">
      <dgm:prSet presAssocID="{FED28D56-2802-4015-AF9A-56156E04D180}" presName="dummy" presStyleCnt="0"/>
      <dgm:spPr/>
    </dgm:pt>
    <dgm:pt modelId="{87252181-6B0D-472B-8C3B-C109AD50F56E}" type="pres">
      <dgm:prSet presAssocID="{FED28D56-2802-4015-AF9A-56156E04D180}" presName="node" presStyleLbl="revTx" presStyleIdx="0" presStyleCnt="4">
        <dgm:presLayoutVars>
          <dgm:bulletEnabled val="1"/>
        </dgm:presLayoutVars>
      </dgm:prSet>
      <dgm:spPr/>
    </dgm:pt>
    <dgm:pt modelId="{AA626766-2C62-423F-880F-DA86DF99DDC2}" type="pres">
      <dgm:prSet presAssocID="{870EE9BE-E95C-452D-874A-D7603087666A}" presName="sibTrans" presStyleLbl="node1" presStyleIdx="0" presStyleCnt="4"/>
      <dgm:spPr/>
    </dgm:pt>
    <dgm:pt modelId="{566A8090-3F54-48DC-B46D-C6BA5D07FD2E}" type="pres">
      <dgm:prSet presAssocID="{04306D7C-88B9-4CDD-B4D3-86EA72042C88}" presName="dummy" presStyleCnt="0"/>
      <dgm:spPr/>
    </dgm:pt>
    <dgm:pt modelId="{9555A2BF-1D05-4044-9FDC-C04B044E2A3C}" type="pres">
      <dgm:prSet presAssocID="{04306D7C-88B9-4CDD-B4D3-86EA72042C88}" presName="node" presStyleLbl="revTx" presStyleIdx="1" presStyleCnt="4">
        <dgm:presLayoutVars>
          <dgm:bulletEnabled val="1"/>
        </dgm:presLayoutVars>
      </dgm:prSet>
      <dgm:spPr/>
    </dgm:pt>
    <dgm:pt modelId="{F3D7EE9F-2C61-4040-B286-318D87DFFBDF}" type="pres">
      <dgm:prSet presAssocID="{2C8BCDAA-566E-4B2E-97A5-C6A5EACC3622}" presName="sibTrans" presStyleLbl="node1" presStyleIdx="1" presStyleCnt="4"/>
      <dgm:spPr/>
    </dgm:pt>
    <dgm:pt modelId="{A737DDCA-5203-47C4-9504-B694B9A43968}" type="pres">
      <dgm:prSet presAssocID="{1536B278-53BC-4BBB-877B-51977C560AE5}" presName="dummy" presStyleCnt="0"/>
      <dgm:spPr/>
    </dgm:pt>
    <dgm:pt modelId="{46AE6417-A033-4EB9-AEAD-1EFAA2B92987}" type="pres">
      <dgm:prSet presAssocID="{1536B278-53BC-4BBB-877B-51977C560AE5}" presName="node" presStyleLbl="revTx" presStyleIdx="2" presStyleCnt="4">
        <dgm:presLayoutVars>
          <dgm:bulletEnabled val="1"/>
        </dgm:presLayoutVars>
      </dgm:prSet>
      <dgm:spPr/>
    </dgm:pt>
    <dgm:pt modelId="{81359864-1291-4A56-8D5B-8857C33339E1}" type="pres">
      <dgm:prSet presAssocID="{C9AB419F-1D19-45AF-87DF-50CAB6855DE0}" presName="sibTrans" presStyleLbl="node1" presStyleIdx="2" presStyleCnt="4"/>
      <dgm:spPr/>
    </dgm:pt>
    <dgm:pt modelId="{71D6965A-688B-445E-9E5B-BB22E2BE06B2}" type="pres">
      <dgm:prSet presAssocID="{BBA235B5-C5B9-43BB-8F36-98469F9F5588}" presName="dummy" presStyleCnt="0"/>
      <dgm:spPr/>
    </dgm:pt>
    <dgm:pt modelId="{B4C59F7F-FE90-480A-80A8-CF6BBDAF9E6F}" type="pres">
      <dgm:prSet presAssocID="{BBA235B5-C5B9-43BB-8F36-98469F9F5588}" presName="node" presStyleLbl="revTx" presStyleIdx="3" presStyleCnt="4">
        <dgm:presLayoutVars>
          <dgm:bulletEnabled val="1"/>
        </dgm:presLayoutVars>
      </dgm:prSet>
      <dgm:spPr/>
    </dgm:pt>
    <dgm:pt modelId="{1C52F5BF-1AE9-48F2-A00E-E2434CF8C971}" type="pres">
      <dgm:prSet presAssocID="{3C9BC3B6-DDB5-458B-9175-437C79CC9AD7}" presName="sibTrans" presStyleLbl="node1" presStyleIdx="3" presStyleCnt="4"/>
      <dgm:spPr/>
    </dgm:pt>
  </dgm:ptLst>
  <dgm:cxnLst>
    <dgm:cxn modelId="{8A938502-24C5-4BEA-94ED-ED3674B27C87}" srcId="{3ECD88D6-5AB0-4837-9FC6-85AD05637BB3}" destId="{1536B278-53BC-4BBB-877B-51977C560AE5}" srcOrd="2" destOrd="0" parTransId="{BE4ACA9E-E1F1-41A9-BFF7-BFC1971FF52D}" sibTransId="{C9AB419F-1D19-45AF-87DF-50CAB6855DE0}"/>
    <dgm:cxn modelId="{D4BAE210-E56A-4CB7-B4B4-2BC86BE14A0F}" type="presOf" srcId="{2C8BCDAA-566E-4B2E-97A5-C6A5EACC3622}" destId="{F3D7EE9F-2C61-4040-B286-318D87DFFBDF}" srcOrd="0" destOrd="0" presId="urn:microsoft.com/office/officeart/2005/8/layout/cycle1"/>
    <dgm:cxn modelId="{12CB1B19-2A2E-40CF-AB5B-7225B11EFFD3}" type="presOf" srcId="{870EE9BE-E95C-452D-874A-D7603087666A}" destId="{AA626766-2C62-423F-880F-DA86DF99DDC2}" srcOrd="0" destOrd="0" presId="urn:microsoft.com/office/officeart/2005/8/layout/cycle1"/>
    <dgm:cxn modelId="{F2726A3B-D931-44E6-858E-8AB42EDEBFDD}" type="presOf" srcId="{1536B278-53BC-4BBB-877B-51977C560AE5}" destId="{46AE6417-A033-4EB9-AEAD-1EFAA2B92987}" srcOrd="0" destOrd="0" presId="urn:microsoft.com/office/officeart/2005/8/layout/cycle1"/>
    <dgm:cxn modelId="{A1C2A45F-2706-44F5-B851-5805EA993645}" type="presOf" srcId="{3C9BC3B6-DDB5-458B-9175-437C79CC9AD7}" destId="{1C52F5BF-1AE9-48F2-A00E-E2434CF8C971}" srcOrd="0" destOrd="0" presId="urn:microsoft.com/office/officeart/2005/8/layout/cycle1"/>
    <dgm:cxn modelId="{F972156C-002C-4CDA-BDD6-0C7953E28AE9}" type="presOf" srcId="{C9AB419F-1D19-45AF-87DF-50CAB6855DE0}" destId="{81359864-1291-4A56-8D5B-8857C33339E1}" srcOrd="0" destOrd="0" presId="urn:microsoft.com/office/officeart/2005/8/layout/cycle1"/>
    <dgm:cxn modelId="{DDB7E391-95B2-4E6D-A341-B0BE3C5B39FA}" srcId="{3ECD88D6-5AB0-4837-9FC6-85AD05637BB3}" destId="{FED28D56-2802-4015-AF9A-56156E04D180}" srcOrd="0" destOrd="0" parTransId="{A55B703C-C10B-4846-B5BB-4ED93756F5F4}" sibTransId="{870EE9BE-E95C-452D-874A-D7603087666A}"/>
    <dgm:cxn modelId="{4D9C0FA0-D3E0-4C13-A345-E07CA1D6D62A}" type="presOf" srcId="{BBA235B5-C5B9-43BB-8F36-98469F9F5588}" destId="{B4C59F7F-FE90-480A-80A8-CF6BBDAF9E6F}" srcOrd="0" destOrd="0" presId="urn:microsoft.com/office/officeart/2005/8/layout/cycle1"/>
    <dgm:cxn modelId="{761D91A2-A980-49B9-A1A3-3080D2866B44}" srcId="{3ECD88D6-5AB0-4837-9FC6-85AD05637BB3}" destId="{BBA235B5-C5B9-43BB-8F36-98469F9F5588}" srcOrd="3" destOrd="0" parTransId="{E2F3992C-EC66-4691-86EF-251B3F09CB7B}" sibTransId="{3C9BC3B6-DDB5-458B-9175-437C79CC9AD7}"/>
    <dgm:cxn modelId="{91039CB1-26F8-4889-9E4E-51E7F34A2454}" srcId="{3ECD88D6-5AB0-4837-9FC6-85AD05637BB3}" destId="{04306D7C-88B9-4CDD-B4D3-86EA72042C88}" srcOrd="1" destOrd="0" parTransId="{B188024E-DB65-4ADB-A52B-C0CD7101EA96}" sibTransId="{2C8BCDAA-566E-4B2E-97A5-C6A5EACC3622}"/>
    <dgm:cxn modelId="{75F730DB-8A43-4771-A8C5-716A193D53B2}" type="presOf" srcId="{04306D7C-88B9-4CDD-B4D3-86EA72042C88}" destId="{9555A2BF-1D05-4044-9FDC-C04B044E2A3C}" srcOrd="0" destOrd="0" presId="urn:microsoft.com/office/officeart/2005/8/layout/cycle1"/>
    <dgm:cxn modelId="{51E1B1F3-A4B1-4286-942E-A50CC36B3656}" type="presOf" srcId="{FED28D56-2802-4015-AF9A-56156E04D180}" destId="{87252181-6B0D-472B-8C3B-C109AD50F56E}" srcOrd="0" destOrd="0" presId="urn:microsoft.com/office/officeart/2005/8/layout/cycle1"/>
    <dgm:cxn modelId="{AD0DF1F9-BF39-4F25-B8F6-C0E477EFE2DF}" type="presOf" srcId="{3ECD88D6-5AB0-4837-9FC6-85AD05637BB3}" destId="{FD9DC5C6-9FAE-4100-B463-6CF5F9A0D091}" srcOrd="0" destOrd="0" presId="urn:microsoft.com/office/officeart/2005/8/layout/cycle1"/>
    <dgm:cxn modelId="{E554D152-95E0-474B-B987-AA7D2837F9C8}" type="presParOf" srcId="{FD9DC5C6-9FAE-4100-B463-6CF5F9A0D091}" destId="{EBA083AB-340D-41DC-B889-54024B4C6C53}" srcOrd="0" destOrd="0" presId="urn:microsoft.com/office/officeart/2005/8/layout/cycle1"/>
    <dgm:cxn modelId="{E6D70776-5861-4A13-AFD0-864F0F843F93}" type="presParOf" srcId="{FD9DC5C6-9FAE-4100-B463-6CF5F9A0D091}" destId="{87252181-6B0D-472B-8C3B-C109AD50F56E}" srcOrd="1" destOrd="0" presId="urn:microsoft.com/office/officeart/2005/8/layout/cycle1"/>
    <dgm:cxn modelId="{A2046CF3-163F-44A1-959B-C9E96C7EC126}" type="presParOf" srcId="{FD9DC5C6-9FAE-4100-B463-6CF5F9A0D091}" destId="{AA626766-2C62-423F-880F-DA86DF99DDC2}" srcOrd="2" destOrd="0" presId="urn:microsoft.com/office/officeart/2005/8/layout/cycle1"/>
    <dgm:cxn modelId="{7E90B9F0-23D2-4F17-ACE0-3F2ECA44C97D}" type="presParOf" srcId="{FD9DC5C6-9FAE-4100-B463-6CF5F9A0D091}" destId="{566A8090-3F54-48DC-B46D-C6BA5D07FD2E}" srcOrd="3" destOrd="0" presId="urn:microsoft.com/office/officeart/2005/8/layout/cycle1"/>
    <dgm:cxn modelId="{38806822-B67B-4C29-A976-6B4297B7FFD9}" type="presParOf" srcId="{FD9DC5C6-9FAE-4100-B463-6CF5F9A0D091}" destId="{9555A2BF-1D05-4044-9FDC-C04B044E2A3C}" srcOrd="4" destOrd="0" presId="urn:microsoft.com/office/officeart/2005/8/layout/cycle1"/>
    <dgm:cxn modelId="{B4071150-035F-4719-A927-43B4402AA37C}" type="presParOf" srcId="{FD9DC5C6-9FAE-4100-B463-6CF5F9A0D091}" destId="{F3D7EE9F-2C61-4040-B286-318D87DFFBDF}" srcOrd="5" destOrd="0" presId="urn:microsoft.com/office/officeart/2005/8/layout/cycle1"/>
    <dgm:cxn modelId="{144B1333-C0C0-4280-BE08-F7F031BCF5D9}" type="presParOf" srcId="{FD9DC5C6-9FAE-4100-B463-6CF5F9A0D091}" destId="{A737DDCA-5203-47C4-9504-B694B9A43968}" srcOrd="6" destOrd="0" presId="urn:microsoft.com/office/officeart/2005/8/layout/cycle1"/>
    <dgm:cxn modelId="{3ADE71E0-966F-4751-9829-F9CBD914D570}" type="presParOf" srcId="{FD9DC5C6-9FAE-4100-B463-6CF5F9A0D091}" destId="{46AE6417-A033-4EB9-AEAD-1EFAA2B92987}" srcOrd="7" destOrd="0" presId="urn:microsoft.com/office/officeart/2005/8/layout/cycle1"/>
    <dgm:cxn modelId="{334BCB78-DC11-4065-9A78-BB467EF44525}" type="presParOf" srcId="{FD9DC5C6-9FAE-4100-B463-6CF5F9A0D091}" destId="{81359864-1291-4A56-8D5B-8857C33339E1}" srcOrd="8" destOrd="0" presId="urn:microsoft.com/office/officeart/2005/8/layout/cycle1"/>
    <dgm:cxn modelId="{E34478D6-4692-4B33-B5F2-0BC7FAF7F5A2}" type="presParOf" srcId="{FD9DC5C6-9FAE-4100-B463-6CF5F9A0D091}" destId="{71D6965A-688B-445E-9E5B-BB22E2BE06B2}" srcOrd="9" destOrd="0" presId="urn:microsoft.com/office/officeart/2005/8/layout/cycle1"/>
    <dgm:cxn modelId="{BC475901-1A80-46AB-9850-8E4B37C8BC20}" type="presParOf" srcId="{FD9DC5C6-9FAE-4100-B463-6CF5F9A0D091}" destId="{B4C59F7F-FE90-480A-80A8-CF6BBDAF9E6F}" srcOrd="10" destOrd="0" presId="urn:microsoft.com/office/officeart/2005/8/layout/cycle1"/>
    <dgm:cxn modelId="{AD0E2B1D-B06D-4165-962C-E06D89F07E73}" type="presParOf" srcId="{FD9DC5C6-9FAE-4100-B463-6CF5F9A0D091}" destId="{1C52F5BF-1AE9-48F2-A00E-E2434CF8C971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AED025-662E-484B-B911-6492A9B3484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205FB0ED-02FC-41B2-8766-B4777A9800F7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2375AD95-2DD3-44B8-9464-A54409641D23}" type="parTrans" cxnId="{FE679809-1274-4703-B1AE-F2B8566BB068}">
      <dgm:prSet/>
      <dgm:spPr/>
      <dgm:t>
        <a:bodyPr/>
        <a:lstStyle/>
        <a:p>
          <a:endParaRPr kumimoji="1" lang="ja-JP" altLang="en-US"/>
        </a:p>
      </dgm:t>
    </dgm:pt>
    <dgm:pt modelId="{7F5EC551-0514-4228-AD67-0F7C079A8C8F}" type="sibTrans" cxnId="{FE679809-1274-4703-B1AE-F2B8566BB068}">
      <dgm:prSet/>
      <dgm:spPr/>
      <dgm:t>
        <a:bodyPr/>
        <a:lstStyle/>
        <a:p>
          <a:endParaRPr kumimoji="1" lang="ja-JP" altLang="en-US"/>
        </a:p>
      </dgm:t>
    </dgm:pt>
    <dgm:pt modelId="{A25E1F69-F0B9-4988-99E8-F42871C7353B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3A8C6F95-41A6-4F90-B40F-0516D76917F3}" type="parTrans" cxnId="{DABB26C0-B6FB-4B1E-B9EB-ABB24D51E050}">
      <dgm:prSet/>
      <dgm:spPr/>
    </dgm:pt>
    <dgm:pt modelId="{CDBA4DCC-CAEE-4029-9546-299E65A6D9C8}" type="sibTrans" cxnId="{DABB26C0-B6FB-4B1E-B9EB-ABB24D51E050}">
      <dgm:prSet/>
      <dgm:spPr/>
    </dgm:pt>
    <dgm:pt modelId="{7FE747AB-4AB2-4C3B-BD89-B698D397622E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CCE8C1EB-74D0-44F8-8D51-B401191A3797}" type="parTrans" cxnId="{E89FF7DB-C31B-4AE7-8749-428D2E81A279}">
      <dgm:prSet/>
      <dgm:spPr/>
    </dgm:pt>
    <dgm:pt modelId="{1C8B6EAB-5472-46C4-8EF8-88364E57BE08}" type="sibTrans" cxnId="{E89FF7DB-C31B-4AE7-8749-428D2E81A279}">
      <dgm:prSet/>
      <dgm:spPr/>
    </dgm:pt>
    <dgm:pt modelId="{7A0CF610-72B4-4E49-AD1E-DA0022BF09FA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2BAF6F9D-8387-4A18-945C-E1D7DF96D909}" type="parTrans" cxnId="{002C6C8D-7EB7-40D8-BCFF-8D81AB862D36}">
      <dgm:prSet/>
      <dgm:spPr/>
    </dgm:pt>
    <dgm:pt modelId="{FB0037BE-390D-48F9-83C2-424D28BA859B}" type="sibTrans" cxnId="{002C6C8D-7EB7-40D8-BCFF-8D81AB862D36}">
      <dgm:prSet/>
      <dgm:spPr/>
    </dgm:pt>
    <dgm:pt modelId="{E206E1BC-78F7-4188-8619-FF4C2EFC217B}" type="pres">
      <dgm:prSet presAssocID="{19AED025-662E-484B-B911-6492A9B3484E}" presName="Name0" presStyleCnt="0">
        <dgm:presLayoutVars>
          <dgm:dir/>
          <dgm:animLvl val="lvl"/>
          <dgm:resizeHandles val="exact"/>
        </dgm:presLayoutVars>
      </dgm:prSet>
      <dgm:spPr/>
    </dgm:pt>
    <dgm:pt modelId="{A77551D4-707D-4D68-AF7B-698952708EE5}" type="pres">
      <dgm:prSet presAssocID="{205FB0ED-02FC-41B2-8766-B4777A9800F7}" presName="linNode" presStyleCnt="0"/>
      <dgm:spPr/>
    </dgm:pt>
    <dgm:pt modelId="{37AFA07C-569D-441B-916A-F58892487AE0}" type="pres">
      <dgm:prSet presAssocID="{205FB0ED-02FC-41B2-8766-B4777A9800F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7DF4A4E-4D15-4583-8DE4-DC8BA1F917C6}" type="pres">
      <dgm:prSet presAssocID="{7F5EC551-0514-4228-AD67-0F7C079A8C8F}" presName="sp" presStyleCnt="0"/>
      <dgm:spPr/>
    </dgm:pt>
    <dgm:pt modelId="{1D8ACF23-570E-4665-A123-CE883E42C955}" type="pres">
      <dgm:prSet presAssocID="{A25E1F69-F0B9-4988-99E8-F42871C7353B}" presName="linNode" presStyleCnt="0"/>
      <dgm:spPr/>
    </dgm:pt>
    <dgm:pt modelId="{640A76C6-1B43-421B-AC15-F100253ABB63}" type="pres">
      <dgm:prSet presAssocID="{A25E1F69-F0B9-4988-99E8-F42871C7353B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88F0880E-4CF8-4F57-AD64-50EE32EDAD3A}" type="pres">
      <dgm:prSet presAssocID="{CDBA4DCC-CAEE-4029-9546-299E65A6D9C8}" presName="sp" presStyleCnt="0"/>
      <dgm:spPr/>
    </dgm:pt>
    <dgm:pt modelId="{31530D86-451C-4743-8E11-3AFB80419B6B}" type="pres">
      <dgm:prSet presAssocID="{7FE747AB-4AB2-4C3B-BD89-B698D397622E}" presName="linNode" presStyleCnt="0"/>
      <dgm:spPr/>
    </dgm:pt>
    <dgm:pt modelId="{40ACA0A2-3B67-4678-842E-7480D78829BA}" type="pres">
      <dgm:prSet presAssocID="{7FE747AB-4AB2-4C3B-BD89-B698D397622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30B2AF25-1F71-42BC-A231-BEC69864A8DA}" type="pres">
      <dgm:prSet presAssocID="{1C8B6EAB-5472-46C4-8EF8-88364E57BE08}" presName="sp" presStyleCnt="0"/>
      <dgm:spPr/>
    </dgm:pt>
    <dgm:pt modelId="{3D699407-5CC5-4EC7-9256-EC2790BDF158}" type="pres">
      <dgm:prSet presAssocID="{7A0CF610-72B4-4E49-AD1E-DA0022BF09FA}" presName="linNode" presStyleCnt="0"/>
      <dgm:spPr/>
    </dgm:pt>
    <dgm:pt modelId="{3A7B0342-EEFB-4AD6-BFFC-8FAFF38B906E}" type="pres">
      <dgm:prSet presAssocID="{7A0CF610-72B4-4E49-AD1E-DA0022BF09FA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FE679809-1274-4703-B1AE-F2B8566BB068}" srcId="{19AED025-662E-484B-B911-6492A9B3484E}" destId="{205FB0ED-02FC-41B2-8766-B4777A9800F7}" srcOrd="0" destOrd="0" parTransId="{2375AD95-2DD3-44B8-9464-A54409641D23}" sibTransId="{7F5EC551-0514-4228-AD67-0F7C079A8C8F}"/>
    <dgm:cxn modelId="{5D11AE49-46AC-4910-BC96-5D85BF0C64C2}" type="presOf" srcId="{205FB0ED-02FC-41B2-8766-B4777A9800F7}" destId="{37AFA07C-569D-441B-916A-F58892487AE0}" srcOrd="0" destOrd="0" presId="urn:microsoft.com/office/officeart/2005/8/layout/vList5"/>
    <dgm:cxn modelId="{002C6C8D-7EB7-40D8-BCFF-8D81AB862D36}" srcId="{19AED025-662E-484B-B911-6492A9B3484E}" destId="{7A0CF610-72B4-4E49-AD1E-DA0022BF09FA}" srcOrd="3" destOrd="0" parTransId="{2BAF6F9D-8387-4A18-945C-E1D7DF96D909}" sibTransId="{FB0037BE-390D-48F9-83C2-424D28BA859B}"/>
    <dgm:cxn modelId="{DABB26C0-B6FB-4B1E-B9EB-ABB24D51E050}" srcId="{19AED025-662E-484B-B911-6492A9B3484E}" destId="{A25E1F69-F0B9-4988-99E8-F42871C7353B}" srcOrd="1" destOrd="0" parTransId="{3A8C6F95-41A6-4F90-B40F-0516D76917F3}" sibTransId="{CDBA4DCC-CAEE-4029-9546-299E65A6D9C8}"/>
    <dgm:cxn modelId="{CB4E24C6-12C2-4044-9A41-E603861A15CE}" type="presOf" srcId="{19AED025-662E-484B-B911-6492A9B3484E}" destId="{E206E1BC-78F7-4188-8619-FF4C2EFC217B}" srcOrd="0" destOrd="0" presId="urn:microsoft.com/office/officeart/2005/8/layout/vList5"/>
    <dgm:cxn modelId="{92F77AD3-5FC0-47C3-81BE-14FC0CF14ADE}" type="presOf" srcId="{7A0CF610-72B4-4E49-AD1E-DA0022BF09FA}" destId="{3A7B0342-EEFB-4AD6-BFFC-8FAFF38B906E}" srcOrd="0" destOrd="0" presId="urn:microsoft.com/office/officeart/2005/8/layout/vList5"/>
    <dgm:cxn modelId="{E89FF7DB-C31B-4AE7-8749-428D2E81A279}" srcId="{19AED025-662E-484B-B911-6492A9B3484E}" destId="{7FE747AB-4AB2-4C3B-BD89-B698D397622E}" srcOrd="2" destOrd="0" parTransId="{CCE8C1EB-74D0-44F8-8D51-B401191A3797}" sibTransId="{1C8B6EAB-5472-46C4-8EF8-88364E57BE08}"/>
    <dgm:cxn modelId="{6B0DF6FF-78D9-4F7F-8651-E8E718F70EB8}" type="presOf" srcId="{A25E1F69-F0B9-4988-99E8-F42871C7353B}" destId="{640A76C6-1B43-421B-AC15-F100253ABB63}" srcOrd="0" destOrd="0" presId="urn:microsoft.com/office/officeart/2005/8/layout/vList5"/>
    <dgm:cxn modelId="{5F93F6FF-D1D2-4E51-963C-E2CD25D6CDB5}" type="presOf" srcId="{7FE747AB-4AB2-4C3B-BD89-B698D397622E}" destId="{40ACA0A2-3B67-4678-842E-7480D78829BA}" srcOrd="0" destOrd="0" presId="urn:microsoft.com/office/officeart/2005/8/layout/vList5"/>
    <dgm:cxn modelId="{52B345F6-49AC-49F3-B6FE-7DE901B4A02D}" type="presParOf" srcId="{E206E1BC-78F7-4188-8619-FF4C2EFC217B}" destId="{A77551D4-707D-4D68-AF7B-698952708EE5}" srcOrd="0" destOrd="0" presId="urn:microsoft.com/office/officeart/2005/8/layout/vList5"/>
    <dgm:cxn modelId="{BFACEDD5-5279-4BC0-B5F6-1ADD879709A7}" type="presParOf" srcId="{A77551D4-707D-4D68-AF7B-698952708EE5}" destId="{37AFA07C-569D-441B-916A-F58892487AE0}" srcOrd="0" destOrd="0" presId="urn:microsoft.com/office/officeart/2005/8/layout/vList5"/>
    <dgm:cxn modelId="{3DEB53EF-39C4-4553-B9E0-B71BD14B80DD}" type="presParOf" srcId="{E206E1BC-78F7-4188-8619-FF4C2EFC217B}" destId="{57DF4A4E-4D15-4583-8DE4-DC8BA1F917C6}" srcOrd="1" destOrd="0" presId="urn:microsoft.com/office/officeart/2005/8/layout/vList5"/>
    <dgm:cxn modelId="{537D164D-B680-41C1-A884-25B733FEBBE5}" type="presParOf" srcId="{E206E1BC-78F7-4188-8619-FF4C2EFC217B}" destId="{1D8ACF23-570E-4665-A123-CE883E42C955}" srcOrd="2" destOrd="0" presId="urn:microsoft.com/office/officeart/2005/8/layout/vList5"/>
    <dgm:cxn modelId="{68AD4AFE-E43A-472E-B822-9EDB5EEC86F0}" type="presParOf" srcId="{1D8ACF23-570E-4665-A123-CE883E42C955}" destId="{640A76C6-1B43-421B-AC15-F100253ABB63}" srcOrd="0" destOrd="0" presId="urn:microsoft.com/office/officeart/2005/8/layout/vList5"/>
    <dgm:cxn modelId="{A6CD076B-E3EA-4B34-96AB-3BB6FA2B97B6}" type="presParOf" srcId="{E206E1BC-78F7-4188-8619-FF4C2EFC217B}" destId="{88F0880E-4CF8-4F57-AD64-50EE32EDAD3A}" srcOrd="3" destOrd="0" presId="urn:microsoft.com/office/officeart/2005/8/layout/vList5"/>
    <dgm:cxn modelId="{4E3EDE72-3F52-4105-B1DA-9154C812D26D}" type="presParOf" srcId="{E206E1BC-78F7-4188-8619-FF4C2EFC217B}" destId="{31530D86-451C-4743-8E11-3AFB80419B6B}" srcOrd="4" destOrd="0" presId="urn:microsoft.com/office/officeart/2005/8/layout/vList5"/>
    <dgm:cxn modelId="{874E7471-F02A-40E6-8424-97B972513153}" type="presParOf" srcId="{31530D86-451C-4743-8E11-3AFB80419B6B}" destId="{40ACA0A2-3B67-4678-842E-7480D78829BA}" srcOrd="0" destOrd="0" presId="urn:microsoft.com/office/officeart/2005/8/layout/vList5"/>
    <dgm:cxn modelId="{E4D6547B-4A95-48D9-B5DA-7055805A5175}" type="presParOf" srcId="{E206E1BC-78F7-4188-8619-FF4C2EFC217B}" destId="{30B2AF25-1F71-42BC-A231-BEC69864A8DA}" srcOrd="5" destOrd="0" presId="urn:microsoft.com/office/officeart/2005/8/layout/vList5"/>
    <dgm:cxn modelId="{F704B9CE-29AF-4D6F-8F8B-DEF22C535C13}" type="presParOf" srcId="{E206E1BC-78F7-4188-8619-FF4C2EFC217B}" destId="{3D699407-5CC5-4EC7-9256-EC2790BDF158}" srcOrd="6" destOrd="0" presId="urn:microsoft.com/office/officeart/2005/8/layout/vList5"/>
    <dgm:cxn modelId="{B027BACB-FC77-4E74-AE6E-F9ADE5A03894}" type="presParOf" srcId="{3D699407-5CC5-4EC7-9256-EC2790BDF158}" destId="{3A7B0342-EEFB-4AD6-BFFC-8FAFF38B906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CC2B23-D648-43AF-A75E-4604C2D7C3EF}">
      <dsp:nvSpPr>
        <dsp:cNvPr id="0" name=""/>
        <dsp:cNvSpPr/>
      </dsp:nvSpPr>
      <dsp:spPr>
        <a:xfrm>
          <a:off x="4732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1096" y="907837"/>
        <a:ext cx="1996528" cy="1168825"/>
      </dsp:txXfrm>
    </dsp:sp>
    <dsp:sp modelId="{D7B074EC-8EE0-43D4-BF07-A1BE4B2750F3}">
      <dsp:nvSpPr>
        <dsp:cNvPr id="0" name=""/>
        <dsp:cNvSpPr/>
      </dsp:nvSpPr>
      <dsp:spPr>
        <a:xfrm>
          <a:off x="2280915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2280915" y="1338297"/>
        <a:ext cx="307077" cy="307905"/>
      </dsp:txXfrm>
    </dsp:sp>
    <dsp:sp modelId="{A6AD43B4-DA1E-41E5-89DE-5DD89C0A5B5B}">
      <dsp:nvSpPr>
        <dsp:cNvPr id="0" name=""/>
        <dsp:cNvSpPr/>
      </dsp:nvSpPr>
      <dsp:spPr>
        <a:xfrm>
          <a:off x="2901692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2938056" y="907837"/>
        <a:ext cx="1996528" cy="1168825"/>
      </dsp:txXfrm>
    </dsp:sp>
    <dsp:sp modelId="{C557F005-C96B-4F00-A8C3-6B4026B7A99B}">
      <dsp:nvSpPr>
        <dsp:cNvPr id="0" name=""/>
        <dsp:cNvSpPr/>
      </dsp:nvSpPr>
      <dsp:spPr>
        <a:xfrm>
          <a:off x="5177874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5177874" y="1338297"/>
        <a:ext cx="307077" cy="307905"/>
      </dsp:txXfrm>
    </dsp:sp>
    <dsp:sp modelId="{2C27A46A-39BC-4B04-9427-1653599261A0}">
      <dsp:nvSpPr>
        <dsp:cNvPr id="0" name=""/>
        <dsp:cNvSpPr/>
      </dsp:nvSpPr>
      <dsp:spPr>
        <a:xfrm>
          <a:off x="5798651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5835015" y="907837"/>
        <a:ext cx="1996528" cy="1168825"/>
      </dsp:txXfrm>
    </dsp:sp>
    <dsp:sp modelId="{FAD0A543-A54C-4069-84FA-DE30097A5D7D}">
      <dsp:nvSpPr>
        <dsp:cNvPr id="0" name=""/>
        <dsp:cNvSpPr/>
      </dsp:nvSpPr>
      <dsp:spPr>
        <a:xfrm>
          <a:off x="8074833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8074833" y="1338297"/>
        <a:ext cx="307077" cy="307905"/>
      </dsp:txXfrm>
    </dsp:sp>
    <dsp:sp modelId="{1B826A07-DA2F-4F45-85F6-AFD4A4EAAF7E}">
      <dsp:nvSpPr>
        <dsp:cNvPr id="0" name=""/>
        <dsp:cNvSpPr/>
      </dsp:nvSpPr>
      <dsp:spPr>
        <a:xfrm>
          <a:off x="8695610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8731974" y="907837"/>
        <a:ext cx="1996528" cy="11688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04543-7AF4-4081-A990-8579F1560707}">
      <dsp:nvSpPr>
        <dsp:cNvPr id="0" name=""/>
        <dsp:cNvSpPr/>
      </dsp:nvSpPr>
      <dsp:spPr>
        <a:xfrm>
          <a:off x="5384800" y="739071"/>
          <a:ext cx="893788" cy="310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120"/>
              </a:lnTo>
              <a:lnTo>
                <a:pt x="893788" y="155120"/>
              </a:lnTo>
              <a:lnTo>
                <a:pt x="893788" y="3102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F6B51E-498E-49AD-9428-BF2C0367C359}">
      <dsp:nvSpPr>
        <dsp:cNvPr id="0" name=""/>
        <dsp:cNvSpPr/>
      </dsp:nvSpPr>
      <dsp:spPr>
        <a:xfrm>
          <a:off x="3900077" y="1787979"/>
          <a:ext cx="221600" cy="1728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8483"/>
              </a:lnTo>
              <a:lnTo>
                <a:pt x="221600" y="172848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6EF09D-196A-45F0-8AE4-DD4E70369952}">
      <dsp:nvSpPr>
        <dsp:cNvPr id="0" name=""/>
        <dsp:cNvSpPr/>
      </dsp:nvSpPr>
      <dsp:spPr>
        <a:xfrm>
          <a:off x="3900077" y="1787979"/>
          <a:ext cx="221600" cy="6795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9574"/>
              </a:lnTo>
              <a:lnTo>
                <a:pt x="221600" y="6795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C70A72-1C22-4BEB-B756-5C9595C98063}">
      <dsp:nvSpPr>
        <dsp:cNvPr id="0" name=""/>
        <dsp:cNvSpPr/>
      </dsp:nvSpPr>
      <dsp:spPr>
        <a:xfrm>
          <a:off x="4491011" y="739071"/>
          <a:ext cx="893788" cy="310240"/>
        </a:xfrm>
        <a:custGeom>
          <a:avLst/>
          <a:gdLst/>
          <a:ahLst/>
          <a:cxnLst/>
          <a:rect l="0" t="0" r="0" b="0"/>
          <a:pathLst>
            <a:path>
              <a:moveTo>
                <a:pt x="893788" y="0"/>
              </a:moveTo>
              <a:lnTo>
                <a:pt x="893788" y="155120"/>
              </a:lnTo>
              <a:lnTo>
                <a:pt x="0" y="155120"/>
              </a:lnTo>
              <a:lnTo>
                <a:pt x="0" y="3102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BC6176-0E31-458A-81DB-7DDD18D0E081}">
      <dsp:nvSpPr>
        <dsp:cNvPr id="0" name=""/>
        <dsp:cNvSpPr/>
      </dsp:nvSpPr>
      <dsp:spPr>
        <a:xfrm>
          <a:off x="4646131" y="402"/>
          <a:ext cx="1477336" cy="738668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646131" y="402"/>
        <a:ext cx="1477336" cy="738668"/>
      </dsp:txXfrm>
    </dsp:sp>
    <dsp:sp modelId="{5857B5CE-23FC-458E-BDF8-C04A002CA3C9}">
      <dsp:nvSpPr>
        <dsp:cNvPr id="0" name=""/>
        <dsp:cNvSpPr/>
      </dsp:nvSpPr>
      <dsp:spPr>
        <a:xfrm>
          <a:off x="3752343" y="1049311"/>
          <a:ext cx="1477336" cy="738668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752343" y="1049311"/>
        <a:ext cx="1477336" cy="738668"/>
      </dsp:txXfrm>
    </dsp:sp>
    <dsp:sp modelId="{D41042C0-2C69-43A0-BB69-D9EF024157D5}">
      <dsp:nvSpPr>
        <dsp:cNvPr id="0" name=""/>
        <dsp:cNvSpPr/>
      </dsp:nvSpPr>
      <dsp:spPr>
        <a:xfrm>
          <a:off x="4121677" y="2098220"/>
          <a:ext cx="1477336" cy="738668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121677" y="2098220"/>
        <a:ext cx="1477336" cy="738668"/>
      </dsp:txXfrm>
    </dsp:sp>
    <dsp:sp modelId="{F3773725-9600-4702-AC2F-4C2DA2839CD1}">
      <dsp:nvSpPr>
        <dsp:cNvPr id="0" name=""/>
        <dsp:cNvSpPr/>
      </dsp:nvSpPr>
      <dsp:spPr>
        <a:xfrm>
          <a:off x="4121677" y="3147128"/>
          <a:ext cx="1477336" cy="738668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5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121677" y="3147128"/>
        <a:ext cx="1477336" cy="738668"/>
      </dsp:txXfrm>
    </dsp:sp>
    <dsp:sp modelId="{E3BB64D5-73CC-486E-8E9C-67BE945E8EDE}">
      <dsp:nvSpPr>
        <dsp:cNvPr id="0" name=""/>
        <dsp:cNvSpPr/>
      </dsp:nvSpPr>
      <dsp:spPr>
        <a:xfrm>
          <a:off x="5539920" y="1049311"/>
          <a:ext cx="1477336" cy="738668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5539920" y="1049311"/>
        <a:ext cx="1477336" cy="7386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252181-6B0D-472B-8C3B-C109AD50F56E}">
      <dsp:nvSpPr>
        <dsp:cNvPr id="0" name=""/>
        <dsp:cNvSpPr/>
      </dsp:nvSpPr>
      <dsp:spPr>
        <a:xfrm>
          <a:off x="3895220" y="90247"/>
          <a:ext cx="1443781" cy="144378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895220" y="90247"/>
        <a:ext cx="1443781" cy="1443781"/>
      </dsp:txXfrm>
    </dsp:sp>
    <dsp:sp modelId="{AA626766-2C62-423F-880F-DA86DF99DDC2}">
      <dsp:nvSpPr>
        <dsp:cNvPr id="0" name=""/>
        <dsp:cNvSpPr/>
      </dsp:nvSpPr>
      <dsp:spPr>
        <a:xfrm>
          <a:off x="1351776" y="-773"/>
          <a:ext cx="4078246" cy="4078246"/>
        </a:xfrm>
        <a:prstGeom prst="circularArrow">
          <a:avLst>
            <a:gd name="adj1" fmla="val 6903"/>
            <a:gd name="adj2" fmla="val 465458"/>
            <a:gd name="adj3" fmla="val 548970"/>
            <a:gd name="adj4" fmla="val 20585572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5A2BF-1D05-4044-9FDC-C04B044E2A3C}">
      <dsp:nvSpPr>
        <dsp:cNvPr id="0" name=""/>
        <dsp:cNvSpPr/>
      </dsp:nvSpPr>
      <dsp:spPr>
        <a:xfrm>
          <a:off x="3895220" y="2542670"/>
          <a:ext cx="1443781" cy="144378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895220" y="2542670"/>
        <a:ext cx="1443781" cy="1443781"/>
      </dsp:txXfrm>
    </dsp:sp>
    <dsp:sp modelId="{F3D7EE9F-2C61-4040-B286-318D87DFFBDF}">
      <dsp:nvSpPr>
        <dsp:cNvPr id="0" name=""/>
        <dsp:cNvSpPr/>
      </dsp:nvSpPr>
      <dsp:spPr>
        <a:xfrm>
          <a:off x="1351776" y="-773"/>
          <a:ext cx="4078246" cy="4078246"/>
        </a:xfrm>
        <a:prstGeom prst="circularArrow">
          <a:avLst>
            <a:gd name="adj1" fmla="val 6903"/>
            <a:gd name="adj2" fmla="val 465458"/>
            <a:gd name="adj3" fmla="val 5948970"/>
            <a:gd name="adj4" fmla="val 4385572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AE6417-A033-4EB9-AEAD-1EFAA2B92987}">
      <dsp:nvSpPr>
        <dsp:cNvPr id="0" name=""/>
        <dsp:cNvSpPr/>
      </dsp:nvSpPr>
      <dsp:spPr>
        <a:xfrm>
          <a:off x="1442797" y="2542670"/>
          <a:ext cx="1443781" cy="144378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1442797" y="2542670"/>
        <a:ext cx="1443781" cy="1443781"/>
      </dsp:txXfrm>
    </dsp:sp>
    <dsp:sp modelId="{81359864-1291-4A56-8D5B-8857C33339E1}">
      <dsp:nvSpPr>
        <dsp:cNvPr id="0" name=""/>
        <dsp:cNvSpPr/>
      </dsp:nvSpPr>
      <dsp:spPr>
        <a:xfrm>
          <a:off x="1351776" y="-773"/>
          <a:ext cx="4078246" cy="4078246"/>
        </a:xfrm>
        <a:prstGeom prst="circularArrow">
          <a:avLst>
            <a:gd name="adj1" fmla="val 6903"/>
            <a:gd name="adj2" fmla="val 465458"/>
            <a:gd name="adj3" fmla="val 11348970"/>
            <a:gd name="adj4" fmla="val 9785572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59F7F-FE90-480A-80A8-CF6BBDAF9E6F}">
      <dsp:nvSpPr>
        <dsp:cNvPr id="0" name=""/>
        <dsp:cNvSpPr/>
      </dsp:nvSpPr>
      <dsp:spPr>
        <a:xfrm>
          <a:off x="1442797" y="90247"/>
          <a:ext cx="1443781" cy="144378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1442797" y="90247"/>
        <a:ext cx="1443781" cy="1443781"/>
      </dsp:txXfrm>
    </dsp:sp>
    <dsp:sp modelId="{1C52F5BF-1AE9-48F2-A00E-E2434CF8C971}">
      <dsp:nvSpPr>
        <dsp:cNvPr id="0" name=""/>
        <dsp:cNvSpPr/>
      </dsp:nvSpPr>
      <dsp:spPr>
        <a:xfrm>
          <a:off x="1351776" y="-773"/>
          <a:ext cx="4078246" cy="4078246"/>
        </a:xfrm>
        <a:prstGeom prst="circularArrow">
          <a:avLst>
            <a:gd name="adj1" fmla="val 6903"/>
            <a:gd name="adj2" fmla="val 465458"/>
            <a:gd name="adj3" fmla="val 16748970"/>
            <a:gd name="adj4" fmla="val 15185572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FA07C-569D-441B-916A-F58892487AE0}">
      <dsp:nvSpPr>
        <dsp:cNvPr id="0" name=""/>
        <dsp:cNvSpPr/>
      </dsp:nvSpPr>
      <dsp:spPr>
        <a:xfrm>
          <a:off x="3446272" y="1925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491491" y="47144"/>
        <a:ext cx="3786618" cy="835886"/>
      </dsp:txXfrm>
    </dsp:sp>
    <dsp:sp modelId="{640A76C6-1B43-421B-AC15-F100253ABB63}">
      <dsp:nvSpPr>
        <dsp:cNvPr id="0" name=""/>
        <dsp:cNvSpPr/>
      </dsp:nvSpPr>
      <dsp:spPr>
        <a:xfrm>
          <a:off x="3446272" y="974567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491491" y="1019786"/>
        <a:ext cx="3786618" cy="835886"/>
      </dsp:txXfrm>
    </dsp:sp>
    <dsp:sp modelId="{40ACA0A2-3B67-4678-842E-7480D78829BA}">
      <dsp:nvSpPr>
        <dsp:cNvPr id="0" name=""/>
        <dsp:cNvSpPr/>
      </dsp:nvSpPr>
      <dsp:spPr>
        <a:xfrm>
          <a:off x="3446272" y="1947208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491491" y="1992427"/>
        <a:ext cx="3786618" cy="835886"/>
      </dsp:txXfrm>
    </dsp:sp>
    <dsp:sp modelId="{3A7B0342-EEFB-4AD6-BFFC-8FAFF38B906E}">
      <dsp:nvSpPr>
        <dsp:cNvPr id="0" name=""/>
        <dsp:cNvSpPr/>
      </dsp:nvSpPr>
      <dsp:spPr>
        <a:xfrm>
          <a:off x="3446272" y="2919849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491491" y="2965068"/>
        <a:ext cx="3786618" cy="835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CA908-08B5-46CB-B1F8-4DB8D330F96B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A8AEE1-74E6-49A9-8E02-290DC69FC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70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構図の見本 </a:t>
            </a:r>
            <a:r>
              <a:rPr kumimoji="1" lang="en-US" altLang="ja-JP"/>
              <a:t>/ AI</a:t>
            </a:r>
            <a:r>
              <a:rPr kumimoji="1" lang="ja-JP" altLang="en-US"/>
              <a:t>未使用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78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左の主張・図表に約</a:t>
            </a:r>
            <a:r>
              <a:rPr kumimoji="1" lang="en-US" altLang="ja-JP"/>
              <a:t>2/3</a:t>
            </a:r>
            <a:r>
              <a:rPr kumimoji="1" lang="ja-JP" altLang="en-US"/>
              <a:t>、右の根拠に約</a:t>
            </a:r>
            <a:r>
              <a:rPr kumimoji="1" lang="en-US" altLang="ja-JP"/>
              <a:t>1/3</a:t>
            </a:r>
            <a:r>
              <a:rPr kumimoji="1" lang="ja-JP" altLang="en-US"/>
              <a:t>を使う
用途</a:t>
            </a:r>
            <a:r>
              <a:rPr kumimoji="1" lang="en-US" altLang="ja-JP"/>
              <a:t>: </a:t>
            </a:r>
            <a:r>
              <a:rPr kumimoji="1" lang="ja-JP" altLang="en-US"/>
              <a:t>図表の横に短い読み取り。長い表は</a:t>
            </a:r>
            <a:r>
              <a:rPr kumimoji="1" lang="en-US" altLang="ja-JP"/>
              <a:t>table_full</a:t>
            </a:r>
            <a:r>
              <a:rPr kumimoji="1" lang="ja-JP" altLang="en-US"/>
              <a:t>を使う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右欄の項目名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18</a:t>
            </a:r>
            <a:r>
              <a:rPr kumimoji="1" lang="ja-JP" altLang="en-US"/>
              <a:t>文字以内。表は短い数値中心。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5438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対象を等幅の縦列に並べ、同じ高さで比較する
用途</a:t>
            </a:r>
            <a:r>
              <a:rPr kumimoji="1" lang="en-US" altLang="ja-JP"/>
              <a:t>: </a:t>
            </a:r>
            <a:r>
              <a:rPr kumimoji="1" lang="ja-JP" altLang="en-US"/>
              <a:t>同じ基準で</a:t>
            </a:r>
            <a:r>
              <a:rPr kumimoji="1" lang="en-US" altLang="ja-JP"/>
              <a:t>2〜3</a:t>
            </a:r>
            <a:r>
              <a:rPr kumimoji="1" lang="ja-JP" altLang="en-US"/>
              <a:t>の対象を比較する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70</a:t>
            </a:r>
            <a:r>
              <a:rPr kumimoji="1" lang="ja-JP" altLang="en-US"/>
              <a:t>文字以内。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5762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横向きの</a:t>
            </a:r>
            <a:r>
              <a:rPr kumimoji="1" lang="en-US" altLang="ja-JP"/>
              <a:t>SmartArt</a:t>
            </a:r>
            <a:r>
              <a:rPr kumimoji="1" lang="ja-JP" altLang="en-US"/>
              <a:t>工程図と、下部の補足
用途</a:t>
            </a:r>
            <a:r>
              <a:rPr kumimoji="1" lang="en-US" altLang="ja-JP"/>
              <a:t>: 3〜5</a:t>
            </a:r>
            <a:r>
              <a:rPr kumimoji="1" lang="ja-JP" altLang="en-US"/>
              <a:t>段階の工程や説明の順序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8</a:t>
            </a:r>
            <a:r>
              <a:rPr kumimoji="1" lang="ja-JP" altLang="en-US"/>
              <a:t>文字以内。本文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7280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親から子へ広がる</a:t>
            </a:r>
            <a:r>
              <a:rPr kumimoji="1" lang="en-US" altLang="ja-JP"/>
              <a:t>SmartArt</a:t>
            </a:r>
            <a:r>
              <a:rPr kumimoji="1" lang="ja-JP" altLang="en-US"/>
              <a:t>階層図を中央に置く
用途</a:t>
            </a:r>
            <a:r>
              <a:rPr kumimoji="1" lang="en-US" altLang="ja-JP"/>
              <a:t>: </a:t>
            </a:r>
            <a:r>
              <a:rPr kumimoji="1" lang="ja-JP" altLang="en-US"/>
              <a:t>分類や全体と部分の関係を示す
注意</a:t>
            </a:r>
            <a:r>
              <a:rPr kumimoji="1" lang="en-US" altLang="ja-JP"/>
              <a:t>: </a:t>
            </a:r>
            <a:r>
              <a:rPr kumimoji="1" lang="ja-JP" altLang="en-US"/>
              <a:t>親子関係を変えない。全項目を同じ階層に平坦化しない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文字。詳しい説明はノート。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5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0858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左に循環</a:t>
            </a:r>
            <a:r>
              <a:rPr kumimoji="1" lang="en-US" altLang="ja-JP"/>
              <a:t>SmartArt</a:t>
            </a:r>
            <a:r>
              <a:rPr kumimoji="1" lang="ja-JP" altLang="en-US"/>
              <a:t>、右に短い説明
用途</a:t>
            </a:r>
            <a:r>
              <a:rPr kumimoji="1" lang="en-US" altLang="ja-JP"/>
              <a:t>: </a:t>
            </a:r>
            <a:r>
              <a:rPr kumimoji="1" lang="ja-JP" altLang="en-US"/>
              <a:t>繰り返しや循環の関係を示す
注意</a:t>
            </a:r>
            <a:r>
              <a:rPr kumimoji="1" lang="en-US" altLang="ja-JP"/>
              <a:t>: </a:t>
            </a:r>
            <a:r>
              <a:rPr kumimoji="1" lang="ja-JP" altLang="en-US"/>
              <a:t>最終段階から最初へ戻る関係が必要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8</a:t>
            </a:r>
            <a:r>
              <a:rPr kumimoji="1" lang="ja-JP" altLang="en-US"/>
              <a:t>文字。本文</a:t>
            </a:r>
            <a:r>
              <a:rPr kumimoji="1" lang="en-US" altLang="ja-JP"/>
              <a:t>70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609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横軸の上に時点、下に出来事を置く
用途</a:t>
            </a:r>
            <a:r>
              <a:rPr kumimoji="1" lang="en-US" altLang="ja-JP"/>
              <a:t>: </a:t>
            </a:r>
            <a:r>
              <a:rPr kumimoji="1" lang="ja-JP" altLang="en-US"/>
              <a:t>時点ごとの出来事や段階を示す
注意</a:t>
            </a:r>
            <a:r>
              <a:rPr kumimoji="1" lang="en-US" altLang="ja-JP"/>
              <a:t>: </a:t>
            </a:r>
            <a:r>
              <a:rPr kumimoji="1" lang="ja-JP" altLang="en-US"/>
              <a:t>実際の時点をラベルに記載。距離は期間の長さを表さない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</a:t>
            </a:r>
            <a:r>
              <a:rPr kumimoji="1" lang="en-US" altLang="ja-JP"/>
              <a:t>2023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2024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2025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2026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1046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左に大きな概念・数式、右に具体例や説明
用途</a:t>
            </a:r>
            <a:r>
              <a:rPr kumimoji="1" lang="en-US" altLang="ja-JP"/>
              <a:t>: </a:t>
            </a:r>
            <a:r>
              <a:rPr kumimoji="1" lang="ja-JP" altLang="en-US"/>
              <a:t>概念、数式、具体例を読みやすく示す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7447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項目名と説明を縦に並べ、細い線で区切る
用途</a:t>
            </a:r>
            <a:r>
              <a:rPr kumimoji="1" lang="en-US" altLang="ja-JP"/>
              <a:t>: </a:t>
            </a:r>
            <a:r>
              <a:rPr kumimoji="1" lang="ja-JP" altLang="en-US"/>
              <a:t>要点と必要な説明を整理する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230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本文領域の横幅いっぱいを表に使う
用途</a:t>
            </a:r>
            <a:r>
              <a:rPr kumimoji="1" lang="en-US" altLang="ja-JP"/>
              <a:t>: </a:t>
            </a:r>
            <a:r>
              <a:rPr kumimoji="1" lang="ja-JP" altLang="en-US"/>
              <a:t>列の多い比較表を全面に配置。数値と単位を省かない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列名</a:t>
            </a:r>
            <a:r>
              <a:rPr kumimoji="1" lang="en-US" altLang="ja-JP"/>
              <a:t>14</a:t>
            </a:r>
            <a:r>
              <a:rPr kumimoji="1" lang="ja-JP" altLang="en-US"/>
              <a:t>文字、セル</a:t>
            </a:r>
            <a:r>
              <a:rPr kumimoji="1" lang="en-US" altLang="ja-JP"/>
              <a:t>24</a:t>
            </a:r>
            <a:r>
              <a:rPr kumimoji="1" lang="ja-JP" altLang="en-US"/>
              <a:t>文字程度。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539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上に結論、下に横幅いっぱいの表
用途</a:t>
            </a:r>
            <a:r>
              <a:rPr kumimoji="1" lang="en-US" altLang="ja-JP"/>
              <a:t>: </a:t>
            </a:r>
            <a:r>
              <a:rPr kumimoji="1" lang="ja-JP" altLang="en-US"/>
              <a:t>短い読み取りを上段、根拠の表を下段に配置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要旨</a:t>
            </a:r>
            <a:r>
              <a:rPr kumimoji="1" lang="en-US" altLang="ja-JP"/>
              <a:t>38</a:t>
            </a:r>
            <a:r>
              <a:rPr kumimoji="1" lang="ja-JP" altLang="en-US"/>
              <a:t>文字。列名</a:t>
            </a:r>
            <a:r>
              <a:rPr kumimoji="1" lang="en-US" altLang="ja-JP"/>
              <a:t>12</a:t>
            </a:r>
            <a:r>
              <a:rPr kumimoji="1" lang="ja-JP" altLang="en-US"/>
              <a:t>文字、セル</a:t>
            </a:r>
            <a:r>
              <a:rPr kumimoji="1" lang="en-US" altLang="ja-JP"/>
              <a:t>20</a:t>
            </a:r>
            <a:r>
              <a:rPr kumimoji="1" lang="ja-JP" altLang="en-US"/>
              <a:t>文字程度。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821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1</a:t>
            </a:r>
            <a:r>
              <a:rPr kumimoji="1" lang="ja-JP" altLang="en-US"/>
              <a:t>対象を</a:t>
            </a:r>
            <a:r>
              <a:rPr kumimoji="1" lang="en-US" altLang="ja-JP"/>
              <a:t>1</a:t>
            </a:r>
            <a:r>
              <a:rPr kumimoji="1" lang="ja-JP" altLang="en-US"/>
              <a:t>本の横帯とし、帯の中で列をそろえる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表の各行を横の帯に展開。</a:t>
            </a:r>
            <a:r>
              <a:rPr kumimoji="1" lang="en-US" altLang="ja-JP"/>
              <a:t>2〜3</a:t>
            </a:r>
            <a:r>
              <a:rPr kumimoji="1" lang="ja-JP" altLang="en-US"/>
              <a:t>対象の特徴・条件の比較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表は</a:t>
            </a:r>
            <a:r>
              <a:rPr kumimoji="1" lang="en-US" altLang="ja-JP"/>
              <a:t>3</a:t>
            </a:r>
            <a:r>
              <a:rPr kumimoji="1" lang="ja-JP" altLang="en-US"/>
              <a:t>データ行まで。対象名</a:t>
            </a:r>
            <a:r>
              <a:rPr kumimoji="1" lang="en-US" altLang="ja-JP"/>
              <a:t>12</a:t>
            </a:r>
            <a:r>
              <a:rPr kumimoji="1" lang="ja-JP" altLang="en-US"/>
              <a:t>文字、セル</a:t>
            </a:r>
            <a:r>
              <a:rPr kumimoji="1" lang="en-US" altLang="ja-JP"/>
              <a:t>22</a:t>
            </a:r>
            <a:r>
              <a:rPr kumimoji="1" lang="ja-JP" altLang="en-US"/>
              <a:t>文字程度。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415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上に項目番号、中央に項目名、下に説明を横並びにする
用途</a:t>
            </a:r>
            <a:r>
              <a:rPr kumimoji="1" lang="en-US" altLang="ja-JP"/>
              <a:t>: </a:t>
            </a:r>
            <a:r>
              <a:rPr kumimoji="1" lang="ja-JP" altLang="en-US"/>
              <a:t>順序のない</a:t>
            </a:r>
            <a:r>
              <a:rPr kumimoji="1" lang="en-US" altLang="ja-JP"/>
              <a:t>3〜4</a:t>
            </a:r>
            <a:r>
              <a:rPr kumimoji="1" lang="ja-JP" altLang="en-US"/>
              <a:t>の要点を横に並べる。最後のまとめや方針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42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499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本文領域を</a:t>
            </a:r>
            <a:r>
              <a:rPr kumimoji="1" lang="en-US" altLang="ja-JP"/>
              <a:t>2×2</a:t>
            </a:r>
            <a:r>
              <a:rPr kumimoji="1" lang="ja-JP" altLang="en-US"/>
              <a:t>に分けて観点を配置する
用途</a:t>
            </a:r>
            <a:r>
              <a:rPr kumimoji="1" lang="en-US" altLang="ja-JP"/>
              <a:t>: 4</a:t>
            </a:r>
            <a:r>
              <a:rPr kumimoji="1" lang="ja-JP" altLang="en-US"/>
              <a:t>つの独立した観点や分類を</a:t>
            </a:r>
            <a:r>
              <a:rPr kumimoji="1" lang="en-US" altLang="ja-JP"/>
              <a:t>2×2</a:t>
            </a:r>
            <a:r>
              <a:rPr kumimoji="1" lang="ja-JP" altLang="en-US"/>
              <a:t>で整理。項目間に因果や順位を作らない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50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87462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上位を狭い上段、具体的な下位を広い下段に置く
用途</a:t>
            </a:r>
            <a:r>
              <a:rPr kumimoji="1" lang="en-US" altLang="ja-JP"/>
              <a:t>: </a:t>
            </a:r>
            <a:r>
              <a:rPr kumimoji="1" lang="ja-JP" altLang="en-US"/>
              <a:t>上位概念・中位・具体例の階層。重要度の順位が明示された場合にも使う
注意</a:t>
            </a:r>
            <a:r>
              <a:rPr kumimoji="1" lang="en-US" altLang="ja-JP"/>
              <a:t>: </a:t>
            </a:r>
            <a:r>
              <a:rPr kumimoji="1" lang="ja-JP" altLang="en-US"/>
              <a:t>上位と下位が説明できない分類には使わない。幅は数量ではない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上段の項目名</a:t>
            </a:r>
            <a:r>
              <a:rPr kumimoji="1" lang="en-US" altLang="ja-JP"/>
              <a:t>8</a:t>
            </a:r>
            <a:r>
              <a:rPr kumimoji="1" lang="ja-JP" altLang="en-US"/>
              <a:t>文字、各説明</a:t>
            </a:r>
            <a:r>
              <a:rPr kumimoji="1" lang="en-US" altLang="ja-JP"/>
              <a:t>12</a:t>
            </a:r>
            <a:r>
              <a:rPr kumimoji="1" lang="ja-JP" altLang="en-US"/>
              <a:t>文字。項目は上段から。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
</a:t>
            </a:r>
            <a:r>
              <a:rPr kumimoji="1" lang="ja-JP" altLang="en-US"/>
              <a:t>項目</a:t>
            </a:r>
            <a:r>
              <a:rPr kumimoji="1" lang="en-US" altLang="ja-JP"/>
              <a:t>2
</a:t>
            </a:r>
            <a:r>
              <a:rPr kumimoji="1" lang="ja-JP" altLang="en-US"/>
              <a:t>項目</a:t>
            </a:r>
            <a:r>
              <a:rPr kumimoji="1" lang="en-US" altLang="ja-JP"/>
              <a:t>3
</a:t>
            </a:r>
            <a:r>
              <a:rPr kumimoji="1" lang="ja-JP" altLang="en-US"/>
              <a:t>項目</a:t>
            </a:r>
            <a:r>
              <a:rPr kumimoji="1" lang="en-US" altLang="ja-JP"/>
              <a:t>4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8579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左の帯を段階ごとに狭め、右に条件を添える
用途</a:t>
            </a:r>
            <a:r>
              <a:rPr kumimoji="1" lang="en-US" altLang="ja-JP"/>
              <a:t>: </a:t>
            </a:r>
            <a:r>
              <a:rPr kumimoji="1" lang="ja-JP" altLang="en-US"/>
              <a:t>候補から条件を通して絞る段階。数値の面積比較には使わない
注意</a:t>
            </a:r>
            <a:r>
              <a:rPr kumimoji="1" lang="en-US" altLang="ja-JP"/>
              <a:t>: </a:t>
            </a:r>
            <a:r>
              <a:rPr kumimoji="1" lang="ja-JP" altLang="en-US"/>
              <a:t>絞り込みがない情報に使わない。幅は数量ではない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文字。上流から並べる。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51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中央に概念、四隅に関連する要素
用途</a:t>
            </a:r>
            <a:r>
              <a:rPr kumimoji="1" lang="en-US" altLang="ja-JP"/>
              <a:t>: </a:t>
            </a:r>
            <a:r>
              <a:rPr kumimoji="1" lang="ja-JP" altLang="en-US"/>
              <a:t>中心の概念と</a:t>
            </a:r>
            <a:r>
              <a:rPr kumimoji="1" lang="en-US" altLang="ja-JP"/>
              <a:t>4</a:t>
            </a:r>
            <a:r>
              <a:rPr kumimoji="1" lang="ja-JP" altLang="en-US"/>
              <a:t>つまでの関連要素。循環や上下関係を意味しない
注意</a:t>
            </a:r>
            <a:r>
              <a:rPr kumimoji="1" lang="en-US" altLang="ja-JP"/>
              <a:t>: </a:t>
            </a:r>
            <a:r>
              <a:rPr kumimoji="1" lang="ja-JP" altLang="en-US"/>
              <a:t>周辺要素の因果や順位を示すものではない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中心の要旨</a:t>
            </a:r>
            <a:r>
              <a:rPr kumimoji="1" lang="en-US" altLang="ja-JP"/>
              <a:t>12</a:t>
            </a:r>
            <a:r>
              <a:rPr kumimoji="1" lang="ja-JP" altLang="en-US"/>
              <a:t>文字、項目名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28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中心の問い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2725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左の縦軸に番号、右に手順と説明
用途</a:t>
            </a:r>
            <a:r>
              <a:rPr kumimoji="1" lang="en-US" altLang="ja-JP"/>
              <a:t>: </a:t>
            </a:r>
            <a:r>
              <a:rPr kumimoji="1" lang="ja-JP" altLang="en-US"/>
              <a:t>説明の長い手順を縦方向に並べる。順序がある情報に使う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55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22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指標名・大きな値・条件を縦組みで横に並べる
用途</a:t>
            </a:r>
            <a:r>
              <a:rPr kumimoji="1" lang="en-US" altLang="ja-JP"/>
              <a:t>: 3〜4</a:t>
            </a:r>
            <a:r>
              <a:rPr kumimoji="1" lang="ja-JP" altLang="en-US"/>
              <a:t>個の重要な数値と単位を大きく表示。出典と比較条件を残す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値は単位付き</a:t>
            </a:r>
            <a:r>
              <a:rPr kumimoji="1" lang="en-US" altLang="ja-JP"/>
              <a:t>12</a:t>
            </a:r>
            <a:r>
              <a:rPr kumimoji="1" lang="ja-JP" altLang="en-US"/>
              <a:t>文字、項目名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8403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変更前と変更後を左右に置き、中央に矢印
用途</a:t>
            </a:r>
            <a:r>
              <a:rPr kumimoji="1" lang="en-US" altLang="ja-JP"/>
              <a:t>: </a:t>
            </a:r>
            <a:r>
              <a:rPr kumimoji="1" lang="ja-JP" altLang="en-US"/>
              <a:t>同じ対象の変更前と変更後を対置する。異なる</a:t>
            </a:r>
            <a:r>
              <a:rPr kumimoji="1" lang="en-US" altLang="ja-JP"/>
              <a:t>2</a:t>
            </a:r>
            <a:r>
              <a:rPr kumimoji="1" lang="ja-JP" altLang="en-US"/>
              <a:t>社の比較には使わない
注意</a:t>
            </a:r>
            <a:r>
              <a:rPr kumimoji="1" lang="en-US" altLang="ja-JP"/>
              <a:t>: </a:t>
            </a:r>
            <a:r>
              <a:rPr kumimoji="1" lang="ja-JP" altLang="en-US"/>
              <a:t>無関係な</a:t>
            </a:r>
            <a:r>
              <a:rPr kumimoji="1" lang="en-US" altLang="ja-JP"/>
              <a:t>2</a:t>
            </a:r>
            <a:r>
              <a:rPr kumimoji="1" lang="ja-JP" altLang="en-US"/>
              <a:t>対象の比較には使わない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100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28498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左に大きな結論、右に根拠や次の行動を縦に配置
用途</a:t>
            </a:r>
            <a:r>
              <a:rPr kumimoji="1" lang="en-US" altLang="ja-JP"/>
              <a:t>: </a:t>
            </a:r>
            <a:r>
              <a:rPr kumimoji="1" lang="ja-JP" altLang="en-US"/>
              <a:t>大きな結論とそれを受けた最大</a:t>
            </a:r>
            <a:r>
              <a:rPr kumimoji="1" lang="en-US" altLang="ja-JP"/>
              <a:t>3</a:t>
            </a:r>
            <a:r>
              <a:rPr kumimoji="1" lang="ja-JP" altLang="en-US"/>
              <a:t>つの要点・提案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要旨</a:t>
            </a:r>
            <a:r>
              <a:rPr kumimoji="1" lang="en-US" altLang="ja-JP"/>
              <a:t>45</a:t>
            </a:r>
            <a:r>
              <a:rPr kumimoji="1" lang="ja-JP" altLang="en-US"/>
              <a:t>文字、項目名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35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899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SmartArt</a:t>
            </a:r>
            <a:r>
              <a:rPr kumimoji="1" lang="ja-JP" altLang="en-US"/>
              <a:t>の縦方向ボックスに項目を並べる
用途</a:t>
            </a:r>
            <a:r>
              <a:rPr kumimoji="1" lang="en-US" altLang="ja-JP"/>
              <a:t>: </a:t>
            </a:r>
            <a:r>
              <a:rPr kumimoji="1" lang="ja-JP" altLang="en-US"/>
              <a:t>関連項目を</a:t>
            </a:r>
            <a:r>
              <a:rPr kumimoji="1" lang="en-US" altLang="ja-JP"/>
              <a:t>SmartArt</a:t>
            </a:r>
            <a:r>
              <a:rPr kumimoji="1" lang="ja-JP" altLang="en-US"/>
              <a:t>のブロック一覧で整理する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12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70447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上部の広い要旨と、下部の</a:t>
            </a:r>
            <a:r>
              <a:rPr kumimoji="1" lang="en-US" altLang="ja-JP"/>
              <a:t>2〜4</a:t>
            </a:r>
            <a:r>
              <a:rPr kumimoji="1" lang="ja-JP" altLang="en-US"/>
              <a:t>列の説明
用途</a:t>
            </a:r>
            <a:r>
              <a:rPr kumimoji="1" lang="en-US" altLang="ja-JP"/>
              <a:t>: </a:t>
            </a:r>
            <a:r>
              <a:rPr kumimoji="1" lang="ja-JP" altLang="en-US"/>
              <a:t>大きな主張を複数の観点で説明するとき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79239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各行の左に題名、右に説明。交互に背景を敷く
用途</a:t>
            </a:r>
            <a:r>
              <a:rPr kumimoji="1" lang="en-US" altLang="ja-JP"/>
              <a:t>: </a:t>
            </a:r>
            <a:r>
              <a:rPr kumimoji="1" lang="ja-JP" altLang="en-US"/>
              <a:t>文章の長さが違う要点を読み比べるとき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9129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</a:t>
            </a:r>
            <a:r>
              <a:rPr kumimoji="1" lang="ja-JP" altLang="en-US"/>
              <a:t>列の格子。左の小さな番号と、右の見出し・説明
用途</a:t>
            </a:r>
            <a:r>
              <a:rPr kumimoji="1" lang="en-US" altLang="ja-JP"/>
              <a:t>: 4〜6</a:t>
            </a:r>
            <a:r>
              <a:rPr kumimoji="1" lang="ja-JP" altLang="en-US"/>
              <a:t>の独立した要点や確認観点を一覧にするとき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6</a:t>
            </a:r>
            <a:r>
              <a:rPr kumimoji="1" lang="ja-JP" altLang="en-US"/>
              <a:t>項目なら項目名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文字。番号は参照用で順位ではない。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25711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奇数列は上寄せ、偶数列は下寄せにした</a:t>
            </a:r>
            <a:r>
              <a:rPr kumimoji="1" lang="en-US" altLang="ja-JP"/>
              <a:t>3〜4</a:t>
            </a:r>
            <a:r>
              <a:rPr kumimoji="1" lang="ja-JP" altLang="en-US"/>
              <a:t>列
用途</a:t>
            </a:r>
            <a:r>
              <a:rPr kumimoji="1" lang="en-US" altLang="ja-JP"/>
              <a:t>: </a:t>
            </a:r>
            <a:r>
              <a:rPr kumimoji="1" lang="ja-JP" altLang="en-US"/>
              <a:t>短い独立した考えをリズムをつけて提示するとき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3296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上半分に中央揃えの結論、下半分に横並びの根拠
用途</a:t>
            </a:r>
            <a:r>
              <a:rPr kumimoji="1" lang="en-US" altLang="ja-JP"/>
              <a:t>: </a:t>
            </a:r>
            <a:r>
              <a:rPr kumimoji="1" lang="ja-JP" altLang="en-US"/>
              <a:t>一つの結論と複数の独立した根拠を伝えるとき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71157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上に観点を並べ、下の全幅の帯に結論を置く
用途</a:t>
            </a:r>
            <a:r>
              <a:rPr kumimoji="1" lang="en-US" altLang="ja-JP"/>
              <a:t>: </a:t>
            </a:r>
            <a:r>
              <a:rPr kumimoji="1" lang="ja-JP" altLang="en-US"/>
              <a:t>根拠を見た後に結論を読んでもらうとき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57972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左に細い主張欄、右の広い領域に説明を縦積み
用途</a:t>
            </a:r>
            <a:r>
              <a:rPr kumimoji="1" lang="en-US" altLang="ja-JP"/>
              <a:t>: </a:t>
            </a:r>
            <a:r>
              <a:rPr kumimoji="1" lang="ja-JP" altLang="en-US"/>
              <a:t>結論を見失わずに補足説明を読みたいとき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9240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細い罫線だけの一覧。左の短い見出しと右の広い文章欄
用途</a:t>
            </a:r>
            <a:r>
              <a:rPr kumimoji="1" lang="en-US" altLang="ja-JP"/>
              <a:t>: </a:t>
            </a:r>
            <a:r>
              <a:rPr kumimoji="1" lang="ja-JP" altLang="en-US"/>
              <a:t>読む資料で条件や補足も載せたいとき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65</a:t>
            </a:r>
            <a:r>
              <a:rPr kumimoji="1" lang="ja-JP" altLang="en-US"/>
              <a:t>文字を目安。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8AEE1-74E6-49A9-8E02-290DC69FC916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181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6D8F8B-A939-5AB9-E455-40D7E32CD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D58D2F6-1AAE-5AF2-CBB9-EE6370EB5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F54B84-CC99-028D-B2A8-DBCD82A08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A1B8D5-6E33-401B-3519-B7CA9E9F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6BE4BB-1760-EDEC-9E15-EC3EEDF44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8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F7E5D1-D0A2-4716-B30C-22AA2E1D7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4277BB-3FA1-BF09-4312-326259F20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59337B-215D-F617-4231-2E3B13EFC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9C9568-6ED7-FC45-E70B-74C0E4C7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62BE12-0325-A8A1-219D-02AB0795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228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02C07A-7BE8-68F2-F99A-3213CDA82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307AF8-3A5A-FBB7-65F1-0C31B7BE4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C2A480-6CCE-860A-75B3-DDA722B9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FBC0EA-5096-F2CB-8AB3-1FBDDC57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7E18CF-57A1-6002-7F34-75FC515F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510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F75F9C-D3A9-45E2-3ECC-0879BA775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570686-3032-0B35-1C61-81A183BEA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751691-C7FA-313E-6FFB-32E89FBC2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00CEE4-E24D-31D6-447B-36875093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B398E-7D79-67C4-F423-CEE205CEA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23AFE4-D5BB-27A6-E269-E08F9BB5E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398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59D7A0-DDCC-8160-B9C9-841D4F19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D96B08-9B76-AE9F-54BE-A3B899797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B4108A-2D6F-72B8-96FB-6C4675B39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D14DB08-BA13-C209-7462-E323D4109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104700-64C2-32CA-11F9-DE7E68E5F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E797660-2F0E-40D9-A804-3EBFEC614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42F054-4832-8BF2-BF34-83CFE81A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0CCED01-B5EC-6233-3B00-B1B591F6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486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C031BC-D6B3-6050-41A9-23190EF5F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6855CBC-25C2-A811-C38F-B23F26AE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0DD145-D130-3CC3-C38B-FCE31501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64BC4E-AF4E-0A96-9C0E-9B77205F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1981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1C80EFE-2EAC-4315-B7BC-999120F44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90B4A50-ED75-5829-B505-2C3E9F967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1C45B7-759E-F817-3537-7A04C210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974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937E02-BFAA-3FE4-7AC1-D7013E3F7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1BCAF3-E818-EDEF-A433-341BEC382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79B550-05FC-7507-5ADD-7BE6F80D5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4EFD5E-2E61-1256-498C-94B4EC15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7238BD-C584-2CAC-A076-6BBABCD2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8E1A30-17C4-138F-D5AD-EF3D9B77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889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2E54-2439-53CD-6742-22E44055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0B3B246-CD29-C338-287C-1F134D5E8B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C90E95-C221-F44A-4A3D-7BEADC887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1A7FD0-8CA7-61F5-6916-3581EBDF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7F0787-1D9B-AFFF-3442-78C1E259C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CBBA97-17D5-763E-2576-568FA59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741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7F9A97-A107-96E3-E513-9A2DBC36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BD2D0F-3113-26AF-D92A-DD9043120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6EAFCC-FBC8-0E3F-8568-D75885EB5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4E5963-4218-C9D4-9D5D-3E47B5C8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A59131-5020-7161-11BE-BB95AAEA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00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1E16D7-5E3C-177D-5446-7579001F6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82C226-E6D3-F9C3-8A50-19B743552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2A0FAD-3568-08A2-CE74-5DB74FA8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D97B83-2AA4-2FAC-C2D4-890AE17AB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012477-D8E9-9F82-F528-28AFC179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20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5DABF4D-63A3-1415-079B-9FBB0A28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4FE27E-C893-1891-AB99-6F66DFD8F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B08E0E-E1A5-1AB1-B075-4DB0F49D7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936DD-3816-43E0-8CB4-EE22629879FF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5BDD3C-4856-5217-D135-A599D6044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36D390-D3CF-20D4-0B51-16E273E6B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7017B-60EC-4875-ACA6-BAEBA0833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0923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2E1DF0-C279-FE67-F746-BE72894D30CB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086A6E3-35CE-CB33-A7E7-299472FD804B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450951-D82F-1485-AA02-ED21A23F5417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構図カタログ </a:t>
            </a:r>
            <a:r>
              <a:rPr kumimoji="1" lang="en-US" altLang="ja-JP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4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3D128C6-A344-3232-AF1F-0859B218A501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構図の見本 </a:t>
            </a:r>
            <a:r>
              <a:rPr kumimoji="1" lang="en-US" altLang="ja-JP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/ AI</a:t>
            </a:r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未使用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D824D1D-1702-9B23-5D9D-DC8E21A877F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CB21D4-B6AB-1FE1-8985-430820DCF57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6903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212C9B-AB2A-00CA-5ED2-8C9D584E77D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2E7086-76AE-C7BE-1A7D-AB9E29A7950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主張と根拠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78B54B4-CB25-DBF9-5208-9F253A249F4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8DC2B9F-68ED-119A-EE34-9A94595CE9C2}"/>
              </a:ext>
            </a:extLst>
          </p:cNvPr>
          <p:cNvSpPr/>
          <p:nvPr/>
        </p:nvSpPr>
        <p:spPr>
          <a:xfrm>
            <a:off x="685800" y="2057400"/>
            <a:ext cx="7289800" cy="9271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5854625-86CB-DED3-6AF3-E8D6B087658B}"/>
              </a:ext>
            </a:extLst>
          </p:cNvPr>
          <p:cNvSpPr txBox="1"/>
          <p:nvPr/>
        </p:nvSpPr>
        <p:spPr>
          <a:xfrm>
            <a:off x="812800" y="21717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44C62B-CCE8-4C7F-BD96-6C6C44D2956C}"/>
              </a:ext>
            </a:extLst>
          </p:cNvPr>
          <p:cNvSpPr txBox="1"/>
          <p:nvPr/>
        </p:nvSpPr>
        <p:spPr>
          <a:xfrm>
            <a:off x="3242733" y="21717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D2F558B-4662-BD4B-8CDA-18EEB2EA2A24}"/>
              </a:ext>
            </a:extLst>
          </p:cNvPr>
          <p:cNvSpPr txBox="1"/>
          <p:nvPr/>
        </p:nvSpPr>
        <p:spPr>
          <a:xfrm>
            <a:off x="5672667" y="21717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5B334BA-EB83-6372-546A-6BB5A3571CE5}"/>
              </a:ext>
            </a:extLst>
          </p:cNvPr>
          <p:cNvCxnSpPr/>
          <p:nvPr/>
        </p:nvCxnSpPr>
        <p:spPr>
          <a:xfrm>
            <a:off x="685800" y="3911600"/>
            <a:ext cx="7289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6B08805-DDA7-0DEC-C738-791FE14C1C9C}"/>
              </a:ext>
            </a:extLst>
          </p:cNvPr>
          <p:cNvSpPr txBox="1"/>
          <p:nvPr/>
        </p:nvSpPr>
        <p:spPr>
          <a:xfrm>
            <a:off x="812800" y="30988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A3D4F56-7152-CDA8-9E1B-85F0B9BB8CFE}"/>
              </a:ext>
            </a:extLst>
          </p:cNvPr>
          <p:cNvSpPr txBox="1"/>
          <p:nvPr/>
        </p:nvSpPr>
        <p:spPr>
          <a:xfrm>
            <a:off x="3242733" y="30988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9053E99-9394-4EE2-377C-01117EFFC4FC}"/>
              </a:ext>
            </a:extLst>
          </p:cNvPr>
          <p:cNvSpPr txBox="1"/>
          <p:nvPr/>
        </p:nvSpPr>
        <p:spPr>
          <a:xfrm>
            <a:off x="5672667" y="30988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AD8E243-B8C7-C64C-35F2-8752C5189C05}"/>
              </a:ext>
            </a:extLst>
          </p:cNvPr>
          <p:cNvSpPr/>
          <p:nvPr/>
        </p:nvSpPr>
        <p:spPr>
          <a:xfrm>
            <a:off x="685800" y="3911600"/>
            <a:ext cx="7289800" cy="9271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F049115-391E-09D8-7D8A-384FFEB44A68}"/>
              </a:ext>
            </a:extLst>
          </p:cNvPr>
          <p:cNvCxnSpPr/>
          <p:nvPr/>
        </p:nvCxnSpPr>
        <p:spPr>
          <a:xfrm>
            <a:off x="685800" y="4838700"/>
            <a:ext cx="7289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D7024DD-5B5E-2640-B8A2-662466BB2D84}"/>
              </a:ext>
            </a:extLst>
          </p:cNvPr>
          <p:cNvSpPr txBox="1"/>
          <p:nvPr/>
        </p:nvSpPr>
        <p:spPr>
          <a:xfrm>
            <a:off x="812800" y="40259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70D779B-756C-324F-DC8E-C5AC530FABCF}"/>
              </a:ext>
            </a:extLst>
          </p:cNvPr>
          <p:cNvSpPr txBox="1"/>
          <p:nvPr/>
        </p:nvSpPr>
        <p:spPr>
          <a:xfrm>
            <a:off x="3242733" y="40259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A3E1887-A4D1-58E4-8B15-D485234CA1DD}"/>
              </a:ext>
            </a:extLst>
          </p:cNvPr>
          <p:cNvSpPr txBox="1"/>
          <p:nvPr/>
        </p:nvSpPr>
        <p:spPr>
          <a:xfrm>
            <a:off x="5672667" y="40259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AEB243D-3AD4-F564-DF29-6BE1D3BBCC9F}"/>
              </a:ext>
            </a:extLst>
          </p:cNvPr>
          <p:cNvCxnSpPr/>
          <p:nvPr/>
        </p:nvCxnSpPr>
        <p:spPr>
          <a:xfrm>
            <a:off x="685800" y="5765800"/>
            <a:ext cx="7289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A7040EB-F88D-1E85-EF25-89AB636EE414}"/>
              </a:ext>
            </a:extLst>
          </p:cNvPr>
          <p:cNvSpPr txBox="1"/>
          <p:nvPr/>
        </p:nvSpPr>
        <p:spPr>
          <a:xfrm>
            <a:off x="812800" y="49530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F35C58A-71E6-8270-B96F-F687A59D681A}"/>
              </a:ext>
            </a:extLst>
          </p:cNvPr>
          <p:cNvSpPr txBox="1"/>
          <p:nvPr/>
        </p:nvSpPr>
        <p:spPr>
          <a:xfrm>
            <a:off x="3242733" y="49530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D879F8B-BE5F-2ED4-6AF5-7221EA573EC0}"/>
              </a:ext>
            </a:extLst>
          </p:cNvPr>
          <p:cNvSpPr txBox="1"/>
          <p:nvPr/>
        </p:nvSpPr>
        <p:spPr>
          <a:xfrm>
            <a:off x="5672667" y="49530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A0D214D-077C-5F5A-9FBD-BE70F5A39975}"/>
              </a:ext>
            </a:extLst>
          </p:cNvPr>
          <p:cNvSpPr/>
          <p:nvPr/>
        </p:nvSpPr>
        <p:spPr>
          <a:xfrm>
            <a:off x="8394700" y="1993900"/>
            <a:ext cx="38100" cy="3670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2B5B33C-E3CC-24E1-45C6-DE37167B3536}"/>
              </a:ext>
            </a:extLst>
          </p:cNvPr>
          <p:cNvSpPr txBox="1"/>
          <p:nvPr/>
        </p:nvSpPr>
        <p:spPr>
          <a:xfrm>
            <a:off x="8699500" y="2006600"/>
            <a:ext cx="2768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93D4FB8-C32B-6BFA-26C0-876FA3729600}"/>
              </a:ext>
            </a:extLst>
          </p:cNvPr>
          <p:cNvSpPr txBox="1"/>
          <p:nvPr/>
        </p:nvSpPr>
        <p:spPr>
          <a:xfrm>
            <a:off x="8699500" y="2451100"/>
            <a:ext cx="27686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09C541DB-5542-60E5-E3E8-2B6F640E2410}"/>
              </a:ext>
            </a:extLst>
          </p:cNvPr>
          <p:cNvCxnSpPr/>
          <p:nvPr/>
        </p:nvCxnSpPr>
        <p:spPr>
          <a:xfrm>
            <a:off x="8699500" y="3086100"/>
            <a:ext cx="2768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D60CFFF-D1BC-30DC-FC4B-3B923CF0855F}"/>
              </a:ext>
            </a:extLst>
          </p:cNvPr>
          <p:cNvSpPr txBox="1"/>
          <p:nvPr/>
        </p:nvSpPr>
        <p:spPr>
          <a:xfrm>
            <a:off x="8699500" y="3238500"/>
            <a:ext cx="2768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FBCC22B-040A-39FD-3338-8831FCAB8B05}"/>
              </a:ext>
            </a:extLst>
          </p:cNvPr>
          <p:cNvSpPr txBox="1"/>
          <p:nvPr/>
        </p:nvSpPr>
        <p:spPr>
          <a:xfrm>
            <a:off x="8699500" y="3683000"/>
            <a:ext cx="27686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605DC576-3E9B-0AF8-81A9-BBED049C2FAD}"/>
              </a:ext>
            </a:extLst>
          </p:cNvPr>
          <p:cNvCxnSpPr/>
          <p:nvPr/>
        </p:nvCxnSpPr>
        <p:spPr>
          <a:xfrm>
            <a:off x="8699500" y="4318000"/>
            <a:ext cx="2768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CCD90FD-32CD-A703-5BDE-89372B976EBC}"/>
              </a:ext>
            </a:extLst>
          </p:cNvPr>
          <p:cNvSpPr txBox="1"/>
          <p:nvPr/>
        </p:nvSpPr>
        <p:spPr>
          <a:xfrm>
            <a:off x="8699500" y="4470400"/>
            <a:ext cx="2768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C574D95-DB5D-AB12-6A0F-9F254EC8BC3D}"/>
              </a:ext>
            </a:extLst>
          </p:cNvPr>
          <p:cNvSpPr txBox="1"/>
          <p:nvPr/>
        </p:nvSpPr>
        <p:spPr>
          <a:xfrm>
            <a:off x="8699500" y="4914900"/>
            <a:ext cx="27686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D4A3846-7626-74ED-A1C3-AB3069E9A7A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71A457B-8C62-91A2-6E8C-CE5F7C02FDC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3036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58B5EFE-AE84-2BE7-1068-339C3936DB4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5A3B24-73E0-F401-ABDB-F8BB32E4975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16366A9-F819-B931-1518-3C03F46B44C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073D2BD-2BE1-2EAC-9EA9-23B0440069F1}"/>
              </a:ext>
            </a:extLst>
          </p:cNvPr>
          <p:cNvSpPr/>
          <p:nvPr/>
        </p:nvSpPr>
        <p:spPr>
          <a:xfrm>
            <a:off x="711200" y="2032000"/>
            <a:ext cx="10769600" cy="93662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8BBDDE-F3BF-E81E-FA53-77FC881A2BBF}"/>
              </a:ext>
            </a:extLst>
          </p:cNvPr>
          <p:cNvSpPr txBox="1"/>
          <p:nvPr/>
        </p:nvSpPr>
        <p:spPr>
          <a:xfrm>
            <a:off x="838200" y="214630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DCBF94E-D3FE-5A59-8914-EF90A5CC5D38}"/>
              </a:ext>
            </a:extLst>
          </p:cNvPr>
          <p:cNvSpPr txBox="1"/>
          <p:nvPr/>
        </p:nvSpPr>
        <p:spPr>
          <a:xfrm>
            <a:off x="4428067" y="214630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C6D069D-22E7-4C44-1FFB-D458CF8F2C01}"/>
              </a:ext>
            </a:extLst>
          </p:cNvPr>
          <p:cNvSpPr txBox="1"/>
          <p:nvPr/>
        </p:nvSpPr>
        <p:spPr>
          <a:xfrm>
            <a:off x="8017933" y="214630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FA7619D-9ACE-D67F-555C-FD7FE41F3596}"/>
              </a:ext>
            </a:extLst>
          </p:cNvPr>
          <p:cNvCxnSpPr/>
          <p:nvPr/>
        </p:nvCxnSpPr>
        <p:spPr>
          <a:xfrm>
            <a:off x="711200" y="39052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3AC8792-4227-AA90-0A48-B5BBA08560FF}"/>
              </a:ext>
            </a:extLst>
          </p:cNvPr>
          <p:cNvSpPr txBox="1"/>
          <p:nvPr/>
        </p:nvSpPr>
        <p:spPr>
          <a:xfrm>
            <a:off x="838200" y="308292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3393BAA-7ED2-E13A-DF8E-7C919B5E14C7}"/>
              </a:ext>
            </a:extLst>
          </p:cNvPr>
          <p:cNvSpPr txBox="1"/>
          <p:nvPr/>
        </p:nvSpPr>
        <p:spPr>
          <a:xfrm>
            <a:off x="4428067" y="308292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3A834D8-4478-1EB5-B61C-D9A7643F8951}"/>
              </a:ext>
            </a:extLst>
          </p:cNvPr>
          <p:cNvSpPr txBox="1"/>
          <p:nvPr/>
        </p:nvSpPr>
        <p:spPr>
          <a:xfrm>
            <a:off x="8017933" y="308292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A8A672B-3683-FEC1-6A38-A043F514CDBE}"/>
              </a:ext>
            </a:extLst>
          </p:cNvPr>
          <p:cNvSpPr/>
          <p:nvPr/>
        </p:nvSpPr>
        <p:spPr>
          <a:xfrm>
            <a:off x="711200" y="3905250"/>
            <a:ext cx="10769600" cy="93662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AA7645E-C1F9-7F72-F6E3-AC851AE36103}"/>
              </a:ext>
            </a:extLst>
          </p:cNvPr>
          <p:cNvCxnSpPr/>
          <p:nvPr/>
        </p:nvCxnSpPr>
        <p:spPr>
          <a:xfrm>
            <a:off x="711200" y="4841875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C60134-8B35-FB48-62A7-83D20D4A17C5}"/>
              </a:ext>
            </a:extLst>
          </p:cNvPr>
          <p:cNvSpPr txBox="1"/>
          <p:nvPr/>
        </p:nvSpPr>
        <p:spPr>
          <a:xfrm>
            <a:off x="838200" y="401955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7E4A1F7-07C8-420F-ECA9-F3F0F1150FCA}"/>
              </a:ext>
            </a:extLst>
          </p:cNvPr>
          <p:cNvSpPr txBox="1"/>
          <p:nvPr/>
        </p:nvSpPr>
        <p:spPr>
          <a:xfrm>
            <a:off x="4428067" y="401955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E690205-967D-3F55-9838-09898E46D87A}"/>
              </a:ext>
            </a:extLst>
          </p:cNvPr>
          <p:cNvSpPr txBox="1"/>
          <p:nvPr/>
        </p:nvSpPr>
        <p:spPr>
          <a:xfrm>
            <a:off x="8017933" y="401955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61CBCBC-30C5-1C29-8E1D-FE8AFB1098A1}"/>
              </a:ext>
            </a:extLst>
          </p:cNvPr>
          <p:cNvCxnSpPr/>
          <p:nvPr/>
        </p:nvCxnSpPr>
        <p:spPr>
          <a:xfrm>
            <a:off x="711200" y="57785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828491-E455-7C37-652A-13F43553FC76}"/>
              </a:ext>
            </a:extLst>
          </p:cNvPr>
          <p:cNvSpPr txBox="1"/>
          <p:nvPr/>
        </p:nvSpPr>
        <p:spPr>
          <a:xfrm>
            <a:off x="838200" y="495617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EFB0C10-CDE5-4ABF-AAB1-68C1957B01DD}"/>
              </a:ext>
            </a:extLst>
          </p:cNvPr>
          <p:cNvSpPr txBox="1"/>
          <p:nvPr/>
        </p:nvSpPr>
        <p:spPr>
          <a:xfrm>
            <a:off x="4428067" y="495617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57058D4-6201-F743-7D39-AEE23834E87A}"/>
              </a:ext>
            </a:extLst>
          </p:cNvPr>
          <p:cNvSpPr txBox="1"/>
          <p:nvPr/>
        </p:nvSpPr>
        <p:spPr>
          <a:xfrm>
            <a:off x="8017933" y="495617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EE21F34-2446-6F2C-81BA-7AA805A4E09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63E6481-7762-6972-5559-39BE8D49DA4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0010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B79D793-A08A-0414-6D2D-A79FAADFDE5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673858-542F-5588-BCD6-8B3F8513141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手順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6FFE8C3-038D-016B-7035-4895268270E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B1194A8B-168E-7202-D7C9-D5528ADFB4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0922365"/>
              </p:ext>
            </p:extLst>
          </p:nvPr>
        </p:nvGraphicFramePr>
        <p:xfrm>
          <a:off x="711200" y="2108200"/>
          <a:ext cx="10769600" cy="2984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6F4909-EB9A-89D2-1A52-E5E1D07E0CFA}"/>
              </a:ext>
            </a:extLst>
          </p:cNvPr>
          <p:cNvSpPr txBox="1"/>
          <p:nvPr/>
        </p:nvSpPr>
        <p:spPr>
          <a:xfrm>
            <a:off x="736600" y="5397500"/>
            <a:ext cx="1071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同じ条件で情報を確かめます。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2A8AD5A-BE07-47EC-CC62-15F3D9EDCB8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2C7B3F-A8DB-754E-01FD-D56C4567A19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222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C4A7388-CF75-A254-DFC5-6A29854A345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10A611-BA19-2C7D-D128-866FF8E59AE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構造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81AD086-F228-AEF0-2FF3-28D60D1F01E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3F9D3F3B-993B-A15B-3807-D14B16D0AC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5565622"/>
              </p:ext>
            </p:extLst>
          </p:nvPr>
        </p:nvGraphicFramePr>
        <p:xfrm>
          <a:off x="711200" y="1866900"/>
          <a:ext cx="107696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5BEF457-F824-BF62-ADBF-6D6B3905B78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8DCF4B-0B88-36AD-C24C-03440AD8919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091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E56CC6-CEBC-2399-B511-8EDEB6594C0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548E80-906C-6153-D426-1D84FF8BB3A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循環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0002CA2-9391-E73E-6A8E-A8741C98B01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5C854D17-D0E5-C79E-F84C-45EBA6C42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9213203"/>
              </p:ext>
            </p:extLst>
          </p:nvPr>
        </p:nvGraphicFramePr>
        <p:xfrm>
          <a:off x="863600" y="1854200"/>
          <a:ext cx="6781800" cy="4076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DEDF2C-1C8A-368D-C84F-9967DD6BCC68}"/>
              </a:ext>
            </a:extLst>
          </p:cNvPr>
          <p:cNvSpPr txBox="1"/>
          <p:nvPr/>
        </p:nvSpPr>
        <p:spPr>
          <a:xfrm>
            <a:off x="8229600" y="2743200"/>
            <a:ext cx="3073400" cy="256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同じ条件で情報を確
かめます。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AEDDF01-33AC-6ACC-1EB8-EFC173B72E9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964C49-5ED4-44A4-5181-51C06544571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4932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2F2F606-AE9D-2960-CB94-AC59FFFD2B8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065A918-557F-3EFF-98F4-A309500AF29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時間の流れ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F9942CF-6339-E032-CA97-5841E30C099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8984F01-4678-1381-D26B-19BF4FB087C4}"/>
              </a:ext>
            </a:extLst>
          </p:cNvPr>
          <p:cNvCxnSpPr/>
          <p:nvPr/>
        </p:nvCxnSpPr>
        <p:spPr>
          <a:xfrm>
            <a:off x="838200" y="3619500"/>
            <a:ext cx="101600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A9DB8E06-9738-E67F-087F-C5FD5FBF7DE1}"/>
              </a:ext>
            </a:extLst>
          </p:cNvPr>
          <p:cNvSpPr/>
          <p:nvPr/>
        </p:nvSpPr>
        <p:spPr>
          <a:xfrm>
            <a:off x="863600" y="3530600"/>
            <a:ext cx="177800" cy="1778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E78F4A3-A00F-F01B-3DC3-7241CF5A3C44}"/>
              </a:ext>
            </a:extLst>
          </p:cNvPr>
          <p:cNvSpPr txBox="1"/>
          <p:nvPr/>
        </p:nvSpPr>
        <p:spPr>
          <a:xfrm>
            <a:off x="863600" y="2527300"/>
            <a:ext cx="23495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2023</a:t>
            </a: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BA5EE96-F671-37AE-3FFD-484B03DF289C}"/>
              </a:ext>
            </a:extLst>
          </p:cNvPr>
          <p:cNvSpPr txBox="1"/>
          <p:nvPr/>
        </p:nvSpPr>
        <p:spPr>
          <a:xfrm>
            <a:off x="863600" y="4038600"/>
            <a:ext cx="23495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95E7299F-19E3-9404-FC90-C8FD32447D64}"/>
              </a:ext>
            </a:extLst>
          </p:cNvPr>
          <p:cNvSpPr/>
          <p:nvPr/>
        </p:nvSpPr>
        <p:spPr>
          <a:xfrm>
            <a:off x="3492500" y="3530600"/>
            <a:ext cx="177800" cy="1778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C86ADF6-05A4-C2FB-256B-4B10E4F0E30B}"/>
              </a:ext>
            </a:extLst>
          </p:cNvPr>
          <p:cNvSpPr txBox="1"/>
          <p:nvPr/>
        </p:nvSpPr>
        <p:spPr>
          <a:xfrm>
            <a:off x="3492500" y="2527300"/>
            <a:ext cx="23495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2024</a:t>
            </a: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E669487-8496-1687-155F-4B3229464220}"/>
              </a:ext>
            </a:extLst>
          </p:cNvPr>
          <p:cNvSpPr txBox="1"/>
          <p:nvPr/>
        </p:nvSpPr>
        <p:spPr>
          <a:xfrm>
            <a:off x="3492500" y="4038600"/>
            <a:ext cx="23495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C80F61E0-6BD4-3F0C-3CCB-1DCE6ABA0159}"/>
              </a:ext>
            </a:extLst>
          </p:cNvPr>
          <p:cNvSpPr/>
          <p:nvPr/>
        </p:nvSpPr>
        <p:spPr>
          <a:xfrm>
            <a:off x="6121400" y="3530600"/>
            <a:ext cx="177800" cy="1778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DDD3DA4-9CAA-CFF1-7A6D-554FA4520BF6}"/>
              </a:ext>
            </a:extLst>
          </p:cNvPr>
          <p:cNvSpPr txBox="1"/>
          <p:nvPr/>
        </p:nvSpPr>
        <p:spPr>
          <a:xfrm>
            <a:off x="6121400" y="2527300"/>
            <a:ext cx="23495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2025</a:t>
            </a: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A25A120-94EB-C82F-0CF3-DDFB3FD99B64}"/>
              </a:ext>
            </a:extLst>
          </p:cNvPr>
          <p:cNvSpPr txBox="1"/>
          <p:nvPr/>
        </p:nvSpPr>
        <p:spPr>
          <a:xfrm>
            <a:off x="6121400" y="4038600"/>
            <a:ext cx="23495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097BA8ED-3A11-EDF0-BCCF-750257EF257C}"/>
              </a:ext>
            </a:extLst>
          </p:cNvPr>
          <p:cNvSpPr/>
          <p:nvPr/>
        </p:nvSpPr>
        <p:spPr>
          <a:xfrm>
            <a:off x="8750300" y="3530600"/>
            <a:ext cx="177800" cy="1778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89C5B8E-EB0C-8CC9-91B3-3A1B3A0A28AA}"/>
              </a:ext>
            </a:extLst>
          </p:cNvPr>
          <p:cNvSpPr txBox="1"/>
          <p:nvPr/>
        </p:nvSpPr>
        <p:spPr>
          <a:xfrm>
            <a:off x="8750300" y="2527300"/>
            <a:ext cx="23495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2026</a:t>
            </a: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5D4CFA4-82DA-3A70-4ECA-31299232FDE4}"/>
              </a:ext>
            </a:extLst>
          </p:cNvPr>
          <p:cNvSpPr txBox="1"/>
          <p:nvPr/>
        </p:nvSpPr>
        <p:spPr>
          <a:xfrm>
            <a:off x="8750300" y="4038600"/>
            <a:ext cx="23495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5B12124D-852E-5BE3-51AD-B38F7CC4331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85A364B-EF9D-7F7F-8957-EFC7C31B628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7134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F8F6D5-D00E-6C9E-82F0-7765C193F24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3E15C3-041E-2CCE-EC23-506D3ED296A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問いと図解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A47BB13-C6E2-A3E8-9E81-BD5929B254B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C404D6F-FEC0-FF2C-4E68-2F891960CC96}"/>
              </a:ext>
            </a:extLst>
          </p:cNvPr>
          <p:cNvSpPr/>
          <p:nvPr/>
        </p:nvSpPr>
        <p:spPr>
          <a:xfrm>
            <a:off x="711200" y="2159000"/>
            <a:ext cx="5994400" cy="3505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6C73097-D56F-7E7B-F443-1AC636148131}"/>
              </a:ext>
            </a:extLst>
          </p:cNvPr>
          <p:cNvSpPr txBox="1"/>
          <p:nvPr/>
        </p:nvSpPr>
        <p:spPr>
          <a:xfrm>
            <a:off x="1079500" y="2921000"/>
            <a:ext cx="5257800" cy="181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</a:t>
            </a:r>
            <a:endParaRPr kumimoji="1" lang="ja-JP" altLang="en-US" sz="34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84AEFB8-B056-FCD1-0950-087465DA3A8A}"/>
              </a:ext>
            </a:extLst>
          </p:cNvPr>
          <p:cNvSpPr txBox="1"/>
          <p:nvPr/>
        </p:nvSpPr>
        <p:spPr>
          <a:xfrm>
            <a:off x="7315200" y="21971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527226E-FF57-09AB-4A6A-BC575BBD7DDE}"/>
              </a:ext>
            </a:extLst>
          </p:cNvPr>
          <p:cNvSpPr txBox="1"/>
          <p:nvPr/>
        </p:nvSpPr>
        <p:spPr>
          <a:xfrm>
            <a:off x="7848600" y="2197100"/>
            <a:ext cx="1226312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62168ED-C555-8116-EB5D-8BA06851BB5C}"/>
              </a:ext>
            </a:extLst>
          </p:cNvPr>
          <p:cNvSpPr txBox="1"/>
          <p:nvPr/>
        </p:nvSpPr>
        <p:spPr>
          <a:xfrm>
            <a:off x="9219184" y="2197100"/>
            <a:ext cx="2236216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B5DC82B-6147-EDF2-DE89-20B40476633D}"/>
              </a:ext>
            </a:extLst>
          </p:cNvPr>
          <p:cNvCxnSpPr/>
          <p:nvPr/>
        </p:nvCxnSpPr>
        <p:spPr>
          <a:xfrm>
            <a:off x="7848600" y="2968625"/>
            <a:ext cx="360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BE8B78-DB5C-8820-8B81-4EF736D82D92}"/>
              </a:ext>
            </a:extLst>
          </p:cNvPr>
          <p:cNvSpPr txBox="1"/>
          <p:nvPr/>
        </p:nvSpPr>
        <p:spPr>
          <a:xfrm>
            <a:off x="7315200" y="3057525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ED5D4F-BAD6-DA1F-8CB4-22B54E211D87}"/>
              </a:ext>
            </a:extLst>
          </p:cNvPr>
          <p:cNvSpPr txBox="1"/>
          <p:nvPr/>
        </p:nvSpPr>
        <p:spPr>
          <a:xfrm>
            <a:off x="7848600" y="3057525"/>
            <a:ext cx="1226312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95A73D7-3F61-D7DF-BB9E-B2199D656EDF}"/>
              </a:ext>
            </a:extLst>
          </p:cNvPr>
          <p:cNvSpPr txBox="1"/>
          <p:nvPr/>
        </p:nvSpPr>
        <p:spPr>
          <a:xfrm>
            <a:off x="9219184" y="3057525"/>
            <a:ext cx="2236216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87EB438-7AC0-F3DE-25A2-F887547739C2}"/>
              </a:ext>
            </a:extLst>
          </p:cNvPr>
          <p:cNvCxnSpPr/>
          <p:nvPr/>
        </p:nvCxnSpPr>
        <p:spPr>
          <a:xfrm>
            <a:off x="7848600" y="3829050"/>
            <a:ext cx="360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ECBEA76-563B-6386-E4FE-FB99AAD754E5}"/>
              </a:ext>
            </a:extLst>
          </p:cNvPr>
          <p:cNvSpPr txBox="1"/>
          <p:nvPr/>
        </p:nvSpPr>
        <p:spPr>
          <a:xfrm>
            <a:off x="7315200" y="391795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2B1F649-165E-5676-7064-B934C2EEC5E2}"/>
              </a:ext>
            </a:extLst>
          </p:cNvPr>
          <p:cNvSpPr txBox="1"/>
          <p:nvPr/>
        </p:nvSpPr>
        <p:spPr>
          <a:xfrm>
            <a:off x="7848600" y="3917950"/>
            <a:ext cx="1226312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B4F07DE-AAF0-DF03-EE5F-E679658FC70F}"/>
              </a:ext>
            </a:extLst>
          </p:cNvPr>
          <p:cNvSpPr txBox="1"/>
          <p:nvPr/>
        </p:nvSpPr>
        <p:spPr>
          <a:xfrm>
            <a:off x="9219184" y="3917950"/>
            <a:ext cx="2236216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8E6ED23-A8A7-6DCC-7C9E-EEDC21FA947C}"/>
              </a:ext>
            </a:extLst>
          </p:cNvPr>
          <p:cNvCxnSpPr/>
          <p:nvPr/>
        </p:nvCxnSpPr>
        <p:spPr>
          <a:xfrm>
            <a:off x="7848600" y="4689475"/>
            <a:ext cx="360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52D11CD-1759-1B89-0BD3-133915A5F75E}"/>
              </a:ext>
            </a:extLst>
          </p:cNvPr>
          <p:cNvSpPr txBox="1"/>
          <p:nvPr/>
        </p:nvSpPr>
        <p:spPr>
          <a:xfrm>
            <a:off x="7315200" y="4778375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04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8ACC5A2-847E-2E9D-2595-8C1F7EA40F6C}"/>
              </a:ext>
            </a:extLst>
          </p:cNvPr>
          <p:cNvSpPr txBox="1"/>
          <p:nvPr/>
        </p:nvSpPr>
        <p:spPr>
          <a:xfrm>
            <a:off x="7848600" y="4778375"/>
            <a:ext cx="1226312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0CF065E-2761-790C-C858-1452F5B71884}"/>
              </a:ext>
            </a:extLst>
          </p:cNvPr>
          <p:cNvSpPr txBox="1"/>
          <p:nvPr/>
        </p:nvSpPr>
        <p:spPr>
          <a:xfrm>
            <a:off x="9219184" y="4778375"/>
            <a:ext cx="2236216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4D54D5F-FAA1-E628-8092-CD75238E25D0}"/>
              </a:ext>
            </a:extLst>
          </p:cNvPr>
          <p:cNvSpPr txBox="1"/>
          <p:nvPr/>
        </p:nvSpPr>
        <p:spPr>
          <a:xfrm>
            <a:off x="977900" y="5067300"/>
            <a:ext cx="546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DF4D1296-2E3D-7028-541D-C70E6466EF9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753381A-1C17-9880-40A5-9373D2EAF56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950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7B735E-2BFB-B993-CFDB-1C50E23BD7A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27AE7A-4B1D-A46D-6E9C-49442509BB0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72F3162-11FE-1C03-5FE4-1C5CC67E85C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31F84E-6C97-54C2-595D-2C8E56DBC8F6}"/>
              </a:ext>
            </a:extLst>
          </p:cNvPr>
          <p:cNvSpPr txBox="1"/>
          <p:nvPr/>
        </p:nvSpPr>
        <p:spPr>
          <a:xfrm>
            <a:off x="838200" y="20828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E0B7323-232C-8F1D-8073-37A7869906EC}"/>
              </a:ext>
            </a:extLst>
          </p:cNvPr>
          <p:cNvSpPr txBox="1"/>
          <p:nvPr/>
        </p:nvSpPr>
        <p:spPr>
          <a:xfrm>
            <a:off x="1371600" y="2082800"/>
            <a:ext cx="3385312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D092FC-F381-E372-1272-B51982361324}"/>
              </a:ext>
            </a:extLst>
          </p:cNvPr>
          <p:cNvSpPr txBox="1"/>
          <p:nvPr/>
        </p:nvSpPr>
        <p:spPr>
          <a:xfrm>
            <a:off x="5155184" y="2082800"/>
            <a:ext cx="6173216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2F88BF8-62F7-C959-B4EF-D616D06F97A1}"/>
              </a:ext>
            </a:extLst>
          </p:cNvPr>
          <p:cNvCxnSpPr/>
          <p:nvPr/>
        </p:nvCxnSpPr>
        <p:spPr>
          <a:xfrm>
            <a:off x="1371600" y="2952750"/>
            <a:ext cx="995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109EEE9-92AB-301F-3FED-7C15A582C6EE}"/>
              </a:ext>
            </a:extLst>
          </p:cNvPr>
          <p:cNvSpPr txBox="1"/>
          <p:nvPr/>
        </p:nvSpPr>
        <p:spPr>
          <a:xfrm>
            <a:off x="838200" y="304165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298582-5F20-76BF-830D-7C8E6887330F}"/>
              </a:ext>
            </a:extLst>
          </p:cNvPr>
          <p:cNvSpPr txBox="1"/>
          <p:nvPr/>
        </p:nvSpPr>
        <p:spPr>
          <a:xfrm>
            <a:off x="1371600" y="3041650"/>
            <a:ext cx="3385312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0AD313-E07C-80D7-6156-2CF32703814F}"/>
              </a:ext>
            </a:extLst>
          </p:cNvPr>
          <p:cNvSpPr txBox="1"/>
          <p:nvPr/>
        </p:nvSpPr>
        <p:spPr>
          <a:xfrm>
            <a:off x="5155184" y="3041650"/>
            <a:ext cx="6173216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676EBA0-C384-1C57-FD9E-651CB93E3C8D}"/>
              </a:ext>
            </a:extLst>
          </p:cNvPr>
          <p:cNvCxnSpPr/>
          <p:nvPr/>
        </p:nvCxnSpPr>
        <p:spPr>
          <a:xfrm>
            <a:off x="1371600" y="3911600"/>
            <a:ext cx="995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9F75287-B313-0F72-2E84-3F920A9348E4}"/>
              </a:ext>
            </a:extLst>
          </p:cNvPr>
          <p:cNvSpPr txBox="1"/>
          <p:nvPr/>
        </p:nvSpPr>
        <p:spPr>
          <a:xfrm>
            <a:off x="838200" y="40005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EB6126B-995F-4E29-130D-D6DE0A6BDCA4}"/>
              </a:ext>
            </a:extLst>
          </p:cNvPr>
          <p:cNvSpPr txBox="1"/>
          <p:nvPr/>
        </p:nvSpPr>
        <p:spPr>
          <a:xfrm>
            <a:off x="1371600" y="4000500"/>
            <a:ext cx="3385312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AB6ED62-0B0C-5552-ECB2-865F4A4777F9}"/>
              </a:ext>
            </a:extLst>
          </p:cNvPr>
          <p:cNvSpPr txBox="1"/>
          <p:nvPr/>
        </p:nvSpPr>
        <p:spPr>
          <a:xfrm>
            <a:off x="5155184" y="4000500"/>
            <a:ext cx="6173216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810DA69-02D6-970B-F431-554932E1F2AF}"/>
              </a:ext>
            </a:extLst>
          </p:cNvPr>
          <p:cNvCxnSpPr/>
          <p:nvPr/>
        </p:nvCxnSpPr>
        <p:spPr>
          <a:xfrm>
            <a:off x="1371600" y="4870450"/>
            <a:ext cx="995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D3A4CCD-55AF-EE9A-C3EB-49413C097BEE}"/>
              </a:ext>
            </a:extLst>
          </p:cNvPr>
          <p:cNvSpPr txBox="1"/>
          <p:nvPr/>
        </p:nvSpPr>
        <p:spPr>
          <a:xfrm>
            <a:off x="838200" y="495935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04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9A343B-E860-1F4D-569F-1CE73EE9D499}"/>
              </a:ext>
            </a:extLst>
          </p:cNvPr>
          <p:cNvSpPr txBox="1"/>
          <p:nvPr/>
        </p:nvSpPr>
        <p:spPr>
          <a:xfrm>
            <a:off x="1371600" y="4959350"/>
            <a:ext cx="3385312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34855C3-0CB4-8215-1DBB-1178E8F52581}"/>
              </a:ext>
            </a:extLst>
          </p:cNvPr>
          <p:cNvSpPr txBox="1"/>
          <p:nvPr/>
        </p:nvSpPr>
        <p:spPr>
          <a:xfrm>
            <a:off x="5155184" y="4959350"/>
            <a:ext cx="6173216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E0348902-94AE-15BB-81D9-3CABA0F4087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40EF310-42C8-1CCD-18A1-F008C4DD041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2679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F247146-8C47-631A-FB54-E2FFEC3E064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78CE27-DE59-76AE-7920-16AEF92DCE3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表を大きく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FB046C7-CF3F-8C2F-13BA-FBBF16FB765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002321A-798F-854E-5713-AA0C8EAED2B3}"/>
              </a:ext>
            </a:extLst>
          </p:cNvPr>
          <p:cNvSpPr/>
          <p:nvPr/>
        </p:nvSpPr>
        <p:spPr>
          <a:xfrm>
            <a:off x="711200" y="2082800"/>
            <a:ext cx="10769600" cy="9715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F54F4C7-CF12-6884-B8DB-A13568C778B7}"/>
              </a:ext>
            </a:extLst>
          </p:cNvPr>
          <p:cNvSpPr txBox="1"/>
          <p:nvPr/>
        </p:nvSpPr>
        <p:spPr>
          <a:xfrm>
            <a:off x="838200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0619F9-47DE-D95D-47E7-47069E77FB9B}"/>
              </a:ext>
            </a:extLst>
          </p:cNvPr>
          <p:cNvSpPr txBox="1"/>
          <p:nvPr/>
        </p:nvSpPr>
        <p:spPr>
          <a:xfrm>
            <a:off x="4428067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E717F38-0E42-25D3-46A6-343369702F3D}"/>
              </a:ext>
            </a:extLst>
          </p:cNvPr>
          <p:cNvSpPr txBox="1"/>
          <p:nvPr/>
        </p:nvSpPr>
        <p:spPr>
          <a:xfrm>
            <a:off x="8017933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367EE1D-F6B8-36BA-2FDA-F0D4DEB6BF3B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CCAF5F5-D15F-0B12-BC91-042B6D32A871}"/>
              </a:ext>
            </a:extLst>
          </p:cNvPr>
          <p:cNvSpPr txBox="1"/>
          <p:nvPr/>
        </p:nvSpPr>
        <p:spPr>
          <a:xfrm>
            <a:off x="838200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927651-8BDB-BCE1-3E86-44ECB75030BA}"/>
              </a:ext>
            </a:extLst>
          </p:cNvPr>
          <p:cNvSpPr txBox="1"/>
          <p:nvPr/>
        </p:nvSpPr>
        <p:spPr>
          <a:xfrm>
            <a:off x="4428067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E66E48-3087-CA83-A44A-9892AAF9E1BF}"/>
              </a:ext>
            </a:extLst>
          </p:cNvPr>
          <p:cNvSpPr txBox="1"/>
          <p:nvPr/>
        </p:nvSpPr>
        <p:spPr>
          <a:xfrm>
            <a:off x="8017933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BC7CA94-22AE-2C1E-3B1A-B2CF82306696}"/>
              </a:ext>
            </a:extLst>
          </p:cNvPr>
          <p:cNvSpPr/>
          <p:nvPr/>
        </p:nvSpPr>
        <p:spPr>
          <a:xfrm>
            <a:off x="711200" y="4025900"/>
            <a:ext cx="10769600" cy="9715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03BDED2-1340-0AA9-2ABE-F23D7DE02BA5}"/>
              </a:ext>
            </a:extLst>
          </p:cNvPr>
          <p:cNvCxnSpPr/>
          <p:nvPr/>
        </p:nvCxnSpPr>
        <p:spPr>
          <a:xfrm>
            <a:off x="711200" y="49974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3D75109-3E16-57DA-F779-5CE252703A2F}"/>
              </a:ext>
            </a:extLst>
          </p:cNvPr>
          <p:cNvSpPr txBox="1"/>
          <p:nvPr/>
        </p:nvSpPr>
        <p:spPr>
          <a:xfrm>
            <a:off x="838200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29008A3-C91D-4768-C511-B06B68603E47}"/>
              </a:ext>
            </a:extLst>
          </p:cNvPr>
          <p:cNvSpPr txBox="1"/>
          <p:nvPr/>
        </p:nvSpPr>
        <p:spPr>
          <a:xfrm>
            <a:off x="4428067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0FB915A-CBFD-005E-50E0-27C3C17A0E93}"/>
              </a:ext>
            </a:extLst>
          </p:cNvPr>
          <p:cNvSpPr txBox="1"/>
          <p:nvPr/>
        </p:nvSpPr>
        <p:spPr>
          <a:xfrm>
            <a:off x="8017933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ADD517B1-EF86-4B0B-1A2E-7812DE275AB6}"/>
              </a:ext>
            </a:extLst>
          </p:cNvPr>
          <p:cNvCxnSpPr/>
          <p:nvPr/>
        </p:nvCxnSpPr>
        <p:spPr>
          <a:xfrm>
            <a:off x="711200" y="59690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281D26D-E90D-CCFC-2D25-FEC3E9A5D707}"/>
              </a:ext>
            </a:extLst>
          </p:cNvPr>
          <p:cNvSpPr txBox="1"/>
          <p:nvPr/>
        </p:nvSpPr>
        <p:spPr>
          <a:xfrm>
            <a:off x="838200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4ADD25D-9A3C-A043-D538-F1DF17F85E27}"/>
              </a:ext>
            </a:extLst>
          </p:cNvPr>
          <p:cNvSpPr txBox="1"/>
          <p:nvPr/>
        </p:nvSpPr>
        <p:spPr>
          <a:xfrm>
            <a:off x="4428067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A39DCD5-524E-737D-BD60-32E9AC496B97}"/>
              </a:ext>
            </a:extLst>
          </p:cNvPr>
          <p:cNvSpPr txBox="1"/>
          <p:nvPr/>
        </p:nvSpPr>
        <p:spPr>
          <a:xfrm>
            <a:off x="8017933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BE7808AC-28A6-D648-CAF7-D081B86D7D7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A564648-58F0-CB18-DE04-B7AF2D1E103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6322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4407D82-C1C5-7CEB-BA9C-D39E6B2D7C8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3DECD1-5556-DE30-ABB2-5F5E1883D639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結論と表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FEA0A9C-30DD-CF8B-4A89-8359CFB505A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ED5CDD6-2B40-F07D-4534-259AF5CD0B26}"/>
              </a:ext>
            </a:extLst>
          </p:cNvPr>
          <p:cNvSpPr txBox="1"/>
          <p:nvPr/>
        </p:nvSpPr>
        <p:spPr>
          <a:xfrm>
            <a:off x="762000" y="2044700"/>
            <a:ext cx="10617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8E3207F-C130-DE47-04D1-558E5F94A9C4}"/>
              </a:ext>
            </a:extLst>
          </p:cNvPr>
          <p:cNvSpPr/>
          <p:nvPr/>
        </p:nvSpPr>
        <p:spPr>
          <a:xfrm>
            <a:off x="711200" y="3035300"/>
            <a:ext cx="10769600" cy="73977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3A80A72-230C-5E86-29DB-074B1F011A6A}"/>
              </a:ext>
            </a:extLst>
          </p:cNvPr>
          <p:cNvSpPr txBox="1"/>
          <p:nvPr/>
        </p:nvSpPr>
        <p:spPr>
          <a:xfrm>
            <a:off x="838200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DD0B39-9158-456E-6627-059780C7F863}"/>
              </a:ext>
            </a:extLst>
          </p:cNvPr>
          <p:cNvSpPr txBox="1"/>
          <p:nvPr/>
        </p:nvSpPr>
        <p:spPr>
          <a:xfrm>
            <a:off x="4428067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140BCCF-875B-F527-5B78-E132EB77B0E3}"/>
              </a:ext>
            </a:extLst>
          </p:cNvPr>
          <p:cNvSpPr txBox="1"/>
          <p:nvPr/>
        </p:nvSpPr>
        <p:spPr>
          <a:xfrm>
            <a:off x="8017933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D5A2014-DEA1-5D50-14B2-AA1A466AD6E2}"/>
              </a:ext>
            </a:extLst>
          </p:cNvPr>
          <p:cNvCxnSpPr/>
          <p:nvPr/>
        </p:nvCxnSpPr>
        <p:spPr>
          <a:xfrm>
            <a:off x="711200" y="45148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ADEDB96-F0B6-81D7-7D6B-0AA39CC3E526}"/>
              </a:ext>
            </a:extLst>
          </p:cNvPr>
          <p:cNvSpPr txBox="1"/>
          <p:nvPr/>
        </p:nvSpPr>
        <p:spPr>
          <a:xfrm>
            <a:off x="838200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11F459D-E55E-BCB1-1569-839AD2237F57}"/>
              </a:ext>
            </a:extLst>
          </p:cNvPr>
          <p:cNvSpPr txBox="1"/>
          <p:nvPr/>
        </p:nvSpPr>
        <p:spPr>
          <a:xfrm>
            <a:off x="4428067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C712AF3-58FB-7DEE-BDEB-8E1C1033B3D8}"/>
              </a:ext>
            </a:extLst>
          </p:cNvPr>
          <p:cNvSpPr txBox="1"/>
          <p:nvPr/>
        </p:nvSpPr>
        <p:spPr>
          <a:xfrm>
            <a:off x="8017933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C6B2333-F81E-B43D-7A48-71AD9AAA9FB9}"/>
              </a:ext>
            </a:extLst>
          </p:cNvPr>
          <p:cNvSpPr/>
          <p:nvPr/>
        </p:nvSpPr>
        <p:spPr>
          <a:xfrm>
            <a:off x="711200" y="4514850"/>
            <a:ext cx="10769600" cy="73977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4942C6B-38FA-5CCC-1BF0-294C9A9860BF}"/>
              </a:ext>
            </a:extLst>
          </p:cNvPr>
          <p:cNvCxnSpPr/>
          <p:nvPr/>
        </p:nvCxnSpPr>
        <p:spPr>
          <a:xfrm>
            <a:off x="711200" y="5254625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3698022-BD57-4609-492B-CBD66CFF948F}"/>
              </a:ext>
            </a:extLst>
          </p:cNvPr>
          <p:cNvSpPr txBox="1"/>
          <p:nvPr/>
        </p:nvSpPr>
        <p:spPr>
          <a:xfrm>
            <a:off x="838200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453104A-11AB-D314-0E9A-E7E4667C3314}"/>
              </a:ext>
            </a:extLst>
          </p:cNvPr>
          <p:cNvSpPr txBox="1"/>
          <p:nvPr/>
        </p:nvSpPr>
        <p:spPr>
          <a:xfrm>
            <a:off x="4428067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E3C30EA-5D7F-2F54-DC84-26AA167E77BD}"/>
              </a:ext>
            </a:extLst>
          </p:cNvPr>
          <p:cNvSpPr txBox="1"/>
          <p:nvPr/>
        </p:nvSpPr>
        <p:spPr>
          <a:xfrm>
            <a:off x="8017933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550832E-1EEF-C62F-E121-D69D3699F87F}"/>
              </a:ext>
            </a:extLst>
          </p:cNvPr>
          <p:cNvCxnSpPr/>
          <p:nvPr/>
        </p:nvCxnSpPr>
        <p:spPr>
          <a:xfrm>
            <a:off x="711200" y="59944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0D20D56-A3D4-C549-539A-ACFB721F29EB}"/>
              </a:ext>
            </a:extLst>
          </p:cNvPr>
          <p:cNvSpPr txBox="1"/>
          <p:nvPr/>
        </p:nvSpPr>
        <p:spPr>
          <a:xfrm>
            <a:off x="838200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EFB6313-12C9-2661-D311-F7F20C5C4BE0}"/>
              </a:ext>
            </a:extLst>
          </p:cNvPr>
          <p:cNvSpPr txBox="1"/>
          <p:nvPr/>
        </p:nvSpPr>
        <p:spPr>
          <a:xfrm>
            <a:off x="4428067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8D460F6-ECDE-8528-BEDF-7DD9B28EE574}"/>
              </a:ext>
            </a:extLst>
          </p:cNvPr>
          <p:cNvSpPr txBox="1"/>
          <p:nvPr/>
        </p:nvSpPr>
        <p:spPr>
          <a:xfrm>
            <a:off x="8017933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7EC5BDB-F423-548C-4544-A7D31E8027E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7E639B7-E36C-C22F-B043-94607A3AD4E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8139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B637F75-6DEE-2763-1AFE-6F81E3040F6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46216DF-4387-CA18-1F65-4E2BD827A60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対象別の比較帯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A932BD6-E7D4-C058-052A-B6E59FE1F39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624E084-C4D2-87C4-D037-60909B59A8AE}"/>
              </a:ext>
            </a:extLst>
          </p:cNvPr>
          <p:cNvSpPr/>
          <p:nvPr/>
        </p:nvSpPr>
        <p:spPr>
          <a:xfrm>
            <a:off x="711200" y="20701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230358-D82B-B664-5BD2-AD50EBDDC499}"/>
              </a:ext>
            </a:extLst>
          </p:cNvPr>
          <p:cNvSpPr txBox="1"/>
          <p:nvPr/>
        </p:nvSpPr>
        <p:spPr>
          <a:xfrm>
            <a:off x="876300" y="22860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CEC6282-E504-FF66-04AF-825DCB2115F1}"/>
              </a:ext>
            </a:extLst>
          </p:cNvPr>
          <p:cNvSpPr txBox="1"/>
          <p:nvPr/>
        </p:nvSpPr>
        <p:spPr>
          <a:xfrm>
            <a:off x="3530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FE22F20-D03F-D659-DB57-B97B40C7A241}"/>
              </a:ext>
            </a:extLst>
          </p:cNvPr>
          <p:cNvSpPr txBox="1"/>
          <p:nvPr/>
        </p:nvSpPr>
        <p:spPr>
          <a:xfrm>
            <a:off x="3530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143750A-05CF-FF09-754C-D8854B28BECA}"/>
              </a:ext>
            </a:extLst>
          </p:cNvPr>
          <p:cNvSpPr txBox="1"/>
          <p:nvPr/>
        </p:nvSpPr>
        <p:spPr>
          <a:xfrm>
            <a:off x="7467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788BEA9-8BCD-C21B-E935-C8E3E0560570}"/>
              </a:ext>
            </a:extLst>
          </p:cNvPr>
          <p:cNvSpPr txBox="1"/>
          <p:nvPr/>
        </p:nvSpPr>
        <p:spPr>
          <a:xfrm>
            <a:off x="7467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5564494E-8791-F743-DB6D-92A4CF2DEEAB}"/>
              </a:ext>
            </a:extLst>
          </p:cNvPr>
          <p:cNvCxnSpPr/>
          <p:nvPr/>
        </p:nvCxnSpPr>
        <p:spPr>
          <a:xfrm>
            <a:off x="3429000" y="32385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51667B4-E9CC-5A3F-5157-D6011229B8AC}"/>
              </a:ext>
            </a:extLst>
          </p:cNvPr>
          <p:cNvSpPr/>
          <p:nvPr/>
        </p:nvSpPr>
        <p:spPr>
          <a:xfrm>
            <a:off x="711200" y="33655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081FB74-9457-8B71-119B-4F622A708360}"/>
              </a:ext>
            </a:extLst>
          </p:cNvPr>
          <p:cNvSpPr txBox="1"/>
          <p:nvPr/>
        </p:nvSpPr>
        <p:spPr>
          <a:xfrm>
            <a:off x="876300" y="35814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5E76C9F-09DE-2936-AB1F-27BC03BDD8AD}"/>
              </a:ext>
            </a:extLst>
          </p:cNvPr>
          <p:cNvSpPr txBox="1"/>
          <p:nvPr/>
        </p:nvSpPr>
        <p:spPr>
          <a:xfrm>
            <a:off x="3530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8B8EF24-2E66-9B17-BD90-2315E271C54A}"/>
              </a:ext>
            </a:extLst>
          </p:cNvPr>
          <p:cNvSpPr txBox="1"/>
          <p:nvPr/>
        </p:nvSpPr>
        <p:spPr>
          <a:xfrm>
            <a:off x="3530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F6E2166-F9F0-93FC-EA1E-5974756F7781}"/>
              </a:ext>
            </a:extLst>
          </p:cNvPr>
          <p:cNvSpPr txBox="1"/>
          <p:nvPr/>
        </p:nvSpPr>
        <p:spPr>
          <a:xfrm>
            <a:off x="7467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595C9E5-F987-339C-33B2-7CF7696B3AB4}"/>
              </a:ext>
            </a:extLst>
          </p:cNvPr>
          <p:cNvSpPr txBox="1"/>
          <p:nvPr/>
        </p:nvSpPr>
        <p:spPr>
          <a:xfrm>
            <a:off x="7467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B7A4405-9197-FDAF-36D1-C2CA93F52486}"/>
              </a:ext>
            </a:extLst>
          </p:cNvPr>
          <p:cNvCxnSpPr/>
          <p:nvPr/>
        </p:nvCxnSpPr>
        <p:spPr>
          <a:xfrm>
            <a:off x="3429000" y="45339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790FE5C-8CC6-0606-D673-F1BAD2A8E65A}"/>
              </a:ext>
            </a:extLst>
          </p:cNvPr>
          <p:cNvSpPr/>
          <p:nvPr/>
        </p:nvSpPr>
        <p:spPr>
          <a:xfrm>
            <a:off x="711200" y="46609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AB4A5A0-51EC-422C-C3C3-89054A4D880C}"/>
              </a:ext>
            </a:extLst>
          </p:cNvPr>
          <p:cNvSpPr txBox="1"/>
          <p:nvPr/>
        </p:nvSpPr>
        <p:spPr>
          <a:xfrm>
            <a:off x="876300" y="48768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38CF894-77F9-6069-614C-44B7CF4E6ACC}"/>
              </a:ext>
            </a:extLst>
          </p:cNvPr>
          <p:cNvSpPr txBox="1"/>
          <p:nvPr/>
        </p:nvSpPr>
        <p:spPr>
          <a:xfrm>
            <a:off x="3530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3C36782-1AF2-B3E5-4548-DAC5D3136F30}"/>
              </a:ext>
            </a:extLst>
          </p:cNvPr>
          <p:cNvSpPr txBox="1"/>
          <p:nvPr/>
        </p:nvSpPr>
        <p:spPr>
          <a:xfrm>
            <a:off x="3530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EFB6931-4015-B7B3-B2CF-4ADC4306A18E}"/>
              </a:ext>
            </a:extLst>
          </p:cNvPr>
          <p:cNvSpPr txBox="1"/>
          <p:nvPr/>
        </p:nvSpPr>
        <p:spPr>
          <a:xfrm>
            <a:off x="7467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3884EB1-90BC-B057-852D-6C15DF93BE12}"/>
              </a:ext>
            </a:extLst>
          </p:cNvPr>
          <p:cNvSpPr txBox="1"/>
          <p:nvPr/>
        </p:nvSpPr>
        <p:spPr>
          <a:xfrm>
            <a:off x="7467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671BDE31-BAA0-C4D7-091E-66D832C6F97F}"/>
              </a:ext>
            </a:extLst>
          </p:cNvPr>
          <p:cNvCxnSpPr/>
          <p:nvPr/>
        </p:nvCxnSpPr>
        <p:spPr>
          <a:xfrm>
            <a:off x="3429000" y="58293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64D7E5B-53F7-E756-9BFA-15301C2DDBE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E5B9E9B-D59D-D909-BB6A-41A3ABE4CC2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0070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2B274A0-DB73-4D3A-4D8E-A98CFEA03DE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53DF37-9E04-7E9F-8282-1DE4100965E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柱でまとめる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53FACEC-FC59-F984-5019-4C9A01F966E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237492-9F38-6E6C-FEFE-378FF6EF078E}"/>
              </a:ext>
            </a:extLst>
          </p:cNvPr>
          <p:cNvSpPr txBox="1"/>
          <p:nvPr/>
        </p:nvSpPr>
        <p:spPr>
          <a:xfrm>
            <a:off x="7112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84C2BA-F6A2-6CC4-4468-B546CB009915}"/>
              </a:ext>
            </a:extLst>
          </p:cNvPr>
          <p:cNvCxnSpPr/>
          <p:nvPr/>
        </p:nvCxnSpPr>
        <p:spPr>
          <a:xfrm>
            <a:off x="711200" y="3149600"/>
            <a:ext cx="2336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C06685-49D5-62C6-A519-65F69384CD37}"/>
              </a:ext>
            </a:extLst>
          </p:cNvPr>
          <p:cNvSpPr txBox="1"/>
          <p:nvPr/>
        </p:nvSpPr>
        <p:spPr>
          <a:xfrm>
            <a:off x="711200" y="3416300"/>
            <a:ext cx="2349500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044CDB6-1817-CEBA-ECFB-C713A9367CB3}"/>
              </a:ext>
            </a:extLst>
          </p:cNvPr>
          <p:cNvSpPr txBox="1"/>
          <p:nvPr/>
        </p:nvSpPr>
        <p:spPr>
          <a:xfrm>
            <a:off x="711200" y="4457700"/>
            <a:ext cx="2349500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51DF60-3528-6E7B-457F-CB415341CEB8}"/>
              </a:ext>
            </a:extLst>
          </p:cNvPr>
          <p:cNvSpPr txBox="1"/>
          <p:nvPr/>
        </p:nvSpPr>
        <p:spPr>
          <a:xfrm>
            <a:off x="34036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1773AD0-7371-0818-04B0-AF98881E7F07}"/>
              </a:ext>
            </a:extLst>
          </p:cNvPr>
          <p:cNvCxnSpPr/>
          <p:nvPr/>
        </p:nvCxnSpPr>
        <p:spPr>
          <a:xfrm>
            <a:off x="3403600" y="3149600"/>
            <a:ext cx="2336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D6FC8A7-1795-BED1-B83E-B24D5DEA5862}"/>
              </a:ext>
            </a:extLst>
          </p:cNvPr>
          <p:cNvSpPr txBox="1"/>
          <p:nvPr/>
        </p:nvSpPr>
        <p:spPr>
          <a:xfrm>
            <a:off x="3403600" y="3416300"/>
            <a:ext cx="2349500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48ABC51-43DF-28D0-BE2B-13EC61FE3805}"/>
              </a:ext>
            </a:extLst>
          </p:cNvPr>
          <p:cNvSpPr txBox="1"/>
          <p:nvPr/>
        </p:nvSpPr>
        <p:spPr>
          <a:xfrm>
            <a:off x="3403600" y="4457700"/>
            <a:ext cx="2349500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44A677E-41CC-B976-2C40-638FAFB41331}"/>
              </a:ext>
            </a:extLst>
          </p:cNvPr>
          <p:cNvSpPr txBox="1"/>
          <p:nvPr/>
        </p:nvSpPr>
        <p:spPr>
          <a:xfrm>
            <a:off x="60960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043D1D9-BC9C-C310-663C-AFD222229A24}"/>
              </a:ext>
            </a:extLst>
          </p:cNvPr>
          <p:cNvCxnSpPr/>
          <p:nvPr/>
        </p:nvCxnSpPr>
        <p:spPr>
          <a:xfrm>
            <a:off x="6096000" y="3149600"/>
            <a:ext cx="2336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6225D8F-3309-40BB-C586-8A457D432A41}"/>
              </a:ext>
            </a:extLst>
          </p:cNvPr>
          <p:cNvSpPr txBox="1"/>
          <p:nvPr/>
        </p:nvSpPr>
        <p:spPr>
          <a:xfrm>
            <a:off x="6096000" y="3416300"/>
            <a:ext cx="2349500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523BA0D-926F-58C9-854C-86BA2B032CDC}"/>
              </a:ext>
            </a:extLst>
          </p:cNvPr>
          <p:cNvSpPr txBox="1"/>
          <p:nvPr/>
        </p:nvSpPr>
        <p:spPr>
          <a:xfrm>
            <a:off x="6096000" y="4457700"/>
            <a:ext cx="2349500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B75BE53-4BCC-D9B1-0DED-FBA4B4FD0F32}"/>
              </a:ext>
            </a:extLst>
          </p:cNvPr>
          <p:cNvSpPr txBox="1"/>
          <p:nvPr/>
        </p:nvSpPr>
        <p:spPr>
          <a:xfrm>
            <a:off x="87884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04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751D02A-2F4A-0446-392F-A06A46DCE431}"/>
              </a:ext>
            </a:extLst>
          </p:cNvPr>
          <p:cNvCxnSpPr/>
          <p:nvPr/>
        </p:nvCxnSpPr>
        <p:spPr>
          <a:xfrm>
            <a:off x="8788400" y="3149600"/>
            <a:ext cx="2336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A22C329-F7C3-33D7-FC95-CF76E8B12D55}"/>
              </a:ext>
            </a:extLst>
          </p:cNvPr>
          <p:cNvSpPr txBox="1"/>
          <p:nvPr/>
        </p:nvSpPr>
        <p:spPr>
          <a:xfrm>
            <a:off x="8788400" y="3416300"/>
            <a:ext cx="2349500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382F6D6-B841-4A1A-2B07-3EE1BA831EE1}"/>
              </a:ext>
            </a:extLst>
          </p:cNvPr>
          <p:cNvSpPr txBox="1"/>
          <p:nvPr/>
        </p:nvSpPr>
        <p:spPr>
          <a:xfrm>
            <a:off x="8788400" y="4457700"/>
            <a:ext cx="2349500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0C5AA3B-3892-3DD9-9D19-2FD662D83BD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82D4135-76BA-271A-6876-A4836DCB3D5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56153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7B49BC-3983-B83D-C5A4-1CE0CAE108DB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285006-A2A7-B263-B2B0-9C1C6944BFF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象限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0F2189F-0EEA-500F-FDCE-51D0A77E98B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1E54A82-85BB-BEDA-3A54-EAD1D816BAD9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4370D56-5097-747E-FEA6-B095B0807FA0}"/>
              </a:ext>
            </a:extLst>
          </p:cNvPr>
          <p:cNvSpPr/>
          <p:nvPr/>
        </p:nvSpPr>
        <p:spPr>
          <a:xfrm>
            <a:off x="6070600" y="2095500"/>
            <a:ext cx="12700" cy="3835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61A211-4D9B-8ADF-CE1D-23706D7A04AD}"/>
              </a:ext>
            </a:extLst>
          </p:cNvPr>
          <p:cNvSpPr txBox="1"/>
          <p:nvPr/>
        </p:nvSpPr>
        <p:spPr>
          <a:xfrm>
            <a:off x="825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4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4E5B090-55F7-6CC6-14A6-F013EE207708}"/>
              </a:ext>
            </a:extLst>
          </p:cNvPr>
          <p:cNvSpPr txBox="1"/>
          <p:nvPr/>
        </p:nvSpPr>
        <p:spPr>
          <a:xfrm>
            <a:off x="825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1976165-D7DB-199A-B0BD-EC440939B8C3}"/>
              </a:ext>
            </a:extLst>
          </p:cNvPr>
          <p:cNvSpPr txBox="1"/>
          <p:nvPr/>
        </p:nvSpPr>
        <p:spPr>
          <a:xfrm>
            <a:off x="6286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4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1F247E-892E-1B15-C10E-BA2576FE3CFB}"/>
              </a:ext>
            </a:extLst>
          </p:cNvPr>
          <p:cNvSpPr txBox="1"/>
          <p:nvPr/>
        </p:nvSpPr>
        <p:spPr>
          <a:xfrm>
            <a:off x="6286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A1D9E6B-7665-49D1-D3BF-372CA844BBE5}"/>
              </a:ext>
            </a:extLst>
          </p:cNvPr>
          <p:cNvSpPr txBox="1"/>
          <p:nvPr/>
        </p:nvSpPr>
        <p:spPr>
          <a:xfrm>
            <a:off x="825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4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69D06B4-70FE-A558-B94B-3FDE5DA6D28B}"/>
              </a:ext>
            </a:extLst>
          </p:cNvPr>
          <p:cNvSpPr txBox="1"/>
          <p:nvPr/>
        </p:nvSpPr>
        <p:spPr>
          <a:xfrm>
            <a:off x="825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D83C75-D86E-658B-9E6E-5787F7D70BE4}"/>
              </a:ext>
            </a:extLst>
          </p:cNvPr>
          <p:cNvSpPr txBox="1"/>
          <p:nvPr/>
        </p:nvSpPr>
        <p:spPr>
          <a:xfrm>
            <a:off x="6286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4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012CE45-33BB-DC9A-C35A-06B00A3FC1BF}"/>
              </a:ext>
            </a:extLst>
          </p:cNvPr>
          <p:cNvSpPr txBox="1"/>
          <p:nvPr/>
        </p:nvSpPr>
        <p:spPr>
          <a:xfrm>
            <a:off x="6286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F155058-5C32-C594-5C60-C14537F4386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0B5EC63-5D32-AC07-F260-12EE403DD97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6884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16759B-10DC-E291-048A-5B470A191D6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256FA56-771F-BC90-B37A-4B28C54103F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階層ピラミッド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00A2C84-4F54-094F-013F-6C4FC3D17EF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B01504-80E6-8352-705E-F548B493BDEA}"/>
              </a:ext>
            </a:extLst>
          </p:cNvPr>
          <p:cNvSpPr/>
          <p:nvPr/>
        </p:nvSpPr>
        <p:spPr>
          <a:xfrm>
            <a:off x="4445000" y="2133600"/>
            <a:ext cx="3302000" cy="83185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C1FA52B-40E2-9723-E87F-4CFD84149B39}"/>
              </a:ext>
            </a:extLst>
          </p:cNvPr>
          <p:cNvSpPr txBox="1"/>
          <p:nvPr/>
        </p:nvSpPr>
        <p:spPr>
          <a:xfrm>
            <a:off x="4635500" y="2247900"/>
            <a:ext cx="29210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9C6144B-9430-1E55-0DB9-EA0CA96E39EE}"/>
              </a:ext>
            </a:extLst>
          </p:cNvPr>
          <p:cNvSpPr/>
          <p:nvPr/>
        </p:nvSpPr>
        <p:spPr>
          <a:xfrm>
            <a:off x="3407833" y="3067050"/>
            <a:ext cx="5376334" cy="8318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B5F104-E5C4-51DA-0630-0EAC8CFF38C6}"/>
              </a:ext>
            </a:extLst>
          </p:cNvPr>
          <p:cNvSpPr txBox="1"/>
          <p:nvPr/>
        </p:nvSpPr>
        <p:spPr>
          <a:xfrm>
            <a:off x="3598333" y="3181350"/>
            <a:ext cx="4995333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1B42373-10DF-DDF0-BEF2-4E332C618E79}"/>
              </a:ext>
            </a:extLst>
          </p:cNvPr>
          <p:cNvSpPr/>
          <p:nvPr/>
        </p:nvSpPr>
        <p:spPr>
          <a:xfrm>
            <a:off x="2370667" y="4000500"/>
            <a:ext cx="7450667" cy="8318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8D4CB9-1BB6-E16D-84DE-A8988844737A}"/>
              </a:ext>
            </a:extLst>
          </p:cNvPr>
          <p:cNvSpPr txBox="1"/>
          <p:nvPr/>
        </p:nvSpPr>
        <p:spPr>
          <a:xfrm>
            <a:off x="2561167" y="4114800"/>
            <a:ext cx="7069667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2E56CE3-34B5-562F-2F61-B8AD55F52F07}"/>
              </a:ext>
            </a:extLst>
          </p:cNvPr>
          <p:cNvSpPr/>
          <p:nvPr/>
        </p:nvSpPr>
        <p:spPr>
          <a:xfrm>
            <a:off x="1333500" y="4933950"/>
            <a:ext cx="9525000" cy="8318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AC59B6D-4491-4AE5-B3BB-12358B7B9A00}"/>
              </a:ext>
            </a:extLst>
          </p:cNvPr>
          <p:cNvSpPr txBox="1"/>
          <p:nvPr/>
        </p:nvSpPr>
        <p:spPr>
          <a:xfrm>
            <a:off x="1524000" y="5048250"/>
            <a:ext cx="91440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1EB5C99-BC96-6F99-CE0A-C94F7A3C4E9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AABF690-7F50-F4E8-FDF2-2189A07A5E6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3540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CB6744-A67F-3EA2-415B-84D9549D2743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934D6A-7613-2C8B-36BD-7FBF11ABCFB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絞り込み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4E41FEF-0259-8933-81F5-41DAA1D3BCD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C75073A-F1D8-6D0D-DC6A-2E537B35D3AB}"/>
              </a:ext>
            </a:extLst>
          </p:cNvPr>
          <p:cNvSpPr/>
          <p:nvPr/>
        </p:nvSpPr>
        <p:spPr>
          <a:xfrm>
            <a:off x="825500" y="2120900"/>
            <a:ext cx="5842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2146E94-3D88-FCC0-4486-1057EB665A6C}"/>
              </a:ext>
            </a:extLst>
          </p:cNvPr>
          <p:cNvSpPr txBox="1"/>
          <p:nvPr/>
        </p:nvSpPr>
        <p:spPr>
          <a:xfrm>
            <a:off x="977900" y="2235200"/>
            <a:ext cx="5537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9BF378-C706-82F8-2CB1-DEF043597977}"/>
              </a:ext>
            </a:extLst>
          </p:cNvPr>
          <p:cNvSpPr txBox="1"/>
          <p:nvPr/>
        </p:nvSpPr>
        <p:spPr>
          <a:xfrm>
            <a:off x="7188200" y="22225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0170428-D0C4-A188-8584-57F683685DDD}"/>
              </a:ext>
            </a:extLst>
          </p:cNvPr>
          <p:cNvSpPr/>
          <p:nvPr/>
        </p:nvSpPr>
        <p:spPr>
          <a:xfrm>
            <a:off x="1206500" y="3054350"/>
            <a:ext cx="5080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12E0AAB-58C0-FA35-3FF9-715F7EC4DC3D}"/>
              </a:ext>
            </a:extLst>
          </p:cNvPr>
          <p:cNvSpPr txBox="1"/>
          <p:nvPr/>
        </p:nvSpPr>
        <p:spPr>
          <a:xfrm>
            <a:off x="1358900" y="3168650"/>
            <a:ext cx="4775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AFBAEC8-8B2E-D3F3-A176-E22B8756B244}"/>
              </a:ext>
            </a:extLst>
          </p:cNvPr>
          <p:cNvSpPr txBox="1"/>
          <p:nvPr/>
        </p:nvSpPr>
        <p:spPr>
          <a:xfrm>
            <a:off x="7188200" y="31559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4701E12-9A0C-E077-F2F2-6D9DB1CA95C6}"/>
              </a:ext>
            </a:extLst>
          </p:cNvPr>
          <p:cNvSpPr/>
          <p:nvPr/>
        </p:nvSpPr>
        <p:spPr>
          <a:xfrm>
            <a:off x="1587500" y="3987800"/>
            <a:ext cx="4318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6D78025-5289-004D-1F1A-6E42D851182E}"/>
              </a:ext>
            </a:extLst>
          </p:cNvPr>
          <p:cNvSpPr txBox="1"/>
          <p:nvPr/>
        </p:nvSpPr>
        <p:spPr>
          <a:xfrm>
            <a:off x="1739900" y="4102100"/>
            <a:ext cx="4013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85BBD0D-47B0-F926-C27F-42B03797F009}"/>
              </a:ext>
            </a:extLst>
          </p:cNvPr>
          <p:cNvSpPr txBox="1"/>
          <p:nvPr/>
        </p:nvSpPr>
        <p:spPr>
          <a:xfrm>
            <a:off x="7188200" y="40894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BBD2875-5AC0-0F80-4975-35547ED22E8B}"/>
              </a:ext>
            </a:extLst>
          </p:cNvPr>
          <p:cNvSpPr/>
          <p:nvPr/>
        </p:nvSpPr>
        <p:spPr>
          <a:xfrm>
            <a:off x="1968500" y="4921250"/>
            <a:ext cx="3556000" cy="81915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8E439EB-9CF9-B033-F88A-82E026F632F0}"/>
              </a:ext>
            </a:extLst>
          </p:cNvPr>
          <p:cNvSpPr txBox="1"/>
          <p:nvPr/>
        </p:nvSpPr>
        <p:spPr>
          <a:xfrm>
            <a:off x="2120900" y="5035550"/>
            <a:ext cx="3251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92D1964-BB93-34B0-9154-EB8E26835764}"/>
              </a:ext>
            </a:extLst>
          </p:cNvPr>
          <p:cNvSpPr txBox="1"/>
          <p:nvPr/>
        </p:nvSpPr>
        <p:spPr>
          <a:xfrm>
            <a:off x="7188200" y="50228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A8608A2-C358-DB56-07CB-090DCF452DC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86C52DC-A7DA-C0C2-17DE-075755E786F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7591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CEEB2C0-B360-9AD5-8F3C-C4CE0FC6BA3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745520-317A-0EAA-6E9E-F46EDDE842F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中心とつながり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EECD221-C67C-8117-AA5D-221CAA349C6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51BC970-B257-57CB-9F9D-FB11573E4CD3}"/>
              </a:ext>
            </a:extLst>
          </p:cNvPr>
          <p:cNvCxnSpPr/>
          <p:nvPr/>
        </p:nvCxnSpPr>
        <p:spPr>
          <a:xfrm>
            <a:off x="3556000" y="3708400"/>
            <a:ext cx="48260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787A4B1B-3B8E-F097-833A-83FE49672762}"/>
              </a:ext>
            </a:extLst>
          </p:cNvPr>
          <p:cNvSpPr/>
          <p:nvPr/>
        </p:nvSpPr>
        <p:spPr>
          <a:xfrm>
            <a:off x="4533900" y="2578100"/>
            <a:ext cx="3111500" cy="27686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A508077-A92F-7F48-D05D-D780253F4C2E}"/>
              </a:ext>
            </a:extLst>
          </p:cNvPr>
          <p:cNvSpPr txBox="1"/>
          <p:nvPr/>
        </p:nvSpPr>
        <p:spPr>
          <a:xfrm>
            <a:off x="4838700" y="3263900"/>
            <a:ext cx="2514600" cy="1358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FCD1899-B9DA-55FD-4842-887744C7D001}"/>
              </a:ext>
            </a:extLst>
          </p:cNvPr>
          <p:cNvSpPr txBox="1"/>
          <p:nvPr/>
        </p:nvSpPr>
        <p:spPr>
          <a:xfrm>
            <a:off x="7112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1C2184-2A67-36AC-213E-DC7DD4C6619C}"/>
              </a:ext>
            </a:extLst>
          </p:cNvPr>
          <p:cNvSpPr txBox="1"/>
          <p:nvPr/>
        </p:nvSpPr>
        <p:spPr>
          <a:xfrm>
            <a:off x="7112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3D86D64-6A9F-E608-BE52-EFF4D43CE8DA}"/>
              </a:ext>
            </a:extLst>
          </p:cNvPr>
          <p:cNvSpPr txBox="1"/>
          <p:nvPr/>
        </p:nvSpPr>
        <p:spPr>
          <a:xfrm>
            <a:off x="83058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43F51CC-B450-4EE0-868D-3E25B95B8D99}"/>
              </a:ext>
            </a:extLst>
          </p:cNvPr>
          <p:cNvSpPr txBox="1"/>
          <p:nvPr/>
        </p:nvSpPr>
        <p:spPr>
          <a:xfrm>
            <a:off x="83058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55631D2-2E8C-F76B-AF68-B97BCB215088}"/>
              </a:ext>
            </a:extLst>
          </p:cNvPr>
          <p:cNvSpPr txBox="1"/>
          <p:nvPr/>
        </p:nvSpPr>
        <p:spPr>
          <a:xfrm>
            <a:off x="7112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CD07796-D44B-181A-0F1B-1E2067C5C707}"/>
              </a:ext>
            </a:extLst>
          </p:cNvPr>
          <p:cNvSpPr txBox="1"/>
          <p:nvPr/>
        </p:nvSpPr>
        <p:spPr>
          <a:xfrm>
            <a:off x="7112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E41F26E-1EB4-B61F-955D-C11184D2C4A0}"/>
              </a:ext>
            </a:extLst>
          </p:cNvPr>
          <p:cNvSpPr txBox="1"/>
          <p:nvPr/>
        </p:nvSpPr>
        <p:spPr>
          <a:xfrm>
            <a:off x="83058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01735B-32F7-BA25-52D3-D7B9586BBCFC}"/>
              </a:ext>
            </a:extLst>
          </p:cNvPr>
          <p:cNvSpPr txBox="1"/>
          <p:nvPr/>
        </p:nvSpPr>
        <p:spPr>
          <a:xfrm>
            <a:off x="83058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401EDFE-5A90-7BB9-C62A-DE7131A9FF8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5C289C-B61D-8036-F150-96DD22AD13A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7018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642B8C3-69C2-EE19-F21D-85A46FFE9BB3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4A99A7-BF68-B25B-4177-71CCAA7067A9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縦のステップ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AAB1DD2-B04B-3F59-3E73-88474378530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0665EE7-544F-46D8-181B-59FDA255960A}"/>
              </a:ext>
            </a:extLst>
          </p:cNvPr>
          <p:cNvSpPr/>
          <p:nvPr/>
        </p:nvSpPr>
        <p:spPr>
          <a:xfrm>
            <a:off x="1041400" y="2247900"/>
            <a:ext cx="25400" cy="3505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F46067DE-FEA9-30E2-75AD-905237D20134}"/>
              </a:ext>
            </a:extLst>
          </p:cNvPr>
          <p:cNvSpPr/>
          <p:nvPr/>
        </p:nvSpPr>
        <p:spPr>
          <a:xfrm>
            <a:off x="812800" y="215900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7A889B-0F21-0F9D-4CD1-89FB1FBF991B}"/>
              </a:ext>
            </a:extLst>
          </p:cNvPr>
          <p:cNvSpPr txBox="1"/>
          <p:nvPr/>
        </p:nvSpPr>
        <p:spPr>
          <a:xfrm>
            <a:off x="876300" y="21971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189229E-E1B1-9E2F-25FD-5AAECD8B271F}"/>
              </a:ext>
            </a:extLst>
          </p:cNvPr>
          <p:cNvSpPr txBox="1"/>
          <p:nvPr/>
        </p:nvSpPr>
        <p:spPr>
          <a:xfrm>
            <a:off x="1625600" y="21336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1978FB7-B327-FC60-7B09-EC01D13C7BB5}"/>
              </a:ext>
            </a:extLst>
          </p:cNvPr>
          <p:cNvSpPr txBox="1"/>
          <p:nvPr/>
        </p:nvSpPr>
        <p:spPr>
          <a:xfrm>
            <a:off x="5181600" y="21336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7ED26AD0-EC91-C57B-2D2D-9096EC2A76ED}"/>
              </a:ext>
            </a:extLst>
          </p:cNvPr>
          <p:cNvSpPr/>
          <p:nvPr/>
        </p:nvSpPr>
        <p:spPr>
          <a:xfrm>
            <a:off x="812800" y="313055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83981E4-EEDB-933C-DCC7-470B25ED5A4A}"/>
              </a:ext>
            </a:extLst>
          </p:cNvPr>
          <p:cNvSpPr txBox="1"/>
          <p:nvPr/>
        </p:nvSpPr>
        <p:spPr>
          <a:xfrm>
            <a:off x="876300" y="31686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9C42CA7-61FC-4A1F-5F4F-787D57D976B9}"/>
              </a:ext>
            </a:extLst>
          </p:cNvPr>
          <p:cNvSpPr txBox="1"/>
          <p:nvPr/>
        </p:nvSpPr>
        <p:spPr>
          <a:xfrm>
            <a:off x="1625600" y="31051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4827847-1269-B456-477D-74E3622B3DB2}"/>
              </a:ext>
            </a:extLst>
          </p:cNvPr>
          <p:cNvSpPr txBox="1"/>
          <p:nvPr/>
        </p:nvSpPr>
        <p:spPr>
          <a:xfrm>
            <a:off x="5181600" y="31051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029E765E-27D8-18FD-DF54-4BEFA260701C}"/>
              </a:ext>
            </a:extLst>
          </p:cNvPr>
          <p:cNvSpPr/>
          <p:nvPr/>
        </p:nvSpPr>
        <p:spPr>
          <a:xfrm>
            <a:off x="812800" y="410210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F1C03A3-089B-F343-692C-88344642F784}"/>
              </a:ext>
            </a:extLst>
          </p:cNvPr>
          <p:cNvSpPr txBox="1"/>
          <p:nvPr/>
        </p:nvSpPr>
        <p:spPr>
          <a:xfrm>
            <a:off x="876300" y="41402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19F85EC-BD50-78B1-334E-CA8EBDC32062}"/>
              </a:ext>
            </a:extLst>
          </p:cNvPr>
          <p:cNvSpPr txBox="1"/>
          <p:nvPr/>
        </p:nvSpPr>
        <p:spPr>
          <a:xfrm>
            <a:off x="1625600" y="40767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D752A49-162B-41FA-F4BF-61AAC98314BF}"/>
              </a:ext>
            </a:extLst>
          </p:cNvPr>
          <p:cNvSpPr txBox="1"/>
          <p:nvPr/>
        </p:nvSpPr>
        <p:spPr>
          <a:xfrm>
            <a:off x="5181600" y="40767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FFDD5209-B9F7-0FF2-A6D9-173114C3C735}"/>
              </a:ext>
            </a:extLst>
          </p:cNvPr>
          <p:cNvSpPr/>
          <p:nvPr/>
        </p:nvSpPr>
        <p:spPr>
          <a:xfrm>
            <a:off x="812800" y="507365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B505A74-9811-F12F-65D0-56DE13F9A043}"/>
              </a:ext>
            </a:extLst>
          </p:cNvPr>
          <p:cNvSpPr txBox="1"/>
          <p:nvPr/>
        </p:nvSpPr>
        <p:spPr>
          <a:xfrm>
            <a:off x="876300" y="51117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0E9BBDA-6DA4-86D1-4E3F-561A228B2DAB}"/>
              </a:ext>
            </a:extLst>
          </p:cNvPr>
          <p:cNvSpPr txBox="1"/>
          <p:nvPr/>
        </p:nvSpPr>
        <p:spPr>
          <a:xfrm>
            <a:off x="1625600" y="50482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0D96821-6659-43DE-EFF8-AEB2593E2F21}"/>
              </a:ext>
            </a:extLst>
          </p:cNvPr>
          <p:cNvSpPr txBox="1"/>
          <p:nvPr/>
        </p:nvSpPr>
        <p:spPr>
          <a:xfrm>
            <a:off x="5181600" y="50482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3681CF9-A5BB-4158-7506-F8FCF36DE47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0004CA8-1E18-102F-C35A-7FAA5730A05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091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A6843B-1FF7-AC21-282A-195B58C8A19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336698-FB5D-199E-070B-C9567C452AC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数値を強調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ECBA7A6-67DD-862D-0000-76EF4BBFE52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177E74D-5840-781F-6FE4-E90B2A15CB2C}"/>
              </a:ext>
            </a:extLst>
          </p:cNvPr>
          <p:cNvSpPr txBox="1"/>
          <p:nvPr/>
        </p:nvSpPr>
        <p:spPr>
          <a:xfrm>
            <a:off x="7112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7570DE8-F3B6-B0A8-C907-4ED00F5BDFEB}"/>
              </a:ext>
            </a:extLst>
          </p:cNvPr>
          <p:cNvSpPr txBox="1"/>
          <p:nvPr/>
        </p:nvSpPr>
        <p:spPr>
          <a:xfrm>
            <a:off x="7112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1CEE827-0B53-9724-30D0-36829ED6404A}"/>
              </a:ext>
            </a:extLst>
          </p:cNvPr>
          <p:cNvCxnSpPr/>
          <p:nvPr/>
        </p:nvCxnSpPr>
        <p:spPr>
          <a:xfrm>
            <a:off x="711200" y="4686300"/>
            <a:ext cx="23495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CAB8D88-E1F5-53F6-E26F-2CAA7027FEFB}"/>
              </a:ext>
            </a:extLst>
          </p:cNvPr>
          <p:cNvSpPr txBox="1"/>
          <p:nvPr/>
        </p:nvSpPr>
        <p:spPr>
          <a:xfrm>
            <a:off x="7112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22EE3F3-099C-A136-018F-F9CEF7FBBDDD}"/>
              </a:ext>
            </a:extLst>
          </p:cNvPr>
          <p:cNvSpPr txBox="1"/>
          <p:nvPr/>
        </p:nvSpPr>
        <p:spPr>
          <a:xfrm>
            <a:off x="34036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F45FB97-D773-3C4F-89ED-6369F35DF05D}"/>
              </a:ext>
            </a:extLst>
          </p:cNvPr>
          <p:cNvSpPr txBox="1"/>
          <p:nvPr/>
        </p:nvSpPr>
        <p:spPr>
          <a:xfrm>
            <a:off x="34036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5B27C16-4535-5E5F-0912-C0AD2CA842FE}"/>
              </a:ext>
            </a:extLst>
          </p:cNvPr>
          <p:cNvCxnSpPr/>
          <p:nvPr/>
        </p:nvCxnSpPr>
        <p:spPr>
          <a:xfrm>
            <a:off x="3403600" y="4686300"/>
            <a:ext cx="23495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07D86D9-A4BD-3134-1034-A606C933D562}"/>
              </a:ext>
            </a:extLst>
          </p:cNvPr>
          <p:cNvSpPr txBox="1"/>
          <p:nvPr/>
        </p:nvSpPr>
        <p:spPr>
          <a:xfrm>
            <a:off x="34036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405F062-1F84-C849-0DDE-3DC7BF50E57B}"/>
              </a:ext>
            </a:extLst>
          </p:cNvPr>
          <p:cNvSpPr txBox="1"/>
          <p:nvPr/>
        </p:nvSpPr>
        <p:spPr>
          <a:xfrm>
            <a:off x="60960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ACA1507-8BB2-4A6F-2722-2D6FF48D3E3A}"/>
              </a:ext>
            </a:extLst>
          </p:cNvPr>
          <p:cNvSpPr txBox="1"/>
          <p:nvPr/>
        </p:nvSpPr>
        <p:spPr>
          <a:xfrm>
            <a:off x="60960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A8519FE-4F17-54E6-30EE-D437EAAFE5D0}"/>
              </a:ext>
            </a:extLst>
          </p:cNvPr>
          <p:cNvCxnSpPr/>
          <p:nvPr/>
        </p:nvCxnSpPr>
        <p:spPr>
          <a:xfrm>
            <a:off x="6096000" y="4686300"/>
            <a:ext cx="23495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6982373-F353-2BD4-0786-1B721F2DB601}"/>
              </a:ext>
            </a:extLst>
          </p:cNvPr>
          <p:cNvSpPr txBox="1"/>
          <p:nvPr/>
        </p:nvSpPr>
        <p:spPr>
          <a:xfrm>
            <a:off x="60960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FE084E7-F1FD-0150-49C7-243E0C4372D6}"/>
              </a:ext>
            </a:extLst>
          </p:cNvPr>
          <p:cNvSpPr txBox="1"/>
          <p:nvPr/>
        </p:nvSpPr>
        <p:spPr>
          <a:xfrm>
            <a:off x="87884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8314567-7A19-B237-7A83-9D777AC6C6CF}"/>
              </a:ext>
            </a:extLst>
          </p:cNvPr>
          <p:cNvSpPr txBox="1"/>
          <p:nvPr/>
        </p:nvSpPr>
        <p:spPr>
          <a:xfrm>
            <a:off x="87884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60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8BCFDD67-8868-33F6-C5BD-F7890EA33F55}"/>
              </a:ext>
            </a:extLst>
          </p:cNvPr>
          <p:cNvCxnSpPr/>
          <p:nvPr/>
        </p:nvCxnSpPr>
        <p:spPr>
          <a:xfrm>
            <a:off x="8788400" y="4686300"/>
            <a:ext cx="23495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1F9D048-42CA-AD25-7C6D-EA174E1D5C02}"/>
              </a:ext>
            </a:extLst>
          </p:cNvPr>
          <p:cNvSpPr txBox="1"/>
          <p:nvPr/>
        </p:nvSpPr>
        <p:spPr>
          <a:xfrm>
            <a:off x="87884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0F9D430-C58A-B455-53AD-6E357E42748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A071F35-989A-939F-C30C-3C54FE890B8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7449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BAC7ED4-83D3-A575-85FE-5F1796C209F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A98B2F-1C42-A693-8961-B181BC7C5B4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変化の前後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853131C-4472-871D-CCC7-AE7B77B8BDE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B51C3D1-FA0E-EF63-A031-9D0BBB1942C1}"/>
              </a:ext>
            </a:extLst>
          </p:cNvPr>
          <p:cNvCxnSpPr/>
          <p:nvPr/>
        </p:nvCxnSpPr>
        <p:spPr>
          <a:xfrm>
            <a:off x="711200" y="2159000"/>
            <a:ext cx="4940300" cy="0"/>
          </a:xfrm>
          <a:prstGeom prst="line">
            <a:avLst/>
          </a:prstGeom>
          <a:ln w="12700">
            <a:solidFill>
              <a:srgbClr val="A86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026E226-4D4D-DCC0-9389-0F9C559D4C03}"/>
              </a:ext>
            </a:extLst>
          </p:cNvPr>
          <p:cNvSpPr txBox="1"/>
          <p:nvPr/>
        </p:nvSpPr>
        <p:spPr>
          <a:xfrm>
            <a:off x="7112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8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C0408A-C4C3-315E-6D87-C284B51CFAC3}"/>
              </a:ext>
            </a:extLst>
          </p:cNvPr>
          <p:cNvSpPr txBox="1"/>
          <p:nvPr/>
        </p:nvSpPr>
        <p:spPr>
          <a:xfrm>
            <a:off x="7112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15FCF07-AA68-0E37-CA59-710CD44B3494}"/>
              </a:ext>
            </a:extLst>
          </p:cNvPr>
          <p:cNvCxnSpPr/>
          <p:nvPr/>
        </p:nvCxnSpPr>
        <p:spPr>
          <a:xfrm>
            <a:off x="6489700" y="2159000"/>
            <a:ext cx="49403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1A92AEC-92C9-1BAA-5781-3EAA128E88E1}"/>
              </a:ext>
            </a:extLst>
          </p:cNvPr>
          <p:cNvSpPr txBox="1"/>
          <p:nvPr/>
        </p:nvSpPr>
        <p:spPr>
          <a:xfrm>
            <a:off x="64897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8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90BF297-2DBA-7862-6EA0-DCB75B8DBA23}"/>
              </a:ext>
            </a:extLst>
          </p:cNvPr>
          <p:cNvSpPr txBox="1"/>
          <p:nvPr/>
        </p:nvSpPr>
        <p:spPr>
          <a:xfrm>
            <a:off x="64897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5A3FA6A0-F397-2505-A28B-7FB7B8CE46D0}"/>
              </a:ext>
            </a:extLst>
          </p:cNvPr>
          <p:cNvSpPr/>
          <p:nvPr/>
        </p:nvSpPr>
        <p:spPr>
          <a:xfrm>
            <a:off x="5778500" y="3657600"/>
            <a:ext cx="520700" cy="571500"/>
          </a:xfrm>
          <a:prstGeom prst="rightArrow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4F0A2E6-862A-BF84-29D6-8DA5C59C15F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69F568B-53FE-E209-F3FF-7F8CF632CE1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5813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43612ED-0D8A-82A0-3DA5-94AB0DEB815B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B42675-F70E-4189-535F-8CD515612E1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結論と次の行動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7CDC954-44DD-9537-6286-3DD9B75B856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5A45FA-5E07-875D-D61A-3F9CD44B35AF}"/>
              </a:ext>
            </a:extLst>
          </p:cNvPr>
          <p:cNvSpPr txBox="1"/>
          <p:nvPr/>
        </p:nvSpPr>
        <p:spPr>
          <a:xfrm>
            <a:off x="736600" y="2501900"/>
            <a:ext cx="4445000" cy="285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8AE489C-ACA4-5A55-D2F4-355EF498650E}"/>
              </a:ext>
            </a:extLst>
          </p:cNvPr>
          <p:cNvSpPr/>
          <p:nvPr/>
        </p:nvSpPr>
        <p:spPr>
          <a:xfrm>
            <a:off x="5676900" y="2108200"/>
            <a:ext cx="38100" cy="3835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DB59CA-36C9-C003-BCC3-E433540DA384}"/>
              </a:ext>
            </a:extLst>
          </p:cNvPr>
          <p:cNvSpPr txBox="1"/>
          <p:nvPr/>
        </p:nvSpPr>
        <p:spPr>
          <a:xfrm>
            <a:off x="6248400" y="21082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B0CD49-4E98-47A5-D3E8-2F19D6602731}"/>
              </a:ext>
            </a:extLst>
          </p:cNvPr>
          <p:cNvSpPr txBox="1"/>
          <p:nvPr/>
        </p:nvSpPr>
        <p:spPr>
          <a:xfrm>
            <a:off x="6781800" y="21082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C1FB85C-8938-263A-B2A4-543752FBC433}"/>
              </a:ext>
            </a:extLst>
          </p:cNvPr>
          <p:cNvSpPr txBox="1"/>
          <p:nvPr/>
        </p:nvSpPr>
        <p:spPr>
          <a:xfrm>
            <a:off x="6781800" y="25527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F59B04B-3F5B-5750-A695-1FA73CAAE5AF}"/>
              </a:ext>
            </a:extLst>
          </p:cNvPr>
          <p:cNvCxnSpPr/>
          <p:nvPr/>
        </p:nvCxnSpPr>
        <p:spPr>
          <a:xfrm>
            <a:off x="6781800" y="3251200"/>
            <a:ext cx="46609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96A34E-83C4-F42E-B52E-E9A471252E65}"/>
              </a:ext>
            </a:extLst>
          </p:cNvPr>
          <p:cNvSpPr txBox="1"/>
          <p:nvPr/>
        </p:nvSpPr>
        <p:spPr>
          <a:xfrm>
            <a:off x="6248400" y="34036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09C05D0-6652-1AC7-69F6-E98ECC9DBA85}"/>
              </a:ext>
            </a:extLst>
          </p:cNvPr>
          <p:cNvSpPr txBox="1"/>
          <p:nvPr/>
        </p:nvSpPr>
        <p:spPr>
          <a:xfrm>
            <a:off x="6781800" y="34036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02E28E4-5493-C26C-CA00-4B151836A907}"/>
              </a:ext>
            </a:extLst>
          </p:cNvPr>
          <p:cNvSpPr txBox="1"/>
          <p:nvPr/>
        </p:nvSpPr>
        <p:spPr>
          <a:xfrm>
            <a:off x="6781800" y="38481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88B112A-6C23-1E90-479A-84274DF07E21}"/>
              </a:ext>
            </a:extLst>
          </p:cNvPr>
          <p:cNvCxnSpPr/>
          <p:nvPr/>
        </p:nvCxnSpPr>
        <p:spPr>
          <a:xfrm>
            <a:off x="6781800" y="4546600"/>
            <a:ext cx="46609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D5A0071-1053-2F06-7520-CB905EEB42EB}"/>
              </a:ext>
            </a:extLst>
          </p:cNvPr>
          <p:cNvSpPr txBox="1"/>
          <p:nvPr/>
        </p:nvSpPr>
        <p:spPr>
          <a:xfrm>
            <a:off x="6248400" y="46990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6DD5AA0-9FB0-9845-600C-543A8B9E1DFB}"/>
              </a:ext>
            </a:extLst>
          </p:cNvPr>
          <p:cNvSpPr txBox="1"/>
          <p:nvPr/>
        </p:nvSpPr>
        <p:spPr>
          <a:xfrm>
            <a:off x="6781800" y="46990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D2DAF04-1974-1CDF-737E-037C83F9811D}"/>
              </a:ext>
            </a:extLst>
          </p:cNvPr>
          <p:cNvSpPr txBox="1"/>
          <p:nvPr/>
        </p:nvSpPr>
        <p:spPr>
          <a:xfrm>
            <a:off x="6781800" y="51435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B1AD5149-1141-5FD2-FCE3-C06F09896C8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EE95D3D-AF4D-B8F5-8686-19A585B8D29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1920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488D734-675A-18E7-31DF-B0213657838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CA6D13-3676-2C29-D17F-DBD81227879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図形の一覧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D941116-4077-B213-3B47-15EF1FCAC75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A042825D-F074-FF41-B983-A76A69B825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9456958"/>
              </p:ext>
            </p:extLst>
          </p:nvPr>
        </p:nvGraphicFramePr>
        <p:xfrm>
          <a:off x="711200" y="2082800"/>
          <a:ext cx="10769600" cy="3848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2A1E793-6462-EF6C-C4CA-23E0D688321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238764E-F745-B39A-8718-0D4F87879A8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50681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C34A9C8-667C-BBB3-C5DF-D7124523978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BC27AC4-90B9-719F-980B-CEB20037793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見出し帯と本文列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0D5CC2B-3B00-1DAF-A137-DBB9C479BD6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0AE339F-BFE6-A570-97AE-1FE2993A0DDA}"/>
              </a:ext>
            </a:extLst>
          </p:cNvPr>
          <p:cNvSpPr txBox="1"/>
          <p:nvPr/>
        </p:nvSpPr>
        <p:spPr>
          <a:xfrm>
            <a:off x="711200" y="2019300"/>
            <a:ext cx="10769600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F84181E-C144-BE51-4B68-F3706B2AD7FE}"/>
              </a:ext>
            </a:extLst>
          </p:cNvPr>
          <p:cNvCxnSpPr/>
          <p:nvPr/>
        </p:nvCxnSpPr>
        <p:spPr>
          <a:xfrm>
            <a:off x="711200" y="33020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F152D0-38C9-56CE-20CC-B45628BF1BDC}"/>
              </a:ext>
            </a:extLst>
          </p:cNvPr>
          <p:cNvSpPr txBox="1"/>
          <p:nvPr/>
        </p:nvSpPr>
        <p:spPr>
          <a:xfrm>
            <a:off x="711200" y="35814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5FE8E9-F088-63F1-9A23-969F1A914F03}"/>
              </a:ext>
            </a:extLst>
          </p:cNvPr>
          <p:cNvSpPr txBox="1"/>
          <p:nvPr/>
        </p:nvSpPr>
        <p:spPr>
          <a:xfrm>
            <a:off x="711200" y="4419600"/>
            <a:ext cx="246380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FE25B78-1CFC-6E3A-3F19-07783BF67748}"/>
              </a:ext>
            </a:extLst>
          </p:cNvPr>
          <p:cNvSpPr txBox="1"/>
          <p:nvPr/>
        </p:nvSpPr>
        <p:spPr>
          <a:xfrm>
            <a:off x="3479800" y="35814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7C74C07-066D-CA91-B18D-AAF48975251C}"/>
              </a:ext>
            </a:extLst>
          </p:cNvPr>
          <p:cNvSpPr txBox="1"/>
          <p:nvPr/>
        </p:nvSpPr>
        <p:spPr>
          <a:xfrm>
            <a:off x="3479800" y="4419600"/>
            <a:ext cx="246380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300D5A7-2594-1467-203B-A6DC45A9C7CA}"/>
              </a:ext>
            </a:extLst>
          </p:cNvPr>
          <p:cNvSpPr txBox="1"/>
          <p:nvPr/>
        </p:nvSpPr>
        <p:spPr>
          <a:xfrm>
            <a:off x="6248400" y="35814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FD016EB-3F9C-9D2C-0877-7293733808CB}"/>
              </a:ext>
            </a:extLst>
          </p:cNvPr>
          <p:cNvSpPr txBox="1"/>
          <p:nvPr/>
        </p:nvSpPr>
        <p:spPr>
          <a:xfrm>
            <a:off x="6248400" y="4419600"/>
            <a:ext cx="246380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267B4E0-B37C-0A93-0F2D-E0AB50A45650}"/>
              </a:ext>
            </a:extLst>
          </p:cNvPr>
          <p:cNvSpPr txBox="1"/>
          <p:nvPr/>
        </p:nvSpPr>
        <p:spPr>
          <a:xfrm>
            <a:off x="9017000" y="35814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1772948-F8DE-0CC9-C910-D5E574C5BA7E}"/>
              </a:ext>
            </a:extLst>
          </p:cNvPr>
          <p:cNvSpPr txBox="1"/>
          <p:nvPr/>
        </p:nvSpPr>
        <p:spPr>
          <a:xfrm>
            <a:off x="9017000" y="4419600"/>
            <a:ext cx="246380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879AD5F-3F2C-7393-FADA-37DA2D35235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90A4A21-2DEA-C4AF-F237-897F7233A79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1837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9088FB-EAB8-25A8-D3E6-E99C3DBCA5F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D9381E-1836-8FAE-E4EA-322AC16BECC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交互の横帯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4519698-9B95-BDDE-6EC5-2A6A8C40030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75178EA-64A9-A260-15E0-39B6F9191056}"/>
              </a:ext>
            </a:extLst>
          </p:cNvPr>
          <p:cNvSpPr/>
          <p:nvPr/>
        </p:nvSpPr>
        <p:spPr>
          <a:xfrm>
            <a:off x="711200" y="2032000"/>
            <a:ext cx="10769600" cy="9017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1B4ACA9-84EE-9814-6E6F-C69F5A14C943}"/>
              </a:ext>
            </a:extLst>
          </p:cNvPr>
          <p:cNvSpPr txBox="1"/>
          <p:nvPr/>
        </p:nvSpPr>
        <p:spPr>
          <a:xfrm>
            <a:off x="927100" y="21844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34F8D11-AE18-2794-542D-3815A476BD9C}"/>
              </a:ext>
            </a:extLst>
          </p:cNvPr>
          <p:cNvSpPr txBox="1"/>
          <p:nvPr/>
        </p:nvSpPr>
        <p:spPr>
          <a:xfrm>
            <a:off x="4318000" y="2184400"/>
            <a:ext cx="69215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76BB714-7530-77EF-2C56-D36E74B3F10A}"/>
              </a:ext>
            </a:extLst>
          </p:cNvPr>
          <p:cNvSpPr txBox="1"/>
          <p:nvPr/>
        </p:nvSpPr>
        <p:spPr>
          <a:xfrm>
            <a:off x="927100" y="31877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6BD3CFC-61BA-B1F5-35AD-4ED08C244B8D}"/>
              </a:ext>
            </a:extLst>
          </p:cNvPr>
          <p:cNvSpPr txBox="1"/>
          <p:nvPr/>
        </p:nvSpPr>
        <p:spPr>
          <a:xfrm>
            <a:off x="4318000" y="3187700"/>
            <a:ext cx="69215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000C7EB-5F66-1538-A619-64AC5B029C48}"/>
              </a:ext>
            </a:extLst>
          </p:cNvPr>
          <p:cNvSpPr/>
          <p:nvPr/>
        </p:nvSpPr>
        <p:spPr>
          <a:xfrm>
            <a:off x="711200" y="4038600"/>
            <a:ext cx="10769600" cy="9017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58FE63C-410A-6F56-4674-46BD2032F152}"/>
              </a:ext>
            </a:extLst>
          </p:cNvPr>
          <p:cNvSpPr txBox="1"/>
          <p:nvPr/>
        </p:nvSpPr>
        <p:spPr>
          <a:xfrm>
            <a:off x="927100" y="41910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F7A42DE-B074-D738-A8D1-D8D7EC538842}"/>
              </a:ext>
            </a:extLst>
          </p:cNvPr>
          <p:cNvSpPr txBox="1"/>
          <p:nvPr/>
        </p:nvSpPr>
        <p:spPr>
          <a:xfrm>
            <a:off x="4318000" y="4191000"/>
            <a:ext cx="69215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EF49B0-CDE5-DBF6-4D6F-262B38294462}"/>
              </a:ext>
            </a:extLst>
          </p:cNvPr>
          <p:cNvSpPr txBox="1"/>
          <p:nvPr/>
        </p:nvSpPr>
        <p:spPr>
          <a:xfrm>
            <a:off x="927100" y="51943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D56553A-5DE3-F821-DFA5-3F61F9F54172}"/>
              </a:ext>
            </a:extLst>
          </p:cNvPr>
          <p:cNvSpPr txBox="1"/>
          <p:nvPr/>
        </p:nvSpPr>
        <p:spPr>
          <a:xfrm>
            <a:off x="4318000" y="5194300"/>
            <a:ext cx="69215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3EDAFBF-6490-F006-9A08-63CF0932013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8A8889C-8436-63E7-3FDE-EAF6FE2A133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4839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E1189D6-C5AD-0848-6375-F7F4F87800DA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1A898E-FC55-4ED9-6CDD-CB06838DAF5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番号付きの格子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3FBA64A-4F6B-0C32-E0A6-57B8CC33EA2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51CF9C-C7AF-052B-1FF4-71D789027397}"/>
              </a:ext>
            </a:extLst>
          </p:cNvPr>
          <p:cNvSpPr txBox="1"/>
          <p:nvPr/>
        </p:nvSpPr>
        <p:spPr>
          <a:xfrm>
            <a:off x="711200" y="2019300"/>
            <a:ext cx="5334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25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19DE51-C17A-E611-1BFB-A0E69A9710E2}"/>
              </a:ext>
            </a:extLst>
          </p:cNvPr>
          <p:cNvSpPr txBox="1"/>
          <p:nvPr/>
        </p:nvSpPr>
        <p:spPr>
          <a:xfrm>
            <a:off x="1435100" y="2019300"/>
            <a:ext cx="4470400" cy="6492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C748B9-AD69-4464-322E-5F10B543060E}"/>
              </a:ext>
            </a:extLst>
          </p:cNvPr>
          <p:cNvSpPr txBox="1"/>
          <p:nvPr/>
        </p:nvSpPr>
        <p:spPr>
          <a:xfrm>
            <a:off x="1435100" y="2757424"/>
            <a:ext cx="4470400" cy="1065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6A06EB-9C29-EEB2-B849-6F8B571E0802}"/>
              </a:ext>
            </a:extLst>
          </p:cNvPr>
          <p:cNvSpPr txBox="1"/>
          <p:nvPr/>
        </p:nvSpPr>
        <p:spPr>
          <a:xfrm>
            <a:off x="6248400" y="2019300"/>
            <a:ext cx="5334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25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6FE4CF3-CA51-7A6E-47A9-E3C1B51DC521}"/>
              </a:ext>
            </a:extLst>
          </p:cNvPr>
          <p:cNvSpPr txBox="1"/>
          <p:nvPr/>
        </p:nvSpPr>
        <p:spPr>
          <a:xfrm>
            <a:off x="6972300" y="2019300"/>
            <a:ext cx="4470400" cy="6492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2A21FD8-E0FF-07B7-57E3-712C52BDECB4}"/>
              </a:ext>
            </a:extLst>
          </p:cNvPr>
          <p:cNvSpPr txBox="1"/>
          <p:nvPr/>
        </p:nvSpPr>
        <p:spPr>
          <a:xfrm>
            <a:off x="6972300" y="2757424"/>
            <a:ext cx="4470400" cy="1065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5BB8680-2121-6613-862D-A83F6FD0C961}"/>
              </a:ext>
            </a:extLst>
          </p:cNvPr>
          <p:cNvSpPr txBox="1"/>
          <p:nvPr/>
        </p:nvSpPr>
        <p:spPr>
          <a:xfrm>
            <a:off x="711200" y="4025900"/>
            <a:ext cx="5334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25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067FECF-6681-12E7-69FB-4A54A7A6BA7C}"/>
              </a:ext>
            </a:extLst>
          </p:cNvPr>
          <p:cNvSpPr txBox="1"/>
          <p:nvPr/>
        </p:nvSpPr>
        <p:spPr>
          <a:xfrm>
            <a:off x="1435100" y="4025900"/>
            <a:ext cx="4470400" cy="6492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D60E13A-40F8-A3F7-9C22-EB84676EE817}"/>
              </a:ext>
            </a:extLst>
          </p:cNvPr>
          <p:cNvSpPr txBox="1"/>
          <p:nvPr/>
        </p:nvSpPr>
        <p:spPr>
          <a:xfrm>
            <a:off x="1435100" y="4764024"/>
            <a:ext cx="4470400" cy="1065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9AF5836-8C0B-8124-A5D6-DA8CF2AA630E}"/>
              </a:ext>
            </a:extLst>
          </p:cNvPr>
          <p:cNvSpPr txBox="1"/>
          <p:nvPr/>
        </p:nvSpPr>
        <p:spPr>
          <a:xfrm>
            <a:off x="6248400" y="4025900"/>
            <a:ext cx="5334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04</a:t>
            </a:r>
            <a:endParaRPr kumimoji="1" lang="ja-JP" altLang="en-US" sz="25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930520B-7ADE-6FFA-8E94-E1FCF47C58D0}"/>
              </a:ext>
            </a:extLst>
          </p:cNvPr>
          <p:cNvSpPr txBox="1"/>
          <p:nvPr/>
        </p:nvSpPr>
        <p:spPr>
          <a:xfrm>
            <a:off x="6972300" y="4025900"/>
            <a:ext cx="4470400" cy="6492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C92DEBB-28D1-4D39-1522-C9379A2A08C1}"/>
              </a:ext>
            </a:extLst>
          </p:cNvPr>
          <p:cNvSpPr txBox="1"/>
          <p:nvPr/>
        </p:nvSpPr>
        <p:spPr>
          <a:xfrm>
            <a:off x="6972300" y="4764024"/>
            <a:ext cx="4470400" cy="1065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3143B5C-83AE-B1BB-FE2B-DE91469F3E3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FD60669-EC44-2D6D-5FB5-F29E52A7986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9542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5A5DAF-2F82-01E8-AECE-8C76624F7BA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50A6F6-C36F-4DE4-923E-3C7A2DF4A97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段違いの要点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C564873-BFE2-B7D7-5E3E-5ED41188595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711E8A0-393C-B5FA-2635-F46620C367BF}"/>
              </a:ext>
            </a:extLst>
          </p:cNvPr>
          <p:cNvSpPr/>
          <p:nvPr/>
        </p:nvSpPr>
        <p:spPr>
          <a:xfrm>
            <a:off x="711200" y="2057400"/>
            <a:ext cx="2463800" cy="635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4059DE-3D75-6724-9855-9F012BD138B0}"/>
              </a:ext>
            </a:extLst>
          </p:cNvPr>
          <p:cNvSpPr txBox="1"/>
          <p:nvPr/>
        </p:nvSpPr>
        <p:spPr>
          <a:xfrm>
            <a:off x="711200" y="23495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91E18FD-1096-9F68-DC82-8583788C3D35}"/>
              </a:ext>
            </a:extLst>
          </p:cNvPr>
          <p:cNvSpPr txBox="1"/>
          <p:nvPr/>
        </p:nvSpPr>
        <p:spPr>
          <a:xfrm>
            <a:off x="711200" y="3187700"/>
            <a:ext cx="246380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3FAF779-8915-70F2-13F6-9CB0DF3B9C16}"/>
              </a:ext>
            </a:extLst>
          </p:cNvPr>
          <p:cNvSpPr/>
          <p:nvPr/>
        </p:nvSpPr>
        <p:spPr>
          <a:xfrm>
            <a:off x="3479800" y="2971800"/>
            <a:ext cx="2463800" cy="635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26A7F7C-BA20-AEA7-1D36-EA34F229D4F2}"/>
              </a:ext>
            </a:extLst>
          </p:cNvPr>
          <p:cNvSpPr txBox="1"/>
          <p:nvPr/>
        </p:nvSpPr>
        <p:spPr>
          <a:xfrm>
            <a:off x="3479800" y="32639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5B17C22-8F84-33B5-07F8-965B6355D8A5}"/>
              </a:ext>
            </a:extLst>
          </p:cNvPr>
          <p:cNvSpPr txBox="1"/>
          <p:nvPr/>
        </p:nvSpPr>
        <p:spPr>
          <a:xfrm>
            <a:off x="3479800" y="4102100"/>
            <a:ext cx="246380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B2D81E3-FC69-D9AC-E930-929ADDBD9EE3}"/>
              </a:ext>
            </a:extLst>
          </p:cNvPr>
          <p:cNvSpPr/>
          <p:nvPr/>
        </p:nvSpPr>
        <p:spPr>
          <a:xfrm>
            <a:off x="6248400" y="2057400"/>
            <a:ext cx="2463800" cy="635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5D16056-A5AF-6D55-5FE6-288DE79E1776}"/>
              </a:ext>
            </a:extLst>
          </p:cNvPr>
          <p:cNvSpPr txBox="1"/>
          <p:nvPr/>
        </p:nvSpPr>
        <p:spPr>
          <a:xfrm>
            <a:off x="6248400" y="23495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5970177-A676-2820-70D7-AC96206CFF40}"/>
              </a:ext>
            </a:extLst>
          </p:cNvPr>
          <p:cNvSpPr txBox="1"/>
          <p:nvPr/>
        </p:nvSpPr>
        <p:spPr>
          <a:xfrm>
            <a:off x="6248400" y="3187700"/>
            <a:ext cx="246380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FB20E05-9143-475C-BD38-C4A68E948F36}"/>
              </a:ext>
            </a:extLst>
          </p:cNvPr>
          <p:cNvSpPr/>
          <p:nvPr/>
        </p:nvSpPr>
        <p:spPr>
          <a:xfrm>
            <a:off x="9017000" y="2971800"/>
            <a:ext cx="2463800" cy="635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220C941-DEB7-D38E-A764-4FA315F2AC5D}"/>
              </a:ext>
            </a:extLst>
          </p:cNvPr>
          <p:cNvSpPr txBox="1"/>
          <p:nvPr/>
        </p:nvSpPr>
        <p:spPr>
          <a:xfrm>
            <a:off x="9017000" y="32639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F07126F-E243-6811-92A7-6828DB75E4A0}"/>
              </a:ext>
            </a:extLst>
          </p:cNvPr>
          <p:cNvSpPr txBox="1"/>
          <p:nvPr/>
        </p:nvSpPr>
        <p:spPr>
          <a:xfrm>
            <a:off x="9017000" y="4102100"/>
            <a:ext cx="246380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B5A274E-1BDB-68EE-15A8-80A57C789A6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0A619A-739D-D24A-279D-008297FD998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9973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85F8C5-B02C-342A-2DDD-6DAB07085F6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D4E677E-934E-D975-B794-CB2437762908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中央の結論と下の根拠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68A7F78-99E4-E0AE-A5FE-FFDDA6FD806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1ED4EB-2753-834D-0A71-46E87BAFBA2B}"/>
              </a:ext>
            </a:extLst>
          </p:cNvPr>
          <p:cNvSpPr txBox="1"/>
          <p:nvPr/>
        </p:nvSpPr>
        <p:spPr>
          <a:xfrm>
            <a:off x="1219200" y="2108200"/>
            <a:ext cx="9753600" cy="137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7E4A2BB-25E1-D716-CA99-93F9A7221124}"/>
              </a:ext>
            </a:extLst>
          </p:cNvPr>
          <p:cNvCxnSpPr/>
          <p:nvPr/>
        </p:nvCxnSpPr>
        <p:spPr>
          <a:xfrm>
            <a:off x="711200" y="38354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55AF5AC-440C-DCB2-8FF6-8A01AE3C442A}"/>
              </a:ext>
            </a:extLst>
          </p:cNvPr>
          <p:cNvSpPr txBox="1"/>
          <p:nvPr/>
        </p:nvSpPr>
        <p:spPr>
          <a:xfrm>
            <a:off x="7112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0CAF4F1-4757-D988-52CD-21DC41500EE9}"/>
              </a:ext>
            </a:extLst>
          </p:cNvPr>
          <p:cNvSpPr txBox="1"/>
          <p:nvPr/>
        </p:nvSpPr>
        <p:spPr>
          <a:xfrm>
            <a:off x="7112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D4DBD4-F0A3-02E1-A14B-53F478DFD9BD}"/>
              </a:ext>
            </a:extLst>
          </p:cNvPr>
          <p:cNvSpPr txBox="1"/>
          <p:nvPr/>
        </p:nvSpPr>
        <p:spPr>
          <a:xfrm>
            <a:off x="34798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CC0E2FF-78EA-ABF8-899F-755D9A61BE5A}"/>
              </a:ext>
            </a:extLst>
          </p:cNvPr>
          <p:cNvSpPr txBox="1"/>
          <p:nvPr/>
        </p:nvSpPr>
        <p:spPr>
          <a:xfrm>
            <a:off x="34798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ED32451-451D-16DD-855E-AF1F420FAB52}"/>
              </a:ext>
            </a:extLst>
          </p:cNvPr>
          <p:cNvSpPr txBox="1"/>
          <p:nvPr/>
        </p:nvSpPr>
        <p:spPr>
          <a:xfrm>
            <a:off x="62484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1504C2C-24CD-7BEB-E712-81E307927138}"/>
              </a:ext>
            </a:extLst>
          </p:cNvPr>
          <p:cNvSpPr txBox="1"/>
          <p:nvPr/>
        </p:nvSpPr>
        <p:spPr>
          <a:xfrm>
            <a:off x="62484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351C31A-8A76-DEF5-598A-7528122BAEEA}"/>
              </a:ext>
            </a:extLst>
          </p:cNvPr>
          <p:cNvSpPr txBox="1"/>
          <p:nvPr/>
        </p:nvSpPr>
        <p:spPr>
          <a:xfrm>
            <a:off x="90170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EE5EF89-E9A2-95DE-200C-2F504B3BFA39}"/>
              </a:ext>
            </a:extLst>
          </p:cNvPr>
          <p:cNvSpPr txBox="1"/>
          <p:nvPr/>
        </p:nvSpPr>
        <p:spPr>
          <a:xfrm>
            <a:off x="90170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FEC793-13D9-8E7E-85AB-6C5D041D1B2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D5483A4-79A9-532B-7CE4-3C2D364C458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6847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D2464D5-4DB2-D361-07E2-12058481290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22DC39-E49F-D2F3-0F0A-ABFDCAB24FA6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下部の結論帯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F276C91-A4BD-8AD0-1DC5-4500FC79F68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4A169D-55F9-E2E7-17E0-A15523F6DB60}"/>
              </a:ext>
            </a:extLst>
          </p:cNvPr>
          <p:cNvSpPr txBox="1"/>
          <p:nvPr/>
        </p:nvSpPr>
        <p:spPr>
          <a:xfrm>
            <a:off x="711200" y="21082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471DB31-E56D-8A1B-6AE4-2D8824534274}"/>
              </a:ext>
            </a:extLst>
          </p:cNvPr>
          <p:cNvSpPr txBox="1"/>
          <p:nvPr/>
        </p:nvSpPr>
        <p:spPr>
          <a:xfrm>
            <a:off x="711200" y="2946400"/>
            <a:ext cx="24638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7EAB2F0-86BB-B360-8FEC-A818EDF1FCEA}"/>
              </a:ext>
            </a:extLst>
          </p:cNvPr>
          <p:cNvSpPr txBox="1"/>
          <p:nvPr/>
        </p:nvSpPr>
        <p:spPr>
          <a:xfrm>
            <a:off x="3479800" y="21082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151356F-EA6C-0706-CD3F-70E1E6E866F2}"/>
              </a:ext>
            </a:extLst>
          </p:cNvPr>
          <p:cNvSpPr txBox="1"/>
          <p:nvPr/>
        </p:nvSpPr>
        <p:spPr>
          <a:xfrm>
            <a:off x="3479800" y="2946400"/>
            <a:ext cx="24638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624EC0-2E0F-D4CB-E972-FAC07290ADCD}"/>
              </a:ext>
            </a:extLst>
          </p:cNvPr>
          <p:cNvSpPr txBox="1"/>
          <p:nvPr/>
        </p:nvSpPr>
        <p:spPr>
          <a:xfrm>
            <a:off x="6248400" y="21082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ABF7969-5E21-417D-7EBC-88E87E63EB6E}"/>
              </a:ext>
            </a:extLst>
          </p:cNvPr>
          <p:cNvSpPr txBox="1"/>
          <p:nvPr/>
        </p:nvSpPr>
        <p:spPr>
          <a:xfrm>
            <a:off x="6248400" y="2946400"/>
            <a:ext cx="24638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790B84-9A5F-BB65-893F-D15BA1AA9842}"/>
              </a:ext>
            </a:extLst>
          </p:cNvPr>
          <p:cNvSpPr txBox="1"/>
          <p:nvPr/>
        </p:nvSpPr>
        <p:spPr>
          <a:xfrm>
            <a:off x="9017000" y="21082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F204BD7-0454-3E1E-5B3B-D892F99C7AF5}"/>
              </a:ext>
            </a:extLst>
          </p:cNvPr>
          <p:cNvSpPr txBox="1"/>
          <p:nvPr/>
        </p:nvSpPr>
        <p:spPr>
          <a:xfrm>
            <a:off x="9017000" y="2946400"/>
            <a:ext cx="24638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A28F84F-9D68-1C4F-2027-36448157BFE1}"/>
              </a:ext>
            </a:extLst>
          </p:cNvPr>
          <p:cNvSpPr/>
          <p:nvPr/>
        </p:nvSpPr>
        <p:spPr>
          <a:xfrm>
            <a:off x="711200" y="4914900"/>
            <a:ext cx="10769600" cy="11176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74A7CCF-D60C-AD4F-D4EB-0E620B67D241}"/>
              </a:ext>
            </a:extLst>
          </p:cNvPr>
          <p:cNvSpPr txBox="1"/>
          <p:nvPr/>
        </p:nvSpPr>
        <p:spPr>
          <a:xfrm>
            <a:off x="977900" y="5105400"/>
            <a:ext cx="102362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0B5D779D-79F7-E893-864B-28E50F7600C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BCCAD34-DA8A-5934-7A33-819A1A45C8B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62472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A4C8863-E4C7-4DD0-D347-9BC305383CAB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6755CF-C512-701B-D632-5926728D891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縦見出し欄と要点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B38DEAC-6BE1-9AE8-418A-3EFE2CEE904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061AD80-318B-749B-1667-3F42FC5E5D61}"/>
              </a:ext>
            </a:extLst>
          </p:cNvPr>
          <p:cNvSpPr/>
          <p:nvPr/>
        </p:nvSpPr>
        <p:spPr>
          <a:xfrm>
            <a:off x="711200" y="2006600"/>
            <a:ext cx="3060700" cy="4025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B019F2-4A70-E444-830D-9EBB9BA37AED}"/>
              </a:ext>
            </a:extLst>
          </p:cNvPr>
          <p:cNvSpPr txBox="1"/>
          <p:nvPr/>
        </p:nvSpPr>
        <p:spPr>
          <a:xfrm>
            <a:off x="965200" y="2273300"/>
            <a:ext cx="2527300" cy="347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
える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E55E179-7EAC-69A7-E5D0-37EC0E44372B}"/>
              </a:ext>
            </a:extLst>
          </p:cNvPr>
          <p:cNvSpPr txBox="1"/>
          <p:nvPr/>
        </p:nvSpPr>
        <p:spPr>
          <a:xfrm>
            <a:off x="4229100" y="2082800"/>
            <a:ext cx="2443988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77E9265-B6F6-0CE1-9C4A-B012364B776F}"/>
              </a:ext>
            </a:extLst>
          </p:cNvPr>
          <p:cNvSpPr txBox="1"/>
          <p:nvPr/>
        </p:nvSpPr>
        <p:spPr>
          <a:xfrm>
            <a:off x="6960616" y="2082800"/>
            <a:ext cx="4456684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9272ACC-3EE2-6ABF-3507-7FD349D66399}"/>
              </a:ext>
            </a:extLst>
          </p:cNvPr>
          <p:cNvCxnSpPr/>
          <p:nvPr/>
        </p:nvCxnSpPr>
        <p:spPr>
          <a:xfrm>
            <a:off x="4229100" y="2981325"/>
            <a:ext cx="7188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D21493E-F2E1-685A-4865-C701C82C8B5A}"/>
              </a:ext>
            </a:extLst>
          </p:cNvPr>
          <p:cNvSpPr txBox="1"/>
          <p:nvPr/>
        </p:nvSpPr>
        <p:spPr>
          <a:xfrm>
            <a:off x="4229100" y="3070225"/>
            <a:ext cx="2443988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90F147F-87AE-AD43-1B0A-2A0A896197EB}"/>
              </a:ext>
            </a:extLst>
          </p:cNvPr>
          <p:cNvSpPr txBox="1"/>
          <p:nvPr/>
        </p:nvSpPr>
        <p:spPr>
          <a:xfrm>
            <a:off x="6960616" y="3070225"/>
            <a:ext cx="4456684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A343091-8BED-9527-A1F6-5D81200BA77E}"/>
              </a:ext>
            </a:extLst>
          </p:cNvPr>
          <p:cNvCxnSpPr/>
          <p:nvPr/>
        </p:nvCxnSpPr>
        <p:spPr>
          <a:xfrm>
            <a:off x="4229100" y="3968750"/>
            <a:ext cx="7188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85B84B-1E56-A569-1A68-5BDDBF48434D}"/>
              </a:ext>
            </a:extLst>
          </p:cNvPr>
          <p:cNvSpPr txBox="1"/>
          <p:nvPr/>
        </p:nvSpPr>
        <p:spPr>
          <a:xfrm>
            <a:off x="4229100" y="4057650"/>
            <a:ext cx="2443988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BA3B744-6B72-5F0D-999B-E2ABB66BF58D}"/>
              </a:ext>
            </a:extLst>
          </p:cNvPr>
          <p:cNvSpPr txBox="1"/>
          <p:nvPr/>
        </p:nvSpPr>
        <p:spPr>
          <a:xfrm>
            <a:off x="6960616" y="4057650"/>
            <a:ext cx="4456684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A37C206-E53E-4109-C0E0-4592698C62F8}"/>
              </a:ext>
            </a:extLst>
          </p:cNvPr>
          <p:cNvCxnSpPr/>
          <p:nvPr/>
        </p:nvCxnSpPr>
        <p:spPr>
          <a:xfrm>
            <a:off x="4229100" y="4956175"/>
            <a:ext cx="7188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52ECBA3-B589-905A-88E2-0FFACB333DAE}"/>
              </a:ext>
            </a:extLst>
          </p:cNvPr>
          <p:cNvSpPr txBox="1"/>
          <p:nvPr/>
        </p:nvSpPr>
        <p:spPr>
          <a:xfrm>
            <a:off x="4229100" y="5045075"/>
            <a:ext cx="2443988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A92F8CC-AD8B-EB67-3BDA-B3BBDDD621E5}"/>
              </a:ext>
            </a:extLst>
          </p:cNvPr>
          <p:cNvSpPr txBox="1"/>
          <p:nvPr/>
        </p:nvSpPr>
        <p:spPr>
          <a:xfrm>
            <a:off x="6960616" y="5045075"/>
            <a:ext cx="4456684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5478276-7ADD-1370-35E2-1E4BA55B7D2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D270497-FE37-ABAD-8B88-9495DDA1F20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0656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7090495-00DB-F0AA-36C3-E56B8BA770E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EBC741-CD23-5FF4-3925-A18E7C2AFE2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見出しと本文の対照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EBF4449-8034-7E39-6AAB-4BF206A8454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099293-B384-1199-B7EE-EFEE7D19492C}"/>
              </a:ext>
            </a:extLst>
          </p:cNvPr>
          <p:cNvSpPr txBox="1"/>
          <p:nvPr/>
        </p:nvSpPr>
        <p:spPr>
          <a:xfrm>
            <a:off x="711200" y="2082800"/>
            <a:ext cx="323088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74A37A-E578-D1BC-08DA-E8A95D0FAEC6}"/>
              </a:ext>
            </a:extLst>
          </p:cNvPr>
          <p:cNvSpPr txBox="1"/>
          <p:nvPr/>
        </p:nvSpPr>
        <p:spPr>
          <a:xfrm>
            <a:off x="4372864" y="2082800"/>
            <a:ext cx="7107936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2ECD7DE-1754-ABF4-B886-B00F5DBA4D09}"/>
              </a:ext>
            </a:extLst>
          </p:cNvPr>
          <p:cNvCxnSpPr/>
          <p:nvPr/>
        </p:nvCxnSpPr>
        <p:spPr>
          <a:xfrm>
            <a:off x="711200" y="29781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4422F46-397E-25B9-6218-326DD34DABF8}"/>
              </a:ext>
            </a:extLst>
          </p:cNvPr>
          <p:cNvSpPr txBox="1"/>
          <p:nvPr/>
        </p:nvSpPr>
        <p:spPr>
          <a:xfrm>
            <a:off x="711200" y="3067050"/>
            <a:ext cx="323088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E62ED6-0031-D076-5E28-139EF4B02188}"/>
              </a:ext>
            </a:extLst>
          </p:cNvPr>
          <p:cNvSpPr txBox="1"/>
          <p:nvPr/>
        </p:nvSpPr>
        <p:spPr>
          <a:xfrm>
            <a:off x="4372864" y="3067050"/>
            <a:ext cx="7107936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E8F8E2E-2A23-6DF8-4928-23D68F0E29C8}"/>
              </a:ext>
            </a:extLst>
          </p:cNvPr>
          <p:cNvCxnSpPr/>
          <p:nvPr/>
        </p:nvCxnSpPr>
        <p:spPr>
          <a:xfrm>
            <a:off x="711200" y="39624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B7188C9-51A0-47F7-D6C8-96A434C41787}"/>
              </a:ext>
            </a:extLst>
          </p:cNvPr>
          <p:cNvSpPr txBox="1"/>
          <p:nvPr/>
        </p:nvSpPr>
        <p:spPr>
          <a:xfrm>
            <a:off x="711200" y="4051300"/>
            <a:ext cx="323088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1811F18-159C-BEDE-287E-50F4CBBB0122}"/>
              </a:ext>
            </a:extLst>
          </p:cNvPr>
          <p:cNvSpPr txBox="1"/>
          <p:nvPr/>
        </p:nvSpPr>
        <p:spPr>
          <a:xfrm>
            <a:off x="4372864" y="4051300"/>
            <a:ext cx="7107936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C9687F8B-F0A1-112B-F40B-BC28BEBCB510}"/>
              </a:ext>
            </a:extLst>
          </p:cNvPr>
          <p:cNvCxnSpPr/>
          <p:nvPr/>
        </p:nvCxnSpPr>
        <p:spPr>
          <a:xfrm>
            <a:off x="711200" y="49466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0056E81-AC75-EB6E-F992-7EA0A92337F3}"/>
              </a:ext>
            </a:extLst>
          </p:cNvPr>
          <p:cNvSpPr txBox="1"/>
          <p:nvPr/>
        </p:nvSpPr>
        <p:spPr>
          <a:xfrm>
            <a:off x="711200" y="5035550"/>
            <a:ext cx="323088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2AE6598-977F-8669-EFCF-888075FBF3A9}"/>
              </a:ext>
            </a:extLst>
          </p:cNvPr>
          <p:cNvSpPr txBox="1"/>
          <p:nvPr/>
        </p:nvSpPr>
        <p:spPr>
          <a:xfrm>
            <a:off x="4372864" y="5035550"/>
            <a:ext cx="7107936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95AA2A8-489B-F41F-B557-298CE0761E8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3C7FEAC-CF96-6472-4569-DF0546938FD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8851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4736</Words>
  <Application>Microsoft Office PowerPoint</Application>
  <PresentationFormat>ユーザー設定</PresentationFormat>
  <Paragraphs>395</Paragraphs>
  <Slides>30</Slides>
  <Notes>30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5" baseType="lpstr">
      <vt:lpstr>游ゴシック</vt:lpstr>
      <vt:lpstr>游ゴシック Light</vt:lpstr>
      <vt:lpstr>Yu Gothic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2026-09-27T04:36:49Z</dcterms:created>
  <dcterms:modified xsi:type="dcterms:W3CDTF">2026-09-27T04:36:49Z</dcterms:modified>
</cp:coreProperties>
</file>