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39-435B-9590-B35619C50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39-435B-9590-B35619C50D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39-435B-9590-B35619C50D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8984927"/>
        <c:axId val="2009294223"/>
      </c:barChart>
      <c:catAx>
        <c:axId val="38898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2009294223"/>
        <c:crosses val="autoZero"/>
        <c:auto val="1"/>
        <c:lblAlgn val="ctr"/>
        <c:lblOffset val="100"/>
        <c:noMultiLvlLbl val="0"/>
      </c:catAx>
      <c:valAx>
        <c:axId val="200929422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38898492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7F8B5E-32CC-4BFA-B2ED-563DC63D833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AF36A6AA-B2EB-4B16-93D7-6CB0D680E68B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gm:t>
    </dgm:pt>
    <dgm:pt modelId="{E57B67C5-5FD4-45E2-84C5-386D22C29E0C}" type="parTrans" cxnId="{443D9CDE-4CF9-4DB0-903D-EB0487738FD3}">
      <dgm:prSet/>
      <dgm:spPr/>
      <dgm:t>
        <a:bodyPr/>
        <a:lstStyle/>
        <a:p>
          <a:endParaRPr kumimoji="1" lang="ja-JP" altLang="en-US"/>
        </a:p>
      </dgm:t>
    </dgm:pt>
    <dgm:pt modelId="{1716A8B2-2CB3-471B-B67C-57C56D930265}" type="sibTrans" cxnId="{443D9CDE-4CF9-4DB0-903D-EB0487738FD3}">
      <dgm:prSet/>
      <dgm:spPr/>
      <dgm:t>
        <a:bodyPr/>
        <a:lstStyle/>
        <a:p>
          <a:endParaRPr kumimoji="1" lang="ja-JP" altLang="en-US"/>
        </a:p>
      </dgm:t>
    </dgm:pt>
    <dgm:pt modelId="{D804B547-0C71-4E8D-9C18-8DFB8DF3E629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gm:t>
    </dgm:pt>
    <dgm:pt modelId="{7C8D832B-A00B-4E06-8040-5BCB8A634B6F}" type="parTrans" cxnId="{4B13BFAB-FB44-4BDA-9E5A-F1152548554B}">
      <dgm:prSet/>
      <dgm:spPr/>
    </dgm:pt>
    <dgm:pt modelId="{0501F831-357F-4C69-ADD2-3DC2B00802CE}" type="sibTrans" cxnId="{4B13BFAB-FB44-4BDA-9E5A-F1152548554B}">
      <dgm:prSet/>
      <dgm:spPr/>
    </dgm:pt>
    <dgm:pt modelId="{7118D074-7760-44BA-A006-FD972A672620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gm:t>
    </dgm:pt>
    <dgm:pt modelId="{30CD4900-168E-4FB0-B97E-CBCD825611CD}" type="parTrans" cxnId="{7F9BA32D-98AB-46FE-9755-8818875DD42E}">
      <dgm:prSet/>
      <dgm:spPr/>
    </dgm:pt>
    <dgm:pt modelId="{7B990EA7-06E5-4182-8805-BC18829165E3}" type="sibTrans" cxnId="{7F9BA32D-98AB-46FE-9755-8818875DD42E}">
      <dgm:prSet/>
      <dgm:spPr/>
    </dgm:pt>
    <dgm:pt modelId="{C0EE527F-587C-4D87-9A17-4BEAC6A712A0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gm:t>
    </dgm:pt>
    <dgm:pt modelId="{02F94682-8B2E-4B24-B7C7-6310AEBE5AFC}" type="parTrans" cxnId="{02AB11C1-8F30-453A-BD08-6414FB77B63B}">
      <dgm:prSet/>
      <dgm:spPr/>
    </dgm:pt>
    <dgm:pt modelId="{95790093-0DBA-44DD-B4F3-9EB90FD6E66E}" type="sibTrans" cxnId="{02AB11C1-8F30-453A-BD08-6414FB77B63B}">
      <dgm:prSet/>
      <dgm:spPr/>
    </dgm:pt>
    <dgm:pt modelId="{4AF8EF19-3F62-460A-AB28-9FA18BF86F97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gm:t>
    </dgm:pt>
    <dgm:pt modelId="{C95A9925-FD14-4E51-91A4-17839C17FA9D}" type="parTrans" cxnId="{06A46779-C48A-4D3E-A8CA-51AFC2F67804}">
      <dgm:prSet/>
      <dgm:spPr/>
    </dgm:pt>
    <dgm:pt modelId="{32447328-5516-4B0C-9727-193B301CAD8C}" type="sibTrans" cxnId="{06A46779-C48A-4D3E-A8CA-51AFC2F67804}">
      <dgm:prSet/>
      <dgm:spPr/>
    </dgm:pt>
    <dgm:pt modelId="{83D2F779-96F5-43C4-B429-B786612632AF}" type="pres">
      <dgm:prSet presAssocID="{8F7F8B5E-32CC-4BFA-B2ED-563DC63D83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57F64FF-DFAC-4CF1-B460-7AC7EC5AE7D9}" type="pres">
      <dgm:prSet presAssocID="{AF36A6AA-B2EB-4B16-93D7-6CB0D680E68B}" presName="hierRoot1" presStyleCnt="0">
        <dgm:presLayoutVars>
          <dgm:hierBranch val="init"/>
        </dgm:presLayoutVars>
      </dgm:prSet>
      <dgm:spPr/>
    </dgm:pt>
    <dgm:pt modelId="{A4760745-F1B2-47D9-9EF0-3810F2B4C875}" type="pres">
      <dgm:prSet presAssocID="{AF36A6AA-B2EB-4B16-93D7-6CB0D680E68B}" presName="rootComposite1" presStyleCnt="0"/>
      <dgm:spPr/>
    </dgm:pt>
    <dgm:pt modelId="{9AD7B57B-8424-47C3-87FB-8B307902532D}" type="pres">
      <dgm:prSet presAssocID="{AF36A6AA-B2EB-4B16-93D7-6CB0D680E68B}" presName="rootText1" presStyleLbl="node0" presStyleIdx="0" presStyleCnt="1">
        <dgm:presLayoutVars>
          <dgm:chPref val="3"/>
        </dgm:presLayoutVars>
      </dgm:prSet>
      <dgm:spPr/>
    </dgm:pt>
    <dgm:pt modelId="{CAC7B38C-BFAB-4F21-A2A3-09280B530406}" type="pres">
      <dgm:prSet presAssocID="{AF36A6AA-B2EB-4B16-93D7-6CB0D680E68B}" presName="rootConnector1" presStyleLbl="node1" presStyleIdx="0" presStyleCnt="0"/>
      <dgm:spPr/>
    </dgm:pt>
    <dgm:pt modelId="{4030FA3F-8763-4F02-97FC-FC85B6728FB3}" type="pres">
      <dgm:prSet presAssocID="{AF36A6AA-B2EB-4B16-93D7-6CB0D680E68B}" presName="hierChild2" presStyleCnt="0"/>
      <dgm:spPr/>
    </dgm:pt>
    <dgm:pt modelId="{7CB8FF1B-6D37-4DB7-B2DD-BE67F9AE007B}" type="pres">
      <dgm:prSet presAssocID="{7C8D832B-A00B-4E06-8040-5BCB8A634B6F}" presName="Name37" presStyleLbl="parChTrans1D2" presStyleIdx="0" presStyleCnt="2"/>
      <dgm:spPr/>
    </dgm:pt>
    <dgm:pt modelId="{46E214C3-5A20-48F6-8F15-9178715633DB}" type="pres">
      <dgm:prSet presAssocID="{D804B547-0C71-4E8D-9C18-8DFB8DF3E629}" presName="hierRoot2" presStyleCnt="0">
        <dgm:presLayoutVars>
          <dgm:hierBranch val="init"/>
        </dgm:presLayoutVars>
      </dgm:prSet>
      <dgm:spPr/>
    </dgm:pt>
    <dgm:pt modelId="{E968F6AB-E7ED-4FC5-A437-BB1179794790}" type="pres">
      <dgm:prSet presAssocID="{D804B547-0C71-4E8D-9C18-8DFB8DF3E629}" presName="rootComposite" presStyleCnt="0"/>
      <dgm:spPr/>
    </dgm:pt>
    <dgm:pt modelId="{2D753D42-61AA-491B-ADBE-2567D079E6E4}" type="pres">
      <dgm:prSet presAssocID="{D804B547-0C71-4E8D-9C18-8DFB8DF3E629}" presName="rootText" presStyleLbl="node2" presStyleIdx="0" presStyleCnt="2">
        <dgm:presLayoutVars>
          <dgm:chPref val="3"/>
        </dgm:presLayoutVars>
      </dgm:prSet>
      <dgm:spPr/>
    </dgm:pt>
    <dgm:pt modelId="{D798B18E-679A-49BF-BD04-0704344FD0D0}" type="pres">
      <dgm:prSet presAssocID="{D804B547-0C71-4E8D-9C18-8DFB8DF3E629}" presName="rootConnector" presStyleLbl="node2" presStyleIdx="0" presStyleCnt="2"/>
      <dgm:spPr/>
    </dgm:pt>
    <dgm:pt modelId="{76CBD405-65A2-466D-862F-C8FFBDC06735}" type="pres">
      <dgm:prSet presAssocID="{D804B547-0C71-4E8D-9C18-8DFB8DF3E629}" presName="hierChild4" presStyleCnt="0"/>
      <dgm:spPr/>
    </dgm:pt>
    <dgm:pt modelId="{ABA2E987-205B-457A-9B58-21F456A51805}" type="pres">
      <dgm:prSet presAssocID="{02F94682-8B2E-4B24-B7C7-6310AEBE5AFC}" presName="Name37" presStyleLbl="parChTrans1D3" presStyleIdx="0" presStyleCnt="2"/>
      <dgm:spPr/>
    </dgm:pt>
    <dgm:pt modelId="{16F4816B-CB5E-48ED-8F95-82F09F5C3DA2}" type="pres">
      <dgm:prSet presAssocID="{C0EE527F-587C-4D87-9A17-4BEAC6A712A0}" presName="hierRoot2" presStyleCnt="0">
        <dgm:presLayoutVars>
          <dgm:hierBranch val="init"/>
        </dgm:presLayoutVars>
      </dgm:prSet>
      <dgm:spPr/>
    </dgm:pt>
    <dgm:pt modelId="{2BCAD9D1-CA48-4B07-8053-4D1CE5B96FBB}" type="pres">
      <dgm:prSet presAssocID="{C0EE527F-587C-4D87-9A17-4BEAC6A712A0}" presName="rootComposite" presStyleCnt="0"/>
      <dgm:spPr/>
    </dgm:pt>
    <dgm:pt modelId="{AA63A806-00A6-4265-B9DD-B149FAC6C382}" type="pres">
      <dgm:prSet presAssocID="{C0EE527F-587C-4D87-9A17-4BEAC6A712A0}" presName="rootText" presStyleLbl="node3" presStyleIdx="0" presStyleCnt="2">
        <dgm:presLayoutVars>
          <dgm:chPref val="3"/>
        </dgm:presLayoutVars>
      </dgm:prSet>
      <dgm:spPr/>
    </dgm:pt>
    <dgm:pt modelId="{1D742903-2FF7-4140-98F0-7F2B1433D573}" type="pres">
      <dgm:prSet presAssocID="{C0EE527F-587C-4D87-9A17-4BEAC6A712A0}" presName="rootConnector" presStyleLbl="node3" presStyleIdx="0" presStyleCnt="2"/>
      <dgm:spPr/>
    </dgm:pt>
    <dgm:pt modelId="{DC133577-FE05-481F-BA45-16AE6821BE8A}" type="pres">
      <dgm:prSet presAssocID="{C0EE527F-587C-4D87-9A17-4BEAC6A712A0}" presName="hierChild4" presStyleCnt="0"/>
      <dgm:spPr/>
    </dgm:pt>
    <dgm:pt modelId="{CCBFA8B3-A6E1-4D2F-8133-91B43AAD8E37}" type="pres">
      <dgm:prSet presAssocID="{C0EE527F-587C-4D87-9A17-4BEAC6A712A0}" presName="hierChild5" presStyleCnt="0"/>
      <dgm:spPr/>
    </dgm:pt>
    <dgm:pt modelId="{B4B7BA84-FD9A-453D-BBB2-81F79C9B51CB}" type="pres">
      <dgm:prSet presAssocID="{D804B547-0C71-4E8D-9C18-8DFB8DF3E629}" presName="hierChild5" presStyleCnt="0"/>
      <dgm:spPr/>
    </dgm:pt>
    <dgm:pt modelId="{41C16117-13BB-443A-AB55-3B98EE7659BB}" type="pres">
      <dgm:prSet presAssocID="{30CD4900-168E-4FB0-B97E-CBCD825611CD}" presName="Name37" presStyleLbl="parChTrans1D2" presStyleIdx="1" presStyleCnt="2"/>
      <dgm:spPr/>
    </dgm:pt>
    <dgm:pt modelId="{60E9E52D-1A35-4EDC-A744-70D7ECBE85C7}" type="pres">
      <dgm:prSet presAssocID="{7118D074-7760-44BA-A006-FD972A672620}" presName="hierRoot2" presStyleCnt="0">
        <dgm:presLayoutVars>
          <dgm:hierBranch val="init"/>
        </dgm:presLayoutVars>
      </dgm:prSet>
      <dgm:spPr/>
    </dgm:pt>
    <dgm:pt modelId="{6DFBB1ED-2B5D-4B24-8825-F8FF6C37530E}" type="pres">
      <dgm:prSet presAssocID="{7118D074-7760-44BA-A006-FD972A672620}" presName="rootComposite" presStyleCnt="0"/>
      <dgm:spPr/>
    </dgm:pt>
    <dgm:pt modelId="{DF58134E-0705-49F1-8C70-8A56910F8DB8}" type="pres">
      <dgm:prSet presAssocID="{7118D074-7760-44BA-A006-FD972A672620}" presName="rootText" presStyleLbl="node2" presStyleIdx="1" presStyleCnt="2">
        <dgm:presLayoutVars>
          <dgm:chPref val="3"/>
        </dgm:presLayoutVars>
      </dgm:prSet>
      <dgm:spPr/>
    </dgm:pt>
    <dgm:pt modelId="{F5CE1C12-850D-4444-9885-FC9EC4631E36}" type="pres">
      <dgm:prSet presAssocID="{7118D074-7760-44BA-A006-FD972A672620}" presName="rootConnector" presStyleLbl="node2" presStyleIdx="1" presStyleCnt="2"/>
      <dgm:spPr/>
    </dgm:pt>
    <dgm:pt modelId="{371D22A4-8BC1-4033-8299-DC8368BD72A3}" type="pres">
      <dgm:prSet presAssocID="{7118D074-7760-44BA-A006-FD972A672620}" presName="hierChild4" presStyleCnt="0"/>
      <dgm:spPr/>
    </dgm:pt>
    <dgm:pt modelId="{708C9809-20E0-4F28-B30A-541E8C450A0A}" type="pres">
      <dgm:prSet presAssocID="{C95A9925-FD14-4E51-91A4-17839C17FA9D}" presName="Name37" presStyleLbl="parChTrans1D3" presStyleIdx="1" presStyleCnt="2"/>
      <dgm:spPr/>
    </dgm:pt>
    <dgm:pt modelId="{8B8CDB1C-6BE0-4339-8873-B7E979D15289}" type="pres">
      <dgm:prSet presAssocID="{4AF8EF19-3F62-460A-AB28-9FA18BF86F97}" presName="hierRoot2" presStyleCnt="0">
        <dgm:presLayoutVars>
          <dgm:hierBranch val="init"/>
        </dgm:presLayoutVars>
      </dgm:prSet>
      <dgm:spPr/>
    </dgm:pt>
    <dgm:pt modelId="{23793018-5736-46EB-B838-A0399E83B72E}" type="pres">
      <dgm:prSet presAssocID="{4AF8EF19-3F62-460A-AB28-9FA18BF86F97}" presName="rootComposite" presStyleCnt="0"/>
      <dgm:spPr/>
    </dgm:pt>
    <dgm:pt modelId="{39118421-F9DC-4B59-ACFC-6D8EE3870299}" type="pres">
      <dgm:prSet presAssocID="{4AF8EF19-3F62-460A-AB28-9FA18BF86F97}" presName="rootText" presStyleLbl="node3" presStyleIdx="1" presStyleCnt="2">
        <dgm:presLayoutVars>
          <dgm:chPref val="3"/>
        </dgm:presLayoutVars>
      </dgm:prSet>
      <dgm:spPr/>
    </dgm:pt>
    <dgm:pt modelId="{3ABBEDE8-B05C-4488-A867-86AB9A31BB35}" type="pres">
      <dgm:prSet presAssocID="{4AF8EF19-3F62-460A-AB28-9FA18BF86F97}" presName="rootConnector" presStyleLbl="node3" presStyleIdx="1" presStyleCnt="2"/>
      <dgm:spPr/>
    </dgm:pt>
    <dgm:pt modelId="{13289855-B75F-40FC-BA7F-C65F3E0A4E66}" type="pres">
      <dgm:prSet presAssocID="{4AF8EF19-3F62-460A-AB28-9FA18BF86F97}" presName="hierChild4" presStyleCnt="0"/>
      <dgm:spPr/>
    </dgm:pt>
    <dgm:pt modelId="{0B4130B6-4762-421E-8426-AF6E3EDF03C3}" type="pres">
      <dgm:prSet presAssocID="{4AF8EF19-3F62-460A-AB28-9FA18BF86F97}" presName="hierChild5" presStyleCnt="0"/>
      <dgm:spPr/>
    </dgm:pt>
    <dgm:pt modelId="{6DC6AEF3-3A3E-404D-9727-563B7645FAF0}" type="pres">
      <dgm:prSet presAssocID="{7118D074-7760-44BA-A006-FD972A672620}" presName="hierChild5" presStyleCnt="0"/>
      <dgm:spPr/>
    </dgm:pt>
    <dgm:pt modelId="{8D579FA0-D48B-47A0-BBE9-535017734F4D}" type="pres">
      <dgm:prSet presAssocID="{AF36A6AA-B2EB-4B16-93D7-6CB0D680E68B}" presName="hierChild3" presStyleCnt="0"/>
      <dgm:spPr/>
    </dgm:pt>
  </dgm:ptLst>
  <dgm:cxnLst>
    <dgm:cxn modelId="{70CA3626-C5F1-4418-B822-D5EDFC0D58F6}" type="presOf" srcId="{AF36A6AA-B2EB-4B16-93D7-6CB0D680E68B}" destId="{CAC7B38C-BFAB-4F21-A2A3-09280B530406}" srcOrd="1" destOrd="0" presId="urn:microsoft.com/office/officeart/2005/8/layout/orgChart1"/>
    <dgm:cxn modelId="{A3C6252C-0981-4659-A29B-DBCAB7AF4E8D}" type="presOf" srcId="{8F7F8B5E-32CC-4BFA-B2ED-563DC63D833B}" destId="{83D2F779-96F5-43C4-B429-B786612632AF}" srcOrd="0" destOrd="0" presId="urn:microsoft.com/office/officeart/2005/8/layout/orgChart1"/>
    <dgm:cxn modelId="{7F9BA32D-98AB-46FE-9755-8818875DD42E}" srcId="{AF36A6AA-B2EB-4B16-93D7-6CB0D680E68B}" destId="{7118D074-7760-44BA-A006-FD972A672620}" srcOrd="1" destOrd="0" parTransId="{30CD4900-168E-4FB0-B97E-CBCD825611CD}" sibTransId="{7B990EA7-06E5-4182-8805-BC18829165E3}"/>
    <dgm:cxn modelId="{2DDA223C-D938-4580-9A7D-78CBA97CAAB2}" type="presOf" srcId="{4AF8EF19-3F62-460A-AB28-9FA18BF86F97}" destId="{39118421-F9DC-4B59-ACFC-6D8EE3870299}" srcOrd="0" destOrd="0" presId="urn:microsoft.com/office/officeart/2005/8/layout/orgChart1"/>
    <dgm:cxn modelId="{250E583C-30D5-4F0A-A8F8-7F0A0390A33D}" type="presOf" srcId="{D804B547-0C71-4E8D-9C18-8DFB8DF3E629}" destId="{D798B18E-679A-49BF-BD04-0704344FD0D0}" srcOrd="1" destOrd="0" presId="urn:microsoft.com/office/officeart/2005/8/layout/orgChart1"/>
    <dgm:cxn modelId="{1220E13C-9EE3-4D6B-A190-E9DF45DD2E3C}" type="presOf" srcId="{7118D074-7760-44BA-A006-FD972A672620}" destId="{F5CE1C12-850D-4444-9885-FC9EC4631E36}" srcOrd="1" destOrd="0" presId="urn:microsoft.com/office/officeart/2005/8/layout/orgChart1"/>
    <dgm:cxn modelId="{D034F83D-4DE1-4A7B-8CB8-CF416A38FAE6}" type="presOf" srcId="{7118D074-7760-44BA-A006-FD972A672620}" destId="{DF58134E-0705-49F1-8C70-8A56910F8DB8}" srcOrd="0" destOrd="0" presId="urn:microsoft.com/office/officeart/2005/8/layout/orgChart1"/>
    <dgm:cxn modelId="{311A036F-3DD0-45EE-855C-7D2FA4E1CAB3}" type="presOf" srcId="{AF36A6AA-B2EB-4B16-93D7-6CB0D680E68B}" destId="{9AD7B57B-8424-47C3-87FB-8B307902532D}" srcOrd="0" destOrd="0" presId="urn:microsoft.com/office/officeart/2005/8/layout/orgChart1"/>
    <dgm:cxn modelId="{07D1964F-99F6-4341-8805-8D3089C8DE18}" type="presOf" srcId="{4AF8EF19-3F62-460A-AB28-9FA18BF86F97}" destId="{3ABBEDE8-B05C-4488-A867-86AB9A31BB35}" srcOrd="1" destOrd="0" presId="urn:microsoft.com/office/officeart/2005/8/layout/orgChart1"/>
    <dgm:cxn modelId="{0AEA6853-4709-4474-9F1B-F50747FF1690}" type="presOf" srcId="{C0EE527F-587C-4D87-9A17-4BEAC6A712A0}" destId="{AA63A806-00A6-4265-B9DD-B149FAC6C382}" srcOrd="0" destOrd="0" presId="urn:microsoft.com/office/officeart/2005/8/layout/orgChart1"/>
    <dgm:cxn modelId="{A1005655-8173-4D85-A9C1-DE54B38A0BE5}" type="presOf" srcId="{C95A9925-FD14-4E51-91A4-17839C17FA9D}" destId="{708C9809-20E0-4F28-B30A-541E8C450A0A}" srcOrd="0" destOrd="0" presId="urn:microsoft.com/office/officeart/2005/8/layout/orgChart1"/>
    <dgm:cxn modelId="{06A46779-C48A-4D3E-A8CA-51AFC2F67804}" srcId="{7118D074-7760-44BA-A006-FD972A672620}" destId="{4AF8EF19-3F62-460A-AB28-9FA18BF86F97}" srcOrd="0" destOrd="0" parTransId="{C95A9925-FD14-4E51-91A4-17839C17FA9D}" sibTransId="{32447328-5516-4B0C-9727-193B301CAD8C}"/>
    <dgm:cxn modelId="{6E2AA27A-764B-476B-A8A3-28835907EDDB}" type="presOf" srcId="{7C8D832B-A00B-4E06-8040-5BCB8A634B6F}" destId="{7CB8FF1B-6D37-4DB7-B2DD-BE67F9AE007B}" srcOrd="0" destOrd="0" presId="urn:microsoft.com/office/officeart/2005/8/layout/orgChart1"/>
    <dgm:cxn modelId="{10CFF083-FFD4-4F15-A93E-C5C5E0A6CC6C}" type="presOf" srcId="{30CD4900-168E-4FB0-B97E-CBCD825611CD}" destId="{41C16117-13BB-443A-AB55-3B98EE7659BB}" srcOrd="0" destOrd="0" presId="urn:microsoft.com/office/officeart/2005/8/layout/orgChart1"/>
    <dgm:cxn modelId="{ACB5978F-2F3E-4792-9134-A67BC169C988}" type="presOf" srcId="{C0EE527F-587C-4D87-9A17-4BEAC6A712A0}" destId="{1D742903-2FF7-4140-98F0-7F2B1433D573}" srcOrd="1" destOrd="0" presId="urn:microsoft.com/office/officeart/2005/8/layout/orgChart1"/>
    <dgm:cxn modelId="{9594659D-F99F-44C7-82CF-D6B5AC2C2905}" type="presOf" srcId="{D804B547-0C71-4E8D-9C18-8DFB8DF3E629}" destId="{2D753D42-61AA-491B-ADBE-2567D079E6E4}" srcOrd="0" destOrd="0" presId="urn:microsoft.com/office/officeart/2005/8/layout/orgChart1"/>
    <dgm:cxn modelId="{4B13BFAB-FB44-4BDA-9E5A-F1152548554B}" srcId="{AF36A6AA-B2EB-4B16-93D7-6CB0D680E68B}" destId="{D804B547-0C71-4E8D-9C18-8DFB8DF3E629}" srcOrd="0" destOrd="0" parTransId="{7C8D832B-A00B-4E06-8040-5BCB8A634B6F}" sibTransId="{0501F831-357F-4C69-ADD2-3DC2B00802CE}"/>
    <dgm:cxn modelId="{57322ABB-B5B8-4B9C-BC7E-650B17B694E7}" type="presOf" srcId="{02F94682-8B2E-4B24-B7C7-6310AEBE5AFC}" destId="{ABA2E987-205B-457A-9B58-21F456A51805}" srcOrd="0" destOrd="0" presId="urn:microsoft.com/office/officeart/2005/8/layout/orgChart1"/>
    <dgm:cxn modelId="{02AB11C1-8F30-453A-BD08-6414FB77B63B}" srcId="{D804B547-0C71-4E8D-9C18-8DFB8DF3E629}" destId="{C0EE527F-587C-4D87-9A17-4BEAC6A712A0}" srcOrd="0" destOrd="0" parTransId="{02F94682-8B2E-4B24-B7C7-6310AEBE5AFC}" sibTransId="{95790093-0DBA-44DD-B4F3-9EB90FD6E66E}"/>
    <dgm:cxn modelId="{443D9CDE-4CF9-4DB0-903D-EB0487738FD3}" srcId="{8F7F8B5E-32CC-4BFA-B2ED-563DC63D833B}" destId="{AF36A6AA-B2EB-4B16-93D7-6CB0D680E68B}" srcOrd="0" destOrd="0" parTransId="{E57B67C5-5FD4-45E2-84C5-386D22C29E0C}" sibTransId="{1716A8B2-2CB3-471B-B67C-57C56D930265}"/>
    <dgm:cxn modelId="{9F5E0EB7-D184-45B5-9EF3-ABB0FAD38E04}" type="presParOf" srcId="{83D2F779-96F5-43C4-B429-B786612632AF}" destId="{457F64FF-DFAC-4CF1-B460-7AC7EC5AE7D9}" srcOrd="0" destOrd="0" presId="urn:microsoft.com/office/officeart/2005/8/layout/orgChart1"/>
    <dgm:cxn modelId="{3566F027-52E0-4D86-8B04-C4BEE711B63C}" type="presParOf" srcId="{457F64FF-DFAC-4CF1-B460-7AC7EC5AE7D9}" destId="{A4760745-F1B2-47D9-9EF0-3810F2B4C875}" srcOrd="0" destOrd="0" presId="urn:microsoft.com/office/officeart/2005/8/layout/orgChart1"/>
    <dgm:cxn modelId="{620D79BC-8844-42C1-9342-258B00B20CBC}" type="presParOf" srcId="{A4760745-F1B2-47D9-9EF0-3810F2B4C875}" destId="{9AD7B57B-8424-47C3-87FB-8B307902532D}" srcOrd="0" destOrd="0" presId="urn:microsoft.com/office/officeart/2005/8/layout/orgChart1"/>
    <dgm:cxn modelId="{CC8DFDE5-6120-4B0E-AF53-9C9168B0CBC8}" type="presParOf" srcId="{A4760745-F1B2-47D9-9EF0-3810F2B4C875}" destId="{CAC7B38C-BFAB-4F21-A2A3-09280B530406}" srcOrd="1" destOrd="0" presId="urn:microsoft.com/office/officeart/2005/8/layout/orgChart1"/>
    <dgm:cxn modelId="{E62958C2-3321-4333-B70B-7C525DFD6129}" type="presParOf" srcId="{457F64FF-DFAC-4CF1-B460-7AC7EC5AE7D9}" destId="{4030FA3F-8763-4F02-97FC-FC85B6728FB3}" srcOrd="1" destOrd="0" presId="urn:microsoft.com/office/officeart/2005/8/layout/orgChart1"/>
    <dgm:cxn modelId="{5970E1DA-E6AC-475F-A97A-CA4B37ABBBCA}" type="presParOf" srcId="{4030FA3F-8763-4F02-97FC-FC85B6728FB3}" destId="{7CB8FF1B-6D37-4DB7-B2DD-BE67F9AE007B}" srcOrd="0" destOrd="0" presId="urn:microsoft.com/office/officeart/2005/8/layout/orgChart1"/>
    <dgm:cxn modelId="{C7C8BE1A-D2BB-409D-89D9-8E00B2699DBD}" type="presParOf" srcId="{4030FA3F-8763-4F02-97FC-FC85B6728FB3}" destId="{46E214C3-5A20-48F6-8F15-9178715633DB}" srcOrd="1" destOrd="0" presId="urn:microsoft.com/office/officeart/2005/8/layout/orgChart1"/>
    <dgm:cxn modelId="{201A5DAC-0FC3-401D-B9ED-65F219EBA653}" type="presParOf" srcId="{46E214C3-5A20-48F6-8F15-9178715633DB}" destId="{E968F6AB-E7ED-4FC5-A437-BB1179794790}" srcOrd="0" destOrd="0" presId="urn:microsoft.com/office/officeart/2005/8/layout/orgChart1"/>
    <dgm:cxn modelId="{19B27C71-C9B9-4CF8-B34F-24D50A5852DA}" type="presParOf" srcId="{E968F6AB-E7ED-4FC5-A437-BB1179794790}" destId="{2D753D42-61AA-491B-ADBE-2567D079E6E4}" srcOrd="0" destOrd="0" presId="urn:microsoft.com/office/officeart/2005/8/layout/orgChart1"/>
    <dgm:cxn modelId="{BACA24B5-A58E-4CD7-9EF1-EA211B9CDB65}" type="presParOf" srcId="{E968F6AB-E7ED-4FC5-A437-BB1179794790}" destId="{D798B18E-679A-49BF-BD04-0704344FD0D0}" srcOrd="1" destOrd="0" presId="urn:microsoft.com/office/officeart/2005/8/layout/orgChart1"/>
    <dgm:cxn modelId="{7CE9BCE7-EDC4-4283-954F-47CD3AEF5BA3}" type="presParOf" srcId="{46E214C3-5A20-48F6-8F15-9178715633DB}" destId="{76CBD405-65A2-466D-862F-C8FFBDC06735}" srcOrd="1" destOrd="0" presId="urn:microsoft.com/office/officeart/2005/8/layout/orgChart1"/>
    <dgm:cxn modelId="{115FD8AF-237F-406B-8A5F-2EEFF775F35E}" type="presParOf" srcId="{76CBD405-65A2-466D-862F-C8FFBDC06735}" destId="{ABA2E987-205B-457A-9B58-21F456A51805}" srcOrd="0" destOrd="0" presId="urn:microsoft.com/office/officeart/2005/8/layout/orgChart1"/>
    <dgm:cxn modelId="{E759633D-091E-4404-8810-0DB18EC81794}" type="presParOf" srcId="{76CBD405-65A2-466D-862F-C8FFBDC06735}" destId="{16F4816B-CB5E-48ED-8F95-82F09F5C3DA2}" srcOrd="1" destOrd="0" presId="urn:microsoft.com/office/officeart/2005/8/layout/orgChart1"/>
    <dgm:cxn modelId="{57848BA2-9871-4557-BFAA-2FA761C9FDEA}" type="presParOf" srcId="{16F4816B-CB5E-48ED-8F95-82F09F5C3DA2}" destId="{2BCAD9D1-CA48-4B07-8053-4D1CE5B96FBB}" srcOrd="0" destOrd="0" presId="urn:microsoft.com/office/officeart/2005/8/layout/orgChart1"/>
    <dgm:cxn modelId="{F8ECD1B7-29C8-434C-8E29-DD24C38993AC}" type="presParOf" srcId="{2BCAD9D1-CA48-4B07-8053-4D1CE5B96FBB}" destId="{AA63A806-00A6-4265-B9DD-B149FAC6C382}" srcOrd="0" destOrd="0" presId="urn:microsoft.com/office/officeart/2005/8/layout/orgChart1"/>
    <dgm:cxn modelId="{9EDE85EA-A44D-4B19-B454-9BDDD9A062DB}" type="presParOf" srcId="{2BCAD9D1-CA48-4B07-8053-4D1CE5B96FBB}" destId="{1D742903-2FF7-4140-98F0-7F2B1433D573}" srcOrd="1" destOrd="0" presId="urn:microsoft.com/office/officeart/2005/8/layout/orgChart1"/>
    <dgm:cxn modelId="{53A05069-694B-4F0E-A0CA-B0E56D82F179}" type="presParOf" srcId="{16F4816B-CB5E-48ED-8F95-82F09F5C3DA2}" destId="{DC133577-FE05-481F-BA45-16AE6821BE8A}" srcOrd="1" destOrd="0" presId="urn:microsoft.com/office/officeart/2005/8/layout/orgChart1"/>
    <dgm:cxn modelId="{69F73FAC-6F9D-4DEB-82EF-6A5754E4D37F}" type="presParOf" srcId="{16F4816B-CB5E-48ED-8F95-82F09F5C3DA2}" destId="{CCBFA8B3-A6E1-4D2F-8133-91B43AAD8E37}" srcOrd="2" destOrd="0" presId="urn:microsoft.com/office/officeart/2005/8/layout/orgChart1"/>
    <dgm:cxn modelId="{7671B134-A275-4535-A3B6-50B9D23410A4}" type="presParOf" srcId="{46E214C3-5A20-48F6-8F15-9178715633DB}" destId="{B4B7BA84-FD9A-453D-BBB2-81F79C9B51CB}" srcOrd="2" destOrd="0" presId="urn:microsoft.com/office/officeart/2005/8/layout/orgChart1"/>
    <dgm:cxn modelId="{C8456691-DFD0-4F12-9A1F-63AC4C7799DD}" type="presParOf" srcId="{4030FA3F-8763-4F02-97FC-FC85B6728FB3}" destId="{41C16117-13BB-443A-AB55-3B98EE7659BB}" srcOrd="2" destOrd="0" presId="urn:microsoft.com/office/officeart/2005/8/layout/orgChart1"/>
    <dgm:cxn modelId="{F7A892DD-0E9C-46DE-8E94-0BB99F8DA885}" type="presParOf" srcId="{4030FA3F-8763-4F02-97FC-FC85B6728FB3}" destId="{60E9E52D-1A35-4EDC-A744-70D7ECBE85C7}" srcOrd="3" destOrd="0" presId="urn:microsoft.com/office/officeart/2005/8/layout/orgChart1"/>
    <dgm:cxn modelId="{CA0B5E18-4FAB-4E10-879B-89B3DDEF8948}" type="presParOf" srcId="{60E9E52D-1A35-4EDC-A744-70D7ECBE85C7}" destId="{6DFBB1ED-2B5D-4B24-8825-F8FF6C37530E}" srcOrd="0" destOrd="0" presId="urn:microsoft.com/office/officeart/2005/8/layout/orgChart1"/>
    <dgm:cxn modelId="{C700DC4C-10F0-44A6-85DB-726A258CCF53}" type="presParOf" srcId="{6DFBB1ED-2B5D-4B24-8825-F8FF6C37530E}" destId="{DF58134E-0705-49F1-8C70-8A56910F8DB8}" srcOrd="0" destOrd="0" presId="urn:microsoft.com/office/officeart/2005/8/layout/orgChart1"/>
    <dgm:cxn modelId="{C241B17D-00D6-4393-96E0-22128C3FF118}" type="presParOf" srcId="{6DFBB1ED-2B5D-4B24-8825-F8FF6C37530E}" destId="{F5CE1C12-850D-4444-9885-FC9EC4631E36}" srcOrd="1" destOrd="0" presId="urn:microsoft.com/office/officeart/2005/8/layout/orgChart1"/>
    <dgm:cxn modelId="{F36DFFDA-9C35-41D2-B9D5-5D01EA965EFF}" type="presParOf" srcId="{60E9E52D-1A35-4EDC-A744-70D7ECBE85C7}" destId="{371D22A4-8BC1-4033-8299-DC8368BD72A3}" srcOrd="1" destOrd="0" presId="urn:microsoft.com/office/officeart/2005/8/layout/orgChart1"/>
    <dgm:cxn modelId="{41F25149-770D-4E12-8917-DA4750A9A67C}" type="presParOf" srcId="{371D22A4-8BC1-4033-8299-DC8368BD72A3}" destId="{708C9809-20E0-4F28-B30A-541E8C450A0A}" srcOrd="0" destOrd="0" presId="urn:microsoft.com/office/officeart/2005/8/layout/orgChart1"/>
    <dgm:cxn modelId="{12C2565A-2935-49B5-B983-2F2157054CAB}" type="presParOf" srcId="{371D22A4-8BC1-4033-8299-DC8368BD72A3}" destId="{8B8CDB1C-6BE0-4339-8873-B7E979D15289}" srcOrd="1" destOrd="0" presId="urn:microsoft.com/office/officeart/2005/8/layout/orgChart1"/>
    <dgm:cxn modelId="{C1C9DF46-EA68-405E-9B8B-C422CC9711BF}" type="presParOf" srcId="{8B8CDB1C-6BE0-4339-8873-B7E979D15289}" destId="{23793018-5736-46EB-B838-A0399E83B72E}" srcOrd="0" destOrd="0" presId="urn:microsoft.com/office/officeart/2005/8/layout/orgChart1"/>
    <dgm:cxn modelId="{57ED0D1F-F515-4844-99F3-69DD6E7E32CB}" type="presParOf" srcId="{23793018-5736-46EB-B838-A0399E83B72E}" destId="{39118421-F9DC-4B59-ACFC-6D8EE3870299}" srcOrd="0" destOrd="0" presId="urn:microsoft.com/office/officeart/2005/8/layout/orgChart1"/>
    <dgm:cxn modelId="{3F2780FF-FB67-47E7-9B4B-F64FB7F838EB}" type="presParOf" srcId="{23793018-5736-46EB-B838-A0399E83B72E}" destId="{3ABBEDE8-B05C-4488-A867-86AB9A31BB35}" srcOrd="1" destOrd="0" presId="urn:microsoft.com/office/officeart/2005/8/layout/orgChart1"/>
    <dgm:cxn modelId="{9BD7DACF-FD15-494B-9D43-68C2D187E44A}" type="presParOf" srcId="{8B8CDB1C-6BE0-4339-8873-B7E979D15289}" destId="{13289855-B75F-40FC-BA7F-C65F3E0A4E66}" srcOrd="1" destOrd="0" presId="urn:microsoft.com/office/officeart/2005/8/layout/orgChart1"/>
    <dgm:cxn modelId="{35E3CDE9-143D-4D20-97D4-0C612F6BB80C}" type="presParOf" srcId="{8B8CDB1C-6BE0-4339-8873-B7E979D15289}" destId="{0B4130B6-4762-421E-8426-AF6E3EDF03C3}" srcOrd="2" destOrd="0" presId="urn:microsoft.com/office/officeart/2005/8/layout/orgChart1"/>
    <dgm:cxn modelId="{628617B7-9A9F-4094-91D0-D6717D4B98EB}" type="presParOf" srcId="{60E9E52D-1A35-4EDC-A744-70D7ECBE85C7}" destId="{6DC6AEF3-3A3E-404D-9727-563B7645FAF0}" srcOrd="2" destOrd="0" presId="urn:microsoft.com/office/officeart/2005/8/layout/orgChart1"/>
    <dgm:cxn modelId="{95CA028B-2B48-4741-BC67-3BE15E23B865}" type="presParOf" srcId="{457F64FF-DFAC-4CF1-B460-7AC7EC5AE7D9}" destId="{8D579FA0-D48B-47A0-BBE9-535017734F4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9BCD6A-DAF3-47A5-AE5C-8779D199B1C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5AD52FC-5611-4DEB-8A0B-B000F4057056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gm:t>
    </dgm:pt>
    <dgm:pt modelId="{895CC1E1-91AD-417E-A1FB-C735C5E2C22C}" type="parTrans" cxnId="{812E0260-706E-47D2-8B72-2D44B9E2A802}">
      <dgm:prSet/>
      <dgm:spPr/>
    </dgm:pt>
    <dgm:pt modelId="{10335C65-3A92-4B8E-8307-52CF23986CEB}" type="sibTrans" cxnId="{812E0260-706E-47D2-8B72-2D44B9E2A802}">
      <dgm:prSet/>
      <dgm:spPr/>
      <dgm:t>
        <a:bodyPr/>
        <a:lstStyle/>
        <a:p>
          <a:endParaRPr kumimoji="1" lang="ja-JP" altLang="en-US"/>
        </a:p>
      </dgm:t>
    </dgm:pt>
    <dgm:pt modelId="{74EB712F-367D-4489-BF36-4432DC1940EC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gm:t>
    </dgm:pt>
    <dgm:pt modelId="{2B6CBF70-74B1-46C4-8604-1E214A9EF243}" type="parTrans" cxnId="{1D8ADC41-BFFE-4B15-A1A3-44FC50B53AE5}">
      <dgm:prSet/>
      <dgm:spPr/>
    </dgm:pt>
    <dgm:pt modelId="{0A21D6AD-D0F6-4D60-B928-A15F89EB0711}" type="sibTrans" cxnId="{1D8ADC41-BFFE-4B15-A1A3-44FC50B53AE5}">
      <dgm:prSet/>
      <dgm:spPr/>
      <dgm:t>
        <a:bodyPr/>
        <a:lstStyle/>
        <a:p>
          <a:endParaRPr kumimoji="1" lang="ja-JP" altLang="en-US"/>
        </a:p>
      </dgm:t>
    </dgm:pt>
    <dgm:pt modelId="{4FFAEDD6-115B-49CB-80B4-24F30A53484E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gm:t>
    </dgm:pt>
    <dgm:pt modelId="{0A985594-EE11-4D52-A8C5-E5FC2A4B4867}" type="parTrans" cxnId="{80E40202-6E14-4E0D-AE03-66C2A45E7D06}">
      <dgm:prSet/>
      <dgm:spPr/>
    </dgm:pt>
    <dgm:pt modelId="{15B76AFD-BABC-4E94-8056-5C415109D572}" type="sibTrans" cxnId="{80E40202-6E14-4E0D-AE03-66C2A45E7D06}">
      <dgm:prSet/>
      <dgm:spPr/>
      <dgm:t>
        <a:bodyPr/>
        <a:lstStyle/>
        <a:p>
          <a:endParaRPr kumimoji="1" lang="ja-JP" altLang="en-US"/>
        </a:p>
      </dgm:t>
    </dgm:pt>
    <dgm:pt modelId="{F27CE33D-D79E-4A6E-9E74-38702C1BF0DD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gm:t>
    </dgm:pt>
    <dgm:pt modelId="{C182ED9B-06A2-4EE3-9581-17C4D0B9834F}" type="parTrans" cxnId="{F8F9D373-F8C7-4D89-8A6E-B62321A9D686}">
      <dgm:prSet/>
      <dgm:spPr/>
    </dgm:pt>
    <dgm:pt modelId="{50EF6AA8-CA16-4FA3-AD25-2499093F09A7}" type="sibTrans" cxnId="{F8F9D373-F8C7-4D89-8A6E-B62321A9D686}">
      <dgm:prSet/>
      <dgm:spPr/>
    </dgm:pt>
    <dgm:pt modelId="{36D7A524-4DA6-4A8A-A998-BE43EEEB6DA3}" type="pres">
      <dgm:prSet presAssocID="{AC9BCD6A-DAF3-47A5-AE5C-8779D199B1C0}" presName="Name0" presStyleCnt="0">
        <dgm:presLayoutVars>
          <dgm:dir/>
          <dgm:resizeHandles val="exact"/>
        </dgm:presLayoutVars>
      </dgm:prSet>
      <dgm:spPr/>
    </dgm:pt>
    <dgm:pt modelId="{EE74E93B-7CE8-43C4-B2DC-03330078EC5E}" type="pres">
      <dgm:prSet presAssocID="{95AD52FC-5611-4DEB-8A0B-B000F4057056}" presName="node" presStyleLbl="node1" presStyleIdx="0" presStyleCnt="4">
        <dgm:presLayoutVars>
          <dgm:bulletEnabled val="1"/>
        </dgm:presLayoutVars>
      </dgm:prSet>
      <dgm:spPr/>
    </dgm:pt>
    <dgm:pt modelId="{1485D5D9-B2B4-4F3C-8A77-3B7028C1264A}" type="pres">
      <dgm:prSet presAssocID="{10335C65-3A92-4B8E-8307-52CF23986CEB}" presName="sibTrans" presStyleLbl="sibTrans2D1" presStyleIdx="0" presStyleCnt="3"/>
      <dgm:spPr/>
    </dgm:pt>
    <dgm:pt modelId="{2D23A378-6699-48B4-8B2E-0EF2CC372795}" type="pres">
      <dgm:prSet presAssocID="{10335C65-3A92-4B8E-8307-52CF23986CEB}" presName="connectorText" presStyleLbl="sibTrans2D1" presStyleIdx="0" presStyleCnt="3"/>
      <dgm:spPr/>
    </dgm:pt>
    <dgm:pt modelId="{BC8C0B6A-540B-45C6-843D-C03653FD7C64}" type="pres">
      <dgm:prSet presAssocID="{74EB712F-367D-4489-BF36-4432DC1940EC}" presName="node" presStyleLbl="node1" presStyleIdx="1" presStyleCnt="4">
        <dgm:presLayoutVars>
          <dgm:bulletEnabled val="1"/>
        </dgm:presLayoutVars>
      </dgm:prSet>
      <dgm:spPr/>
    </dgm:pt>
    <dgm:pt modelId="{59B6D038-C186-4BAA-9A27-F1B351AD53CF}" type="pres">
      <dgm:prSet presAssocID="{0A21D6AD-D0F6-4D60-B928-A15F89EB0711}" presName="sibTrans" presStyleLbl="sibTrans2D1" presStyleIdx="1" presStyleCnt="3"/>
      <dgm:spPr/>
    </dgm:pt>
    <dgm:pt modelId="{12D97039-08D9-4AEC-A03D-CF27483B6383}" type="pres">
      <dgm:prSet presAssocID="{0A21D6AD-D0F6-4D60-B928-A15F89EB0711}" presName="connectorText" presStyleLbl="sibTrans2D1" presStyleIdx="1" presStyleCnt="3"/>
      <dgm:spPr/>
    </dgm:pt>
    <dgm:pt modelId="{D204BFD5-D174-49DE-BE11-5E331FE6ECD8}" type="pres">
      <dgm:prSet presAssocID="{4FFAEDD6-115B-49CB-80B4-24F30A53484E}" presName="node" presStyleLbl="node1" presStyleIdx="2" presStyleCnt="4">
        <dgm:presLayoutVars>
          <dgm:bulletEnabled val="1"/>
        </dgm:presLayoutVars>
      </dgm:prSet>
      <dgm:spPr/>
    </dgm:pt>
    <dgm:pt modelId="{62F934E8-F240-4EBF-9E24-1992FBD9B6EE}" type="pres">
      <dgm:prSet presAssocID="{15B76AFD-BABC-4E94-8056-5C415109D572}" presName="sibTrans" presStyleLbl="sibTrans2D1" presStyleIdx="2" presStyleCnt="3"/>
      <dgm:spPr/>
    </dgm:pt>
    <dgm:pt modelId="{EFE2A6AA-0F0D-4986-A501-8FCB48D7CB2A}" type="pres">
      <dgm:prSet presAssocID="{15B76AFD-BABC-4E94-8056-5C415109D572}" presName="connectorText" presStyleLbl="sibTrans2D1" presStyleIdx="2" presStyleCnt="3"/>
      <dgm:spPr/>
    </dgm:pt>
    <dgm:pt modelId="{AB0361E9-C8B7-405C-9F49-F2344AFF1092}" type="pres">
      <dgm:prSet presAssocID="{F27CE33D-D79E-4A6E-9E74-38702C1BF0DD}" presName="node" presStyleLbl="node1" presStyleIdx="3" presStyleCnt="4">
        <dgm:presLayoutVars>
          <dgm:bulletEnabled val="1"/>
        </dgm:presLayoutVars>
      </dgm:prSet>
      <dgm:spPr/>
    </dgm:pt>
  </dgm:ptLst>
  <dgm:cxnLst>
    <dgm:cxn modelId="{80E40202-6E14-4E0D-AE03-66C2A45E7D06}" srcId="{AC9BCD6A-DAF3-47A5-AE5C-8779D199B1C0}" destId="{4FFAEDD6-115B-49CB-80B4-24F30A53484E}" srcOrd="2" destOrd="0" parTransId="{0A985594-EE11-4D52-A8C5-E5FC2A4B4867}" sibTransId="{15B76AFD-BABC-4E94-8056-5C415109D572}"/>
    <dgm:cxn modelId="{1B5E9207-898D-405A-8A45-D28D6FB17453}" type="presOf" srcId="{0A21D6AD-D0F6-4D60-B928-A15F89EB0711}" destId="{12D97039-08D9-4AEC-A03D-CF27483B6383}" srcOrd="1" destOrd="0" presId="urn:microsoft.com/office/officeart/2005/8/layout/process1"/>
    <dgm:cxn modelId="{E4763610-48BA-4AF6-B3F8-3D896F8B075E}" type="presOf" srcId="{15B76AFD-BABC-4E94-8056-5C415109D572}" destId="{EFE2A6AA-0F0D-4986-A501-8FCB48D7CB2A}" srcOrd="1" destOrd="0" presId="urn:microsoft.com/office/officeart/2005/8/layout/process1"/>
    <dgm:cxn modelId="{C5F4DA2C-7A76-4BBD-B791-3D897D33DD8A}" type="presOf" srcId="{0A21D6AD-D0F6-4D60-B928-A15F89EB0711}" destId="{59B6D038-C186-4BAA-9A27-F1B351AD53CF}" srcOrd="0" destOrd="0" presId="urn:microsoft.com/office/officeart/2005/8/layout/process1"/>
    <dgm:cxn modelId="{A5894C3E-01B2-4847-8390-59763C8A6C86}" type="presOf" srcId="{10335C65-3A92-4B8E-8307-52CF23986CEB}" destId="{1485D5D9-B2B4-4F3C-8A77-3B7028C1264A}" srcOrd="0" destOrd="0" presId="urn:microsoft.com/office/officeart/2005/8/layout/process1"/>
    <dgm:cxn modelId="{37CA963E-71B7-4571-8411-E2070C93F835}" type="presOf" srcId="{10335C65-3A92-4B8E-8307-52CF23986CEB}" destId="{2D23A378-6699-48B4-8B2E-0EF2CC372795}" srcOrd="1" destOrd="0" presId="urn:microsoft.com/office/officeart/2005/8/layout/process1"/>
    <dgm:cxn modelId="{35DB535F-BD7E-4D50-99B3-88DC716B824D}" type="presOf" srcId="{74EB712F-367D-4489-BF36-4432DC1940EC}" destId="{BC8C0B6A-540B-45C6-843D-C03653FD7C64}" srcOrd="0" destOrd="0" presId="urn:microsoft.com/office/officeart/2005/8/layout/process1"/>
    <dgm:cxn modelId="{812E0260-706E-47D2-8B72-2D44B9E2A802}" srcId="{AC9BCD6A-DAF3-47A5-AE5C-8779D199B1C0}" destId="{95AD52FC-5611-4DEB-8A0B-B000F4057056}" srcOrd="0" destOrd="0" parTransId="{895CC1E1-91AD-417E-A1FB-C735C5E2C22C}" sibTransId="{10335C65-3A92-4B8E-8307-52CF23986CEB}"/>
    <dgm:cxn modelId="{1D8ADC41-BFFE-4B15-A1A3-44FC50B53AE5}" srcId="{AC9BCD6A-DAF3-47A5-AE5C-8779D199B1C0}" destId="{74EB712F-367D-4489-BF36-4432DC1940EC}" srcOrd="1" destOrd="0" parTransId="{2B6CBF70-74B1-46C4-8604-1E214A9EF243}" sibTransId="{0A21D6AD-D0F6-4D60-B928-A15F89EB0711}"/>
    <dgm:cxn modelId="{F8F9D373-F8C7-4D89-8A6E-B62321A9D686}" srcId="{AC9BCD6A-DAF3-47A5-AE5C-8779D199B1C0}" destId="{F27CE33D-D79E-4A6E-9E74-38702C1BF0DD}" srcOrd="3" destOrd="0" parTransId="{C182ED9B-06A2-4EE3-9581-17C4D0B9834F}" sibTransId="{50EF6AA8-CA16-4FA3-AD25-2499093F09A7}"/>
    <dgm:cxn modelId="{C5617B99-2694-4F0C-8784-A2AF0DD6138D}" type="presOf" srcId="{15B76AFD-BABC-4E94-8056-5C415109D572}" destId="{62F934E8-F240-4EBF-9E24-1992FBD9B6EE}" srcOrd="0" destOrd="0" presId="urn:microsoft.com/office/officeart/2005/8/layout/process1"/>
    <dgm:cxn modelId="{1E01D6B7-2817-473A-85DC-DDF9BBC33AA4}" type="presOf" srcId="{AC9BCD6A-DAF3-47A5-AE5C-8779D199B1C0}" destId="{36D7A524-4DA6-4A8A-A998-BE43EEEB6DA3}" srcOrd="0" destOrd="0" presId="urn:microsoft.com/office/officeart/2005/8/layout/process1"/>
    <dgm:cxn modelId="{78FE68CE-31A2-4DA0-BBE0-7BC55B459557}" type="presOf" srcId="{95AD52FC-5611-4DEB-8A0B-B000F4057056}" destId="{EE74E93B-7CE8-43C4-B2DC-03330078EC5E}" srcOrd="0" destOrd="0" presId="urn:microsoft.com/office/officeart/2005/8/layout/process1"/>
    <dgm:cxn modelId="{D0D1E1DC-AD42-4A15-B774-5A721276F88F}" type="presOf" srcId="{F27CE33D-D79E-4A6E-9E74-38702C1BF0DD}" destId="{AB0361E9-C8B7-405C-9F49-F2344AFF1092}" srcOrd="0" destOrd="0" presId="urn:microsoft.com/office/officeart/2005/8/layout/process1"/>
    <dgm:cxn modelId="{BF6AE8E7-5273-4D6E-BA04-0AB1B43FED78}" type="presOf" srcId="{4FFAEDD6-115B-49CB-80B4-24F30A53484E}" destId="{D204BFD5-D174-49DE-BE11-5E331FE6ECD8}" srcOrd="0" destOrd="0" presId="urn:microsoft.com/office/officeart/2005/8/layout/process1"/>
    <dgm:cxn modelId="{07A2B6B0-B9D4-41B2-B31A-E74AD179C63E}" type="presParOf" srcId="{36D7A524-4DA6-4A8A-A998-BE43EEEB6DA3}" destId="{EE74E93B-7CE8-43C4-B2DC-03330078EC5E}" srcOrd="0" destOrd="0" presId="urn:microsoft.com/office/officeart/2005/8/layout/process1"/>
    <dgm:cxn modelId="{6CBF59EB-B28C-4483-A543-3300B1AE2190}" type="presParOf" srcId="{36D7A524-4DA6-4A8A-A998-BE43EEEB6DA3}" destId="{1485D5D9-B2B4-4F3C-8A77-3B7028C1264A}" srcOrd="1" destOrd="0" presId="urn:microsoft.com/office/officeart/2005/8/layout/process1"/>
    <dgm:cxn modelId="{01E05E42-1BCA-4E0B-B5B6-B5CD2CCC47BE}" type="presParOf" srcId="{1485D5D9-B2B4-4F3C-8A77-3B7028C1264A}" destId="{2D23A378-6699-48B4-8B2E-0EF2CC372795}" srcOrd="0" destOrd="0" presId="urn:microsoft.com/office/officeart/2005/8/layout/process1"/>
    <dgm:cxn modelId="{BF118FB9-44B0-4787-B9ED-700DF4001AEB}" type="presParOf" srcId="{36D7A524-4DA6-4A8A-A998-BE43EEEB6DA3}" destId="{BC8C0B6A-540B-45C6-843D-C03653FD7C64}" srcOrd="2" destOrd="0" presId="urn:microsoft.com/office/officeart/2005/8/layout/process1"/>
    <dgm:cxn modelId="{6EC41A8A-B87A-4690-90A6-18F068A3E539}" type="presParOf" srcId="{36D7A524-4DA6-4A8A-A998-BE43EEEB6DA3}" destId="{59B6D038-C186-4BAA-9A27-F1B351AD53CF}" srcOrd="3" destOrd="0" presId="urn:microsoft.com/office/officeart/2005/8/layout/process1"/>
    <dgm:cxn modelId="{4A38E667-9F76-4B3D-9723-5622B3D57FC8}" type="presParOf" srcId="{59B6D038-C186-4BAA-9A27-F1B351AD53CF}" destId="{12D97039-08D9-4AEC-A03D-CF27483B6383}" srcOrd="0" destOrd="0" presId="urn:microsoft.com/office/officeart/2005/8/layout/process1"/>
    <dgm:cxn modelId="{0463F76F-FFD4-4E35-A1D9-11C8669E7176}" type="presParOf" srcId="{36D7A524-4DA6-4A8A-A998-BE43EEEB6DA3}" destId="{D204BFD5-D174-49DE-BE11-5E331FE6ECD8}" srcOrd="4" destOrd="0" presId="urn:microsoft.com/office/officeart/2005/8/layout/process1"/>
    <dgm:cxn modelId="{798DFC92-F898-4846-B0D4-63BFBB1AB041}" type="presParOf" srcId="{36D7A524-4DA6-4A8A-A998-BE43EEEB6DA3}" destId="{62F934E8-F240-4EBF-9E24-1992FBD9B6EE}" srcOrd="5" destOrd="0" presId="urn:microsoft.com/office/officeart/2005/8/layout/process1"/>
    <dgm:cxn modelId="{C8DEF042-AF5E-4F03-A8A3-5A42A96DE995}" type="presParOf" srcId="{62F934E8-F240-4EBF-9E24-1992FBD9B6EE}" destId="{EFE2A6AA-0F0D-4986-A501-8FCB48D7CB2A}" srcOrd="0" destOrd="0" presId="urn:microsoft.com/office/officeart/2005/8/layout/process1"/>
    <dgm:cxn modelId="{1AD04C5B-F712-49EC-AB87-97B40292B5A1}" type="presParOf" srcId="{36D7A524-4DA6-4A8A-A998-BE43EEEB6DA3}" destId="{AB0361E9-C8B7-405C-9F49-F2344AFF109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55E0F4-28D2-4C13-8E45-9343B3AB6FE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45ED182-0B36-4F05-B802-CF85588B7F95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目的</a:t>
          </a:r>
        </a:p>
      </dgm:t>
    </dgm:pt>
    <dgm:pt modelId="{FD166C54-3352-4D6E-9C4E-99D10191CA8D}" type="parTrans" cxnId="{D4BDBC52-F3C6-401F-8532-4356ECF63538}">
      <dgm:prSet/>
      <dgm:spPr/>
      <dgm:t>
        <a:bodyPr/>
        <a:lstStyle/>
        <a:p>
          <a:endParaRPr kumimoji="1" lang="ja-JP" altLang="en-US"/>
        </a:p>
      </dgm:t>
    </dgm:pt>
    <dgm:pt modelId="{72E180C0-5865-4FBC-B243-5245A7BA9B2E}" type="sibTrans" cxnId="{D4BDBC52-F3C6-401F-8532-4356ECF63538}">
      <dgm:prSet/>
      <dgm:spPr/>
      <dgm:t>
        <a:bodyPr/>
        <a:lstStyle/>
        <a:p>
          <a:endParaRPr kumimoji="1" lang="ja-JP" altLang="en-US"/>
        </a:p>
      </dgm:t>
    </dgm:pt>
    <dgm:pt modelId="{51C60448-6D31-4A7F-95AA-8481DE12299D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対象</a:t>
          </a:r>
        </a:p>
      </dgm:t>
    </dgm:pt>
    <dgm:pt modelId="{AEE7C304-735F-4CD3-804A-5B0D3CF05852}" type="parTrans" cxnId="{CA4D21F6-4B72-4425-A23A-C7F342DFE3F0}">
      <dgm:prSet/>
      <dgm:spPr/>
    </dgm:pt>
    <dgm:pt modelId="{92026235-E762-4526-B59D-980FA1803DE6}" type="sibTrans" cxnId="{CA4D21F6-4B72-4425-A23A-C7F342DFE3F0}">
      <dgm:prSet/>
      <dgm:spPr/>
    </dgm:pt>
    <dgm:pt modelId="{81EA6362-D582-4E4B-9BEE-A18FC0521439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根拠</a:t>
          </a:r>
        </a:p>
      </dgm:t>
    </dgm:pt>
    <dgm:pt modelId="{E46FFD43-8C22-4FFE-B9F1-625860842247}" type="parTrans" cxnId="{281C796C-764B-4E16-AE7F-C593C930D878}">
      <dgm:prSet/>
      <dgm:spPr/>
    </dgm:pt>
    <dgm:pt modelId="{004CB32E-76F2-4C16-8C32-4F0E256B97A0}" type="sibTrans" cxnId="{281C796C-764B-4E16-AE7F-C593C930D878}">
      <dgm:prSet/>
      <dgm:spPr/>
    </dgm:pt>
    <dgm:pt modelId="{0E1D7FD5-E417-472E-AE65-AB6225686087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条件</a:t>
          </a:r>
        </a:p>
      </dgm:t>
    </dgm:pt>
    <dgm:pt modelId="{8C5A1BCA-7663-4B05-B752-5E017C4EA810}" type="parTrans" cxnId="{902A9471-1EF5-4951-998D-2CF8AA8EB5EA}">
      <dgm:prSet/>
      <dgm:spPr/>
    </dgm:pt>
    <dgm:pt modelId="{9199537A-03BC-4EF2-A31C-57ECEAAB9A9C}" type="sibTrans" cxnId="{902A9471-1EF5-4951-998D-2CF8AA8EB5EA}">
      <dgm:prSet/>
      <dgm:spPr/>
    </dgm:pt>
    <dgm:pt modelId="{22889E9E-5294-4DFF-92F8-F1333C764873}" type="pres">
      <dgm:prSet presAssocID="{4F55E0F4-28D2-4C13-8E45-9343B3AB6FE8}" presName="Name0" presStyleCnt="0">
        <dgm:presLayoutVars>
          <dgm:dir/>
          <dgm:animLvl val="lvl"/>
          <dgm:resizeHandles val="exact"/>
        </dgm:presLayoutVars>
      </dgm:prSet>
      <dgm:spPr/>
    </dgm:pt>
    <dgm:pt modelId="{1ADA3578-F8D8-4B6E-B491-D870C8769E85}" type="pres">
      <dgm:prSet presAssocID="{C45ED182-0B36-4F05-B802-CF85588B7F95}" presName="linNode" presStyleCnt="0"/>
      <dgm:spPr/>
    </dgm:pt>
    <dgm:pt modelId="{31E9EC3E-808E-4925-90F1-C46E0921EADF}" type="pres">
      <dgm:prSet presAssocID="{C45ED182-0B36-4F05-B802-CF85588B7F9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7EDAF7C-7444-42E6-BEA9-79B5ABA86733}" type="pres">
      <dgm:prSet presAssocID="{72E180C0-5865-4FBC-B243-5245A7BA9B2E}" presName="sp" presStyleCnt="0"/>
      <dgm:spPr/>
    </dgm:pt>
    <dgm:pt modelId="{8582400F-D8F1-4D96-B5C5-704329BEB154}" type="pres">
      <dgm:prSet presAssocID="{51C60448-6D31-4A7F-95AA-8481DE12299D}" presName="linNode" presStyleCnt="0"/>
      <dgm:spPr/>
    </dgm:pt>
    <dgm:pt modelId="{D25A2B69-D79F-41D3-AEF1-55DB88EAD085}" type="pres">
      <dgm:prSet presAssocID="{51C60448-6D31-4A7F-95AA-8481DE12299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AF027B5-8458-41E5-A6A0-3CB746BB29A9}" type="pres">
      <dgm:prSet presAssocID="{92026235-E762-4526-B59D-980FA1803DE6}" presName="sp" presStyleCnt="0"/>
      <dgm:spPr/>
    </dgm:pt>
    <dgm:pt modelId="{B58957E2-B8F5-4FFB-BD21-0FE57608C60D}" type="pres">
      <dgm:prSet presAssocID="{81EA6362-D582-4E4B-9BEE-A18FC0521439}" presName="linNode" presStyleCnt="0"/>
      <dgm:spPr/>
    </dgm:pt>
    <dgm:pt modelId="{9399D434-9B8B-45D9-A075-D4363948B99E}" type="pres">
      <dgm:prSet presAssocID="{81EA6362-D582-4E4B-9BEE-A18FC052143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6BA12C4-F69A-4372-ADCB-DEF75501481D}" type="pres">
      <dgm:prSet presAssocID="{004CB32E-76F2-4C16-8C32-4F0E256B97A0}" presName="sp" presStyleCnt="0"/>
      <dgm:spPr/>
    </dgm:pt>
    <dgm:pt modelId="{E8A3058B-9E10-426C-9551-9B415EE86D56}" type="pres">
      <dgm:prSet presAssocID="{0E1D7FD5-E417-472E-AE65-AB6225686087}" presName="linNode" presStyleCnt="0"/>
      <dgm:spPr/>
    </dgm:pt>
    <dgm:pt modelId="{80885D56-4F62-4621-9655-77ADA0F98F0C}" type="pres">
      <dgm:prSet presAssocID="{0E1D7FD5-E417-472E-AE65-AB6225686087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2589565C-86DA-41FA-8637-6F6CBF69FB7C}" type="presOf" srcId="{4F55E0F4-28D2-4C13-8E45-9343B3AB6FE8}" destId="{22889E9E-5294-4DFF-92F8-F1333C764873}" srcOrd="0" destOrd="0" presId="urn:microsoft.com/office/officeart/2005/8/layout/vList5"/>
    <dgm:cxn modelId="{281C796C-764B-4E16-AE7F-C593C930D878}" srcId="{4F55E0F4-28D2-4C13-8E45-9343B3AB6FE8}" destId="{81EA6362-D582-4E4B-9BEE-A18FC0521439}" srcOrd="2" destOrd="0" parTransId="{E46FFD43-8C22-4FFE-B9F1-625860842247}" sibTransId="{004CB32E-76F2-4C16-8C32-4F0E256B97A0}"/>
    <dgm:cxn modelId="{902A9471-1EF5-4951-998D-2CF8AA8EB5EA}" srcId="{4F55E0F4-28D2-4C13-8E45-9343B3AB6FE8}" destId="{0E1D7FD5-E417-472E-AE65-AB6225686087}" srcOrd="3" destOrd="0" parTransId="{8C5A1BCA-7663-4B05-B752-5E017C4EA810}" sibTransId="{9199537A-03BC-4EF2-A31C-57ECEAAB9A9C}"/>
    <dgm:cxn modelId="{D4BDBC52-F3C6-401F-8532-4356ECF63538}" srcId="{4F55E0F4-28D2-4C13-8E45-9343B3AB6FE8}" destId="{C45ED182-0B36-4F05-B802-CF85588B7F95}" srcOrd="0" destOrd="0" parTransId="{FD166C54-3352-4D6E-9C4E-99D10191CA8D}" sibTransId="{72E180C0-5865-4FBC-B243-5245A7BA9B2E}"/>
    <dgm:cxn modelId="{BF419EAD-77FA-40F1-BE79-7C297CFA8F84}" type="presOf" srcId="{0E1D7FD5-E417-472E-AE65-AB6225686087}" destId="{80885D56-4F62-4621-9655-77ADA0F98F0C}" srcOrd="0" destOrd="0" presId="urn:microsoft.com/office/officeart/2005/8/layout/vList5"/>
    <dgm:cxn modelId="{440420C6-3EB6-4673-9D4E-BEEE71835FE2}" type="presOf" srcId="{C45ED182-0B36-4F05-B802-CF85588B7F95}" destId="{31E9EC3E-808E-4925-90F1-C46E0921EADF}" srcOrd="0" destOrd="0" presId="urn:microsoft.com/office/officeart/2005/8/layout/vList5"/>
    <dgm:cxn modelId="{4A5130DD-5989-43B1-AC88-F584D5223E65}" type="presOf" srcId="{51C60448-6D31-4A7F-95AA-8481DE12299D}" destId="{D25A2B69-D79F-41D3-AEF1-55DB88EAD085}" srcOrd="0" destOrd="0" presId="urn:microsoft.com/office/officeart/2005/8/layout/vList5"/>
    <dgm:cxn modelId="{0290D8E0-341E-44DE-AE9D-7E235D46B857}" type="presOf" srcId="{81EA6362-D582-4E4B-9BEE-A18FC0521439}" destId="{9399D434-9B8B-45D9-A075-D4363948B99E}" srcOrd="0" destOrd="0" presId="urn:microsoft.com/office/officeart/2005/8/layout/vList5"/>
    <dgm:cxn modelId="{CA4D21F6-4B72-4425-A23A-C7F342DFE3F0}" srcId="{4F55E0F4-28D2-4C13-8E45-9343B3AB6FE8}" destId="{51C60448-6D31-4A7F-95AA-8481DE12299D}" srcOrd="1" destOrd="0" parTransId="{AEE7C304-735F-4CD3-804A-5B0D3CF05852}" sibTransId="{92026235-E762-4526-B59D-980FA1803DE6}"/>
    <dgm:cxn modelId="{1483D166-52BA-4FA8-9526-1B26FE83FCF6}" type="presParOf" srcId="{22889E9E-5294-4DFF-92F8-F1333C764873}" destId="{1ADA3578-F8D8-4B6E-B491-D870C8769E85}" srcOrd="0" destOrd="0" presId="urn:microsoft.com/office/officeart/2005/8/layout/vList5"/>
    <dgm:cxn modelId="{6BC4467D-4CCA-4772-9083-CDF3D7EBA618}" type="presParOf" srcId="{1ADA3578-F8D8-4B6E-B491-D870C8769E85}" destId="{31E9EC3E-808E-4925-90F1-C46E0921EADF}" srcOrd="0" destOrd="0" presId="urn:microsoft.com/office/officeart/2005/8/layout/vList5"/>
    <dgm:cxn modelId="{E6F77B43-FCEB-4292-896F-A373A0040814}" type="presParOf" srcId="{22889E9E-5294-4DFF-92F8-F1333C764873}" destId="{D7EDAF7C-7444-42E6-BEA9-79B5ABA86733}" srcOrd="1" destOrd="0" presId="urn:microsoft.com/office/officeart/2005/8/layout/vList5"/>
    <dgm:cxn modelId="{9DEF61D6-61D1-44EF-B8BF-85D61444BFF9}" type="presParOf" srcId="{22889E9E-5294-4DFF-92F8-F1333C764873}" destId="{8582400F-D8F1-4D96-B5C5-704329BEB154}" srcOrd="2" destOrd="0" presId="urn:microsoft.com/office/officeart/2005/8/layout/vList5"/>
    <dgm:cxn modelId="{A4A6F6BC-4621-470C-8B1E-404D7E9ADC4C}" type="presParOf" srcId="{8582400F-D8F1-4D96-B5C5-704329BEB154}" destId="{D25A2B69-D79F-41D3-AEF1-55DB88EAD085}" srcOrd="0" destOrd="0" presId="urn:microsoft.com/office/officeart/2005/8/layout/vList5"/>
    <dgm:cxn modelId="{CEFCF11A-A90A-4268-9FB4-F87891E03E5E}" type="presParOf" srcId="{22889E9E-5294-4DFF-92F8-F1333C764873}" destId="{8AF027B5-8458-41E5-A6A0-3CB746BB29A9}" srcOrd="3" destOrd="0" presId="urn:microsoft.com/office/officeart/2005/8/layout/vList5"/>
    <dgm:cxn modelId="{C57C1C55-D0C4-4D30-B917-5362E4E57357}" type="presParOf" srcId="{22889E9E-5294-4DFF-92F8-F1333C764873}" destId="{B58957E2-B8F5-4FFB-BD21-0FE57608C60D}" srcOrd="4" destOrd="0" presId="urn:microsoft.com/office/officeart/2005/8/layout/vList5"/>
    <dgm:cxn modelId="{D96C7184-4D12-4BCA-B2F7-0E1B1AC68DC7}" type="presParOf" srcId="{B58957E2-B8F5-4FFB-BD21-0FE57608C60D}" destId="{9399D434-9B8B-45D9-A075-D4363948B99E}" srcOrd="0" destOrd="0" presId="urn:microsoft.com/office/officeart/2005/8/layout/vList5"/>
    <dgm:cxn modelId="{B0202611-C722-4927-9C5F-3068213A2F43}" type="presParOf" srcId="{22889E9E-5294-4DFF-92F8-F1333C764873}" destId="{B6BA12C4-F69A-4372-ADCB-DEF75501481D}" srcOrd="5" destOrd="0" presId="urn:microsoft.com/office/officeart/2005/8/layout/vList5"/>
    <dgm:cxn modelId="{3DDD8C93-DA84-4E10-A57B-D75191B6A75F}" type="presParOf" srcId="{22889E9E-5294-4DFF-92F8-F1333C764873}" destId="{E8A3058B-9E10-426C-9551-9B415EE86D56}" srcOrd="6" destOrd="0" presId="urn:microsoft.com/office/officeart/2005/8/layout/vList5"/>
    <dgm:cxn modelId="{C7306929-65EE-4132-BFB4-C8FEEBC9C5A6}" type="presParOf" srcId="{E8A3058B-9E10-426C-9551-9B415EE86D56}" destId="{80885D56-4F62-4621-9655-77ADA0F98F0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C9809-20E0-4F28-B30A-541E8C450A0A}">
      <dsp:nvSpPr>
        <dsp:cNvPr id="0" name=""/>
        <dsp:cNvSpPr/>
      </dsp:nvSpPr>
      <dsp:spPr>
        <a:xfrm>
          <a:off x="5546501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16117-13BB-443A-AB55-3B98EE7659BB}">
      <dsp:nvSpPr>
        <dsp:cNvPr id="0" name=""/>
        <dsp:cNvSpPr/>
      </dsp:nvSpPr>
      <dsp:spPr>
        <a:xfrm>
          <a:off x="513214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233"/>
              </a:lnTo>
              <a:lnTo>
                <a:pt x="1222869" y="212233"/>
              </a:lnTo>
              <a:lnTo>
                <a:pt x="1222869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2E987-205B-457A-9B58-21F456A51805}">
      <dsp:nvSpPr>
        <dsp:cNvPr id="0" name=""/>
        <dsp:cNvSpPr/>
      </dsp:nvSpPr>
      <dsp:spPr>
        <a:xfrm>
          <a:off x="3100762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B8FF1B-6D37-4DB7-B2DD-BE67F9AE007B}">
      <dsp:nvSpPr>
        <dsp:cNvPr id="0" name=""/>
        <dsp:cNvSpPr/>
      </dsp:nvSpPr>
      <dsp:spPr>
        <a:xfrm>
          <a:off x="390927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1222869" y="0"/>
              </a:moveTo>
              <a:lnTo>
                <a:pt x="1222869" y="212233"/>
              </a:lnTo>
              <a:lnTo>
                <a:pt x="0" y="212233"/>
              </a:lnTo>
              <a:lnTo>
                <a:pt x="0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D7B57B-8424-47C3-87FB-8B307902532D}">
      <dsp:nvSpPr>
        <dsp:cNvPr id="0" name=""/>
        <dsp:cNvSpPr/>
      </dsp:nvSpPr>
      <dsp:spPr>
        <a:xfrm>
          <a:off x="4121505" y="2678"/>
          <a:ext cx="2021271" cy="1010635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sp:txBody>
      <dsp:txXfrm>
        <a:off x="4121505" y="2678"/>
        <a:ext cx="2021271" cy="1010635"/>
      </dsp:txXfrm>
    </dsp:sp>
    <dsp:sp modelId="{2D753D42-61AA-491B-ADBE-2567D079E6E4}">
      <dsp:nvSpPr>
        <dsp:cNvPr id="0" name=""/>
        <dsp:cNvSpPr/>
      </dsp:nvSpPr>
      <dsp:spPr>
        <a:xfrm>
          <a:off x="2898635" y="1437782"/>
          <a:ext cx="2021271" cy="1010635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sp:txBody>
      <dsp:txXfrm>
        <a:off x="2898635" y="1437782"/>
        <a:ext cx="2021271" cy="1010635"/>
      </dsp:txXfrm>
    </dsp:sp>
    <dsp:sp modelId="{AA63A806-00A6-4265-B9DD-B149FAC6C382}">
      <dsp:nvSpPr>
        <dsp:cNvPr id="0" name=""/>
        <dsp:cNvSpPr/>
      </dsp:nvSpPr>
      <dsp:spPr>
        <a:xfrm>
          <a:off x="3403953" y="2872885"/>
          <a:ext cx="2021271" cy="1010635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sp:txBody>
      <dsp:txXfrm>
        <a:off x="3403953" y="2872885"/>
        <a:ext cx="2021271" cy="1010635"/>
      </dsp:txXfrm>
    </dsp:sp>
    <dsp:sp modelId="{DF58134E-0705-49F1-8C70-8A56910F8DB8}">
      <dsp:nvSpPr>
        <dsp:cNvPr id="0" name=""/>
        <dsp:cNvSpPr/>
      </dsp:nvSpPr>
      <dsp:spPr>
        <a:xfrm>
          <a:off x="5344374" y="1437782"/>
          <a:ext cx="2021271" cy="1010635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sp:txBody>
      <dsp:txXfrm>
        <a:off x="5344374" y="1437782"/>
        <a:ext cx="2021271" cy="1010635"/>
      </dsp:txXfrm>
    </dsp:sp>
    <dsp:sp modelId="{39118421-F9DC-4B59-ACFC-6D8EE3870299}">
      <dsp:nvSpPr>
        <dsp:cNvPr id="0" name=""/>
        <dsp:cNvSpPr/>
      </dsp:nvSpPr>
      <dsp:spPr>
        <a:xfrm>
          <a:off x="5849692" y="2872885"/>
          <a:ext cx="2021271" cy="1010635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sp:txBody>
      <dsp:txXfrm>
        <a:off x="5849692" y="2872885"/>
        <a:ext cx="2021271" cy="1010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4E93B-7CE8-43C4-B2DC-03330078EC5E}">
      <dsp:nvSpPr>
        <dsp:cNvPr id="0" name=""/>
        <dsp:cNvSpPr/>
      </dsp:nvSpPr>
      <dsp:spPr>
        <a:xfrm>
          <a:off x="4732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sp:txBody>
      <dsp:txXfrm>
        <a:off x="41096" y="907837"/>
        <a:ext cx="1996528" cy="1168825"/>
      </dsp:txXfrm>
    </dsp:sp>
    <dsp:sp modelId="{1485D5D9-B2B4-4F3C-8A77-3B7028C1264A}">
      <dsp:nvSpPr>
        <dsp:cNvPr id="0" name=""/>
        <dsp:cNvSpPr/>
      </dsp:nvSpPr>
      <dsp:spPr>
        <a:xfrm>
          <a:off x="2280915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2280915" y="1338297"/>
        <a:ext cx="307077" cy="307905"/>
      </dsp:txXfrm>
    </dsp:sp>
    <dsp:sp modelId="{BC8C0B6A-540B-45C6-843D-C03653FD7C64}">
      <dsp:nvSpPr>
        <dsp:cNvPr id="0" name=""/>
        <dsp:cNvSpPr/>
      </dsp:nvSpPr>
      <dsp:spPr>
        <a:xfrm>
          <a:off x="2901692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sp:txBody>
      <dsp:txXfrm>
        <a:off x="2938056" y="907837"/>
        <a:ext cx="1996528" cy="1168825"/>
      </dsp:txXfrm>
    </dsp:sp>
    <dsp:sp modelId="{59B6D038-C186-4BAA-9A27-F1B351AD53CF}">
      <dsp:nvSpPr>
        <dsp:cNvPr id="0" name=""/>
        <dsp:cNvSpPr/>
      </dsp:nvSpPr>
      <dsp:spPr>
        <a:xfrm>
          <a:off x="5177874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177874" y="1338297"/>
        <a:ext cx="307077" cy="307905"/>
      </dsp:txXfrm>
    </dsp:sp>
    <dsp:sp modelId="{D204BFD5-D174-49DE-BE11-5E331FE6ECD8}">
      <dsp:nvSpPr>
        <dsp:cNvPr id="0" name=""/>
        <dsp:cNvSpPr/>
      </dsp:nvSpPr>
      <dsp:spPr>
        <a:xfrm>
          <a:off x="5798651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sp:txBody>
      <dsp:txXfrm>
        <a:off x="5835015" y="907837"/>
        <a:ext cx="1996528" cy="1168825"/>
      </dsp:txXfrm>
    </dsp:sp>
    <dsp:sp modelId="{62F934E8-F240-4EBF-9E24-1992FBD9B6EE}">
      <dsp:nvSpPr>
        <dsp:cNvPr id="0" name=""/>
        <dsp:cNvSpPr/>
      </dsp:nvSpPr>
      <dsp:spPr>
        <a:xfrm>
          <a:off x="8074833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8074833" y="1338297"/>
        <a:ext cx="307077" cy="307905"/>
      </dsp:txXfrm>
    </dsp:sp>
    <dsp:sp modelId="{AB0361E9-C8B7-405C-9F49-F2344AFF1092}">
      <dsp:nvSpPr>
        <dsp:cNvPr id="0" name=""/>
        <dsp:cNvSpPr/>
      </dsp:nvSpPr>
      <dsp:spPr>
        <a:xfrm>
          <a:off x="8695610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sp:txBody>
      <dsp:txXfrm>
        <a:off x="8731974" y="907837"/>
        <a:ext cx="1996528" cy="11688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9EC3E-808E-4925-90F1-C46E0921EADF}">
      <dsp:nvSpPr>
        <dsp:cNvPr id="0" name=""/>
        <dsp:cNvSpPr/>
      </dsp:nvSpPr>
      <dsp:spPr>
        <a:xfrm>
          <a:off x="3446272" y="1925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目的</a:t>
          </a:r>
        </a:p>
      </dsp:txBody>
      <dsp:txXfrm>
        <a:off x="3491491" y="47144"/>
        <a:ext cx="3786618" cy="835886"/>
      </dsp:txXfrm>
    </dsp:sp>
    <dsp:sp modelId="{D25A2B69-D79F-41D3-AEF1-55DB88EAD085}">
      <dsp:nvSpPr>
        <dsp:cNvPr id="0" name=""/>
        <dsp:cNvSpPr/>
      </dsp:nvSpPr>
      <dsp:spPr>
        <a:xfrm>
          <a:off x="3446272" y="974567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対象</a:t>
          </a:r>
        </a:p>
      </dsp:txBody>
      <dsp:txXfrm>
        <a:off x="3491491" y="1019786"/>
        <a:ext cx="3786618" cy="835886"/>
      </dsp:txXfrm>
    </dsp:sp>
    <dsp:sp modelId="{9399D434-9B8B-45D9-A075-D4363948B99E}">
      <dsp:nvSpPr>
        <dsp:cNvPr id="0" name=""/>
        <dsp:cNvSpPr/>
      </dsp:nvSpPr>
      <dsp:spPr>
        <a:xfrm>
          <a:off x="3446272" y="1947208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根拠</a:t>
          </a:r>
        </a:p>
      </dsp:txBody>
      <dsp:txXfrm>
        <a:off x="3491491" y="1992427"/>
        <a:ext cx="3786618" cy="835886"/>
      </dsp:txXfrm>
    </dsp:sp>
    <dsp:sp modelId="{80885D56-4F62-4621-9655-77ADA0F98F0C}">
      <dsp:nvSpPr>
        <dsp:cNvPr id="0" name=""/>
        <dsp:cNvSpPr/>
      </dsp:nvSpPr>
      <dsp:spPr>
        <a:xfrm>
          <a:off x="3446272" y="2919849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条件</a:t>
          </a:r>
        </a:p>
      </dsp:txBody>
      <dsp:txXfrm>
        <a:off x="3491491" y="2965068"/>
        <a:ext cx="3786618" cy="835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872DB-995F-4A6C-9296-D6587F67C9F4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322E2-1F9E-4404-B4F3-658B25D6F5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56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操作確認用サンプル </a:t>
            </a:r>
            <a:r>
              <a:rPr kumimoji="1" lang="en-US" altLang="ja-JP"/>
              <a:t>/ AI</a:t>
            </a:r>
            <a:r>
              <a:rPr kumimoji="1" lang="ja-JP" altLang="en-US"/>
              <a:t>未使用
問いに対して、根拠と具体例を順番に示します。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05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架空の動作確認用データ
違いを読む </a:t>
            </a:r>
            <a:r>
              <a:rPr kumimoji="1" lang="en-US" altLang="ja-JP"/>
              <a:t>— </a:t>
            </a:r>
            <a:r>
              <a:rPr kumimoji="1" lang="ja-JP" altLang="en-US"/>
              <a:t>同じ単位で比較します。
条件を添える </a:t>
            </a:r>
            <a:r>
              <a:rPr kumimoji="1" lang="en-US" altLang="ja-JP"/>
              <a:t>— </a:t>
            </a:r>
            <a:r>
              <a:rPr kumimoji="1" lang="ja-JP" altLang="en-US"/>
              <a:t>期間と出典を示します。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060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中心の問い </a:t>
            </a:r>
            <a:r>
              <a:rPr kumimoji="1" lang="en-US" altLang="ja-JP"/>
              <a:t>— </a:t>
            </a:r>
            <a:r>
              <a:rPr kumimoji="1" lang="ja-JP" altLang="en-US"/>
              <a:t>中心の問いを具体的に示します。
根拠 </a:t>
            </a:r>
            <a:r>
              <a:rPr kumimoji="1" lang="en-US" altLang="ja-JP"/>
              <a:t>— </a:t>
            </a:r>
            <a:r>
              <a:rPr kumimoji="1" lang="ja-JP" altLang="en-US"/>
              <a:t>根拠を具体的に示します。
説明 </a:t>
            </a:r>
            <a:r>
              <a:rPr kumimoji="1" lang="en-US" altLang="ja-JP"/>
              <a:t>— </a:t>
            </a:r>
            <a:r>
              <a:rPr kumimoji="1" lang="ja-JP" altLang="en-US"/>
              <a:t>説明を具体的に示します。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4838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読み手の問いに合わせて、根拠と具体例を順番に示します。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何を伝えるか
具体例 </a:t>
            </a:r>
            <a:r>
              <a:rPr kumimoji="1" lang="en-US" altLang="ja-JP"/>
              <a:t>— </a:t>
            </a:r>
            <a:r>
              <a:rPr kumimoji="1" lang="ja-JP" altLang="en-US"/>
              <a:t>身近な例で示す
読み取り </a:t>
            </a:r>
            <a:r>
              <a:rPr kumimoji="1" lang="en-US" altLang="ja-JP"/>
              <a:t>— </a:t>
            </a:r>
            <a:r>
              <a:rPr kumimoji="1" lang="ja-JP" altLang="en-US"/>
              <a:t>規則を見つける
まとめ </a:t>
            </a:r>
            <a:r>
              <a:rPr kumimoji="1" lang="en-US" altLang="ja-JP"/>
              <a:t>— </a:t>
            </a:r>
            <a:r>
              <a:rPr kumimoji="1" lang="ja-JP" altLang="en-US"/>
              <a:t>問いへの答え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702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この等式は最初の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個の奇数の和の公式。</a:t>
            </a:r>
            <a:r>
              <a:rPr kumimoji="1" lang="en-US" altLang="ja-JP"/>
              <a:t>n=1</a:t>
            </a:r>
            <a:r>
              <a:rPr kumimoji="1" lang="ja-JP" altLang="en-US"/>
              <a:t>で成立し、</a:t>
            </a:r>
            <a:r>
              <a:rPr kumimoji="1" lang="en-US" altLang="ja-JP"/>
              <a:t>n²+(2n+1)=(n+1)²</a:t>
            </a:r>
            <a:r>
              <a:rPr kumimoji="1" lang="ja-JP" altLang="en-US"/>
              <a:t>で帰納的に確認できます。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</a:t>
            </a:r>
            <a:r>
              <a:rPr kumimoji="1" lang="en-US" altLang="ja-JP"/>
              <a:t>n = 3 </a:t>
            </a:r>
            <a:r>
              <a:rPr kumimoji="1" lang="ja-JP" altLang="en-US"/>
              <a:t>の例 </a:t>
            </a:r>
            <a:r>
              <a:rPr kumimoji="1" lang="en-US" altLang="ja-JP"/>
              <a:t>— 1 + 3 + 5 = 9 = 3²
</a:t>
            </a:r>
            <a:r>
              <a:rPr kumimoji="1" lang="ja-JP" altLang="en-US"/>
              <a:t>説明と証明を区別 </a:t>
            </a:r>
            <a:r>
              <a:rPr kumimoji="1" lang="en-US" altLang="ja-JP"/>
              <a:t>— </a:t>
            </a:r>
            <a:r>
              <a:rPr kumimoji="1" lang="ja-JP" altLang="en-US"/>
              <a:t>一例の確認だけでは、すべての</a:t>
            </a:r>
            <a:r>
              <a:rPr kumimoji="1" lang="en-US" altLang="ja-JP"/>
              <a:t>n</a:t>
            </a:r>
            <a:r>
              <a:rPr kumimoji="1" lang="ja-JP" altLang="en-US"/>
              <a:t>で成り立つ証明にはなりません。
</a:t>
            </a:r>
            <a:r>
              <a:rPr kumimoji="1" lang="en-US" altLang="ja-JP"/>
              <a:t>1 + 3 + 5 + … + (2n − 1) = n²
</a:t>
            </a:r>
            <a:r>
              <a:rPr kumimoji="1" lang="ja-JP" altLang="en-US"/>
              <a:t>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個の奇数の和は</a:t>
            </a:r>
            <a:r>
              <a:rPr kumimoji="1" lang="en-US" altLang="ja-JP"/>
              <a:t>n²</a:t>
            </a:r>
            <a:r>
              <a:rPr kumimoji="1" lang="ja-JP" altLang="en-US"/>
              <a:t>です。</a:t>
            </a:r>
            <a:r>
              <a:rPr kumimoji="1" lang="en-US" altLang="ja-JP"/>
              <a:t>n</a:t>
            </a:r>
            <a:r>
              <a:rPr kumimoji="1" lang="ja-JP" altLang="en-US"/>
              <a:t>は正の整数。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3950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対象 </a:t>
            </a:r>
            <a:r>
              <a:rPr kumimoji="1" lang="en-US" altLang="ja-JP"/>
              <a:t>— </a:t>
            </a:r>
            <a:r>
              <a:rPr kumimoji="1" lang="ja-JP" altLang="en-US"/>
              <a:t>対象を具体的に示します。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
違い </a:t>
            </a:r>
            <a:r>
              <a:rPr kumimoji="1" lang="en-US" altLang="ja-JP"/>
              <a:t>— </a:t>
            </a:r>
            <a:r>
              <a:rPr kumimoji="1" lang="ja-JP" altLang="en-US"/>
              <a:t>違いを具体的に示します。
根拠 </a:t>
            </a:r>
            <a:r>
              <a:rPr kumimoji="1" lang="en-US" altLang="ja-JP"/>
              <a:t>— </a:t>
            </a:r>
            <a:r>
              <a:rPr kumimoji="1" lang="ja-JP" altLang="en-US"/>
              <a:t>根拠を具体的に示します。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930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目的 </a:t>
            </a:r>
            <a:r>
              <a:rPr kumimoji="1" lang="en-US" altLang="ja-JP"/>
              <a:t>— </a:t>
            </a:r>
            <a:r>
              <a:rPr kumimoji="1" lang="ja-JP" altLang="en-US"/>
              <a:t>目的を具体的に示します。
説明 </a:t>
            </a:r>
            <a:r>
              <a:rPr kumimoji="1" lang="en-US" altLang="ja-JP"/>
              <a:t>— </a:t>
            </a:r>
            <a:r>
              <a:rPr kumimoji="1" lang="ja-JP" altLang="en-US"/>
              <a:t>説明を具体的に示します。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602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例 </a:t>
            </a:r>
            <a:r>
              <a:rPr kumimoji="1" lang="en-US" altLang="ja-JP"/>
              <a:t>A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B — 42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C — 58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139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比較条件 </a:t>
            </a:r>
            <a:r>
              <a:rPr kumimoji="1" lang="en-US" altLang="ja-JP"/>
              <a:t>— </a:t>
            </a:r>
            <a:r>
              <a:rPr kumimoji="1" lang="ja-JP" altLang="en-US"/>
              <a:t>比較条件を具体的に示します。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913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考え方
分類
具体例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202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問いに対して、根拠と具体例を順番に示します。
観察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具体例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説明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検証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138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問いを具体的に示します。
例 </a:t>
            </a:r>
            <a:r>
              <a:rPr kumimoji="1" lang="en-US" altLang="ja-JP"/>
              <a:t>— </a:t>
            </a:r>
            <a:r>
              <a:rPr kumimoji="1" lang="ja-JP" altLang="en-US"/>
              <a:t>例を具体的に示します。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
まとめ </a:t>
            </a:r>
            <a:r>
              <a:rPr kumimoji="1" lang="en-US" altLang="ja-JP"/>
              <a:t>— </a:t>
            </a:r>
            <a:r>
              <a:rPr kumimoji="1" lang="ja-JP" altLang="en-US"/>
              <a:t>まとめを具体的に示します。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196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候補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条件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検証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選択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052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変更前 </a:t>
            </a:r>
            <a:r>
              <a:rPr kumimoji="1" lang="en-US" altLang="ja-JP"/>
              <a:t>— </a:t>
            </a:r>
            <a:r>
              <a:rPr kumimoji="1" lang="ja-JP" altLang="en-US"/>
              <a:t>変更前を具体的に示します。
変更後 </a:t>
            </a:r>
            <a:r>
              <a:rPr kumimoji="1" lang="en-US" altLang="ja-JP"/>
              <a:t>— </a:t>
            </a:r>
            <a:r>
              <a:rPr kumimoji="1" lang="ja-JP" altLang="en-US"/>
              <a:t>変更後を具体的に示します。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232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937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780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目的
対象
根拠
条件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6680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根拠を確かめて伝える
問いに対して、根拠と具体例を順番に示します。
確かめる </a:t>
            </a:r>
            <a:r>
              <a:rPr kumimoji="1" lang="en-US" altLang="ja-JP"/>
              <a:t>— </a:t>
            </a:r>
            <a:r>
              <a:rPr kumimoji="1" lang="ja-JP" altLang="en-US"/>
              <a:t>確かめるを具体的に示します。
伝える </a:t>
            </a:r>
            <a:r>
              <a:rPr kumimoji="1" lang="en-US" altLang="ja-JP"/>
              <a:t>— </a:t>
            </a:r>
            <a:r>
              <a:rPr kumimoji="1" lang="ja-JP" altLang="en-US"/>
              <a:t>伝えるを具体的に示します。
見直す </a:t>
            </a:r>
            <a:r>
              <a:rPr kumimoji="1" lang="en-US" altLang="ja-JP"/>
              <a:t>— </a:t>
            </a:r>
            <a:r>
              <a:rPr kumimoji="1" lang="ja-JP" altLang="en-US"/>
              <a:t>見直すを具体的に示します。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519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対象 </a:t>
            </a:r>
            <a:r>
              <a:rPr kumimoji="1" lang="en-US" altLang="ja-JP"/>
              <a:t>— </a:t>
            </a:r>
            <a:r>
              <a:rPr kumimoji="1" lang="ja-JP" altLang="en-US"/>
              <a:t>対象を具体的に示します。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
違い </a:t>
            </a:r>
            <a:r>
              <a:rPr kumimoji="1" lang="en-US" altLang="ja-JP"/>
              <a:t>— </a:t>
            </a:r>
            <a:r>
              <a:rPr kumimoji="1" lang="ja-JP" altLang="en-US"/>
              <a:t>違いを具体的に示します。
根拠 </a:t>
            </a:r>
            <a:r>
              <a:rPr kumimoji="1" lang="en-US" altLang="ja-JP"/>
              <a:t>— </a:t>
            </a:r>
            <a:r>
              <a:rPr kumimoji="1" lang="ja-JP" altLang="en-US"/>
              <a:t>根拠を具体的に示します。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564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目的 </a:t>
            </a:r>
            <a:r>
              <a:rPr kumimoji="1" lang="en-US" altLang="ja-JP"/>
              <a:t>— </a:t>
            </a:r>
            <a:r>
              <a:rPr kumimoji="1" lang="ja-JP" altLang="en-US"/>
              <a:t>目的を具体的に示します。
説明 </a:t>
            </a:r>
            <a:r>
              <a:rPr kumimoji="1" lang="en-US" altLang="ja-JP"/>
              <a:t>— </a:t>
            </a:r>
            <a:r>
              <a:rPr kumimoji="1" lang="ja-JP" altLang="en-US"/>
              <a:t>説明を具体的に示します。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466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例 </a:t>
            </a:r>
            <a:r>
              <a:rPr kumimoji="1" lang="en-US" altLang="ja-JP"/>
              <a:t>A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B — 42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C — 58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962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比較条件 </a:t>
            </a:r>
            <a:r>
              <a:rPr kumimoji="1" lang="en-US" altLang="ja-JP"/>
              <a:t>— </a:t>
            </a:r>
            <a:r>
              <a:rPr kumimoji="1" lang="ja-JP" altLang="en-US"/>
              <a:t>比較条件を具体的に示します。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2343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考え方
分類
具体例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665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問いに対して、根拠と具体例を順番に示します。
観察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具体例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説明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検証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078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問いを具体的に示します。
例 </a:t>
            </a:r>
            <a:r>
              <a:rPr kumimoji="1" lang="en-US" altLang="ja-JP"/>
              <a:t>— </a:t>
            </a:r>
            <a:r>
              <a:rPr kumimoji="1" lang="ja-JP" altLang="en-US"/>
              <a:t>例を具体的に示します。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
まとめ </a:t>
            </a:r>
            <a:r>
              <a:rPr kumimoji="1" lang="en-US" altLang="ja-JP"/>
              <a:t>— </a:t>
            </a:r>
            <a:r>
              <a:rPr kumimoji="1" lang="ja-JP" altLang="en-US"/>
              <a:t>まとめを具体的に示します。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420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候補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条件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検証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選択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9167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変更前 </a:t>
            </a:r>
            <a:r>
              <a:rPr kumimoji="1" lang="en-US" altLang="ja-JP"/>
              <a:t>— </a:t>
            </a:r>
            <a:r>
              <a:rPr kumimoji="1" lang="ja-JP" altLang="en-US"/>
              <a:t>変更前を具体的に示します。
変更後 </a:t>
            </a:r>
            <a:r>
              <a:rPr kumimoji="1" lang="en-US" altLang="ja-JP"/>
              <a:t>— </a:t>
            </a:r>
            <a:r>
              <a:rPr kumimoji="1" lang="ja-JP" altLang="en-US"/>
              <a:t>変更後を具体的に示します。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73094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00319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4867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構成 </a:t>
            </a:r>
            <a:r>
              <a:rPr kumimoji="1" lang="en-US" altLang="ja-JP"/>
              <a:t>— </a:t>
            </a:r>
            <a:r>
              <a:rPr kumimoji="1" lang="ja-JP" altLang="en-US"/>
              <a:t>構成を具体的に示します。
見やすさ </a:t>
            </a:r>
            <a:r>
              <a:rPr kumimoji="1" lang="en-US" altLang="ja-JP"/>
              <a:t>— </a:t>
            </a:r>
            <a:r>
              <a:rPr kumimoji="1" lang="ja-JP" altLang="en-US"/>
              <a:t>見やすさを具体的に示します。
正確さ </a:t>
            </a:r>
            <a:r>
              <a:rPr kumimoji="1" lang="en-US" altLang="ja-JP"/>
              <a:t>— </a:t>
            </a:r>
            <a:r>
              <a:rPr kumimoji="1" lang="ja-JP" altLang="en-US"/>
              <a:t>正確さを具体的に示します。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322E2-1F9E-4404-B4F3-658B25D6F5FD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4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2CE42-904C-3C93-A2AA-3ADA9C9E8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12369E-5644-12F2-1D2C-9E2B0BCE4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DF64F2-8FEA-EE7D-1645-61A33B2E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92D81D-8DB6-EE97-8DF2-267332D1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99C9F1-B147-4B90-552F-89690E86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962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1923C-3A09-16B9-E28B-EB3DC23C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D161FF-3B11-C463-C749-5E83E79C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AE03E7-F1C1-8BDF-BA43-C5073590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9981F0-03BB-02ED-3F96-3FA8B9D8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CE118E-8407-7E3F-F47C-8EBABE82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44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1668DA-5005-72FF-9544-1DE551A6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6077EA-33FA-7D4D-C0AA-8F08061D9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3E14D-C5C6-C9F6-8203-23584C70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4FFC7B-B6E8-F3A6-6317-BC440C3E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0FA3A0-A872-A452-9FA5-87664AA0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5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7269E-BAC7-BDB8-F291-6000CBC1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A1B490-B5B7-9C71-56AD-BA759F288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F22D83-BFAB-AB2B-E258-C5FFCFF0F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D6A0C4-40CA-A428-5FEE-62ED0FA6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C40443-2DA8-EF68-CEC6-E760F290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E81A01-23E6-CD2E-5CE1-0EEEEF6A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31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CE137-B664-AFB9-3E23-F0A9181C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94ECFF-6077-1A9E-E4E5-FEBF3CCBD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84ADF0-DA12-02CE-E39B-6B4AB3EB2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800FBF-A98D-6B5F-9B7A-80299711F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F09ACC-3561-4A4D-EF8F-34C352A72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A1F933-F913-B272-B098-9166C73F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C25768-77BE-4FA2-A57E-84EDD478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45D865-ABC6-5DDC-EB85-4C0B3C6F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15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5A48D-B476-C9D8-AE05-7A299B18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713A65-1D6F-C0CC-1848-A2E3EFD8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1418FB-50AE-7329-F8E5-BB3CDA6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DE2E15-A1F2-A603-A8F7-C92EC8F7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89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8F0225-30E1-9052-54FD-38C0EB4E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CCA8CD-6617-FB99-A72A-7E230C8F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1B7EB1-0A6C-7F58-FDD7-3CC74698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496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68E6-78CC-BCEA-8089-60EEC1BA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AD6219-8134-9CAA-D668-CCA5B0268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915FE8-F9D8-2609-62E5-7C0D0E9D5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32EC9A-374B-8706-8DAF-914EA00F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4E371E-E14A-1992-5AFC-866EEC97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FA43BF-A5E4-3C20-B227-4DB99A8D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946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D4327E-3760-2B1D-03E9-5BA9831D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C2740A9-76D3-6571-D2A6-08F74A250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0AE707-E74A-ED83-1660-B60DD3753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706D0B-E27E-A4DC-62D0-541F82D2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AF7879-7F2D-04B1-1ACA-CD5BC840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A4A116-CC91-4422-B3B9-21AC6813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33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0A17B-868F-5368-0626-9E5DAABA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B8EEDD-F150-4D2A-6328-D4C283BF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0E7FE5-0FF8-3F6E-8205-8B95687C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E3204A-0CE4-207B-C367-85E38212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849B08-2D91-8067-731C-870BB58F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769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A41561-C980-BD4A-977F-0CC5D1D43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64BDE2-AA49-D7EA-13B0-ADE708873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0EB9CB-F79A-B659-C489-DDD1FCAC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907EF5-F3A0-D1D6-F09B-E0A3D5E1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6CDB89-AC89-A7EA-DC6B-D8FF22E9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9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9E40C5-95FF-F097-A3EC-05265B7A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563BBB-348C-BF7E-C2D8-39EDF96D2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EF2796-C4D1-15F4-500C-9D0DFE6B9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BB936-874C-4206-96D2-C277B2CC027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9DE35B-00F4-A311-2816-C3B09A4C7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2E971F-6EFD-47E0-2B56-6F28E60FC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57920-22CA-4410-BD0E-052A8B7AB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91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53F7E7-E68E-A9C8-5FCA-718CB6233168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6689F2D-5CC8-C927-B363-76E2DEB58800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4F7C2A-DA87-0130-1501-D17EE5BBCC8D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図形文法とテーマのサンプル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65E3CC-13A8-58B3-425A-F4F7940D3CFB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操作確認用サンプル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28641BB-D369-E9A5-C191-D95A125C7F6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CAF198-7B37-F2DD-5FE2-B955306473D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513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5DF3F71-A56B-CE60-1E43-6CC7A1CC82A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1BA8F7-B1B1-5CCE-57F8-6CF6AC22A8F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数値の違いを図で伝える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9E2C88A-CF12-C806-DC2D-CC554417B15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4E46D58-7E2F-E656-5387-E559D5614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214803"/>
              </p:ext>
            </p:extLst>
          </p:nvPr>
        </p:nvGraphicFramePr>
        <p:xfrm>
          <a:off x="685800" y="2057400"/>
          <a:ext cx="7289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1AB87B-0431-82FC-A7AA-26BEA8380B5B}"/>
              </a:ext>
            </a:extLst>
          </p:cNvPr>
          <p:cNvSpPr txBox="1"/>
          <p:nvPr/>
        </p:nvSpPr>
        <p:spPr>
          <a:xfrm>
            <a:off x="685800" y="5588000"/>
            <a:ext cx="728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架空の動作確認用データ。資料の分析結果ではありません。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CFC8B7-17B2-75A3-E612-C79BAFCA9BD5}"/>
              </a:ext>
            </a:extLst>
          </p:cNvPr>
          <p:cNvSpPr/>
          <p:nvPr/>
        </p:nvSpPr>
        <p:spPr>
          <a:xfrm>
            <a:off x="8394700" y="1993900"/>
            <a:ext cx="38100" cy="3670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FBDFF7-F02A-8004-7A9F-13F57FC010E6}"/>
              </a:ext>
            </a:extLst>
          </p:cNvPr>
          <p:cNvSpPr txBox="1"/>
          <p:nvPr/>
        </p:nvSpPr>
        <p:spPr>
          <a:xfrm>
            <a:off x="8699500" y="20066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違いを読む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13C223-40C6-5A40-BB40-BA03313552AC}"/>
              </a:ext>
            </a:extLst>
          </p:cNvPr>
          <p:cNvSpPr txBox="1"/>
          <p:nvPr/>
        </p:nvSpPr>
        <p:spPr>
          <a:xfrm>
            <a:off x="8699500" y="2451100"/>
            <a:ext cx="2768600" cy="1212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同じ単位で比較します。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12C58B1-1E3A-A767-041D-8888727DC37C}"/>
              </a:ext>
            </a:extLst>
          </p:cNvPr>
          <p:cNvCxnSpPr/>
          <p:nvPr/>
        </p:nvCxnSpPr>
        <p:spPr>
          <a:xfrm>
            <a:off x="8699500" y="3702050"/>
            <a:ext cx="2768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2C52894-3B4F-BDE8-0D39-8F6B61CD2344}"/>
              </a:ext>
            </a:extLst>
          </p:cNvPr>
          <p:cNvSpPr txBox="1"/>
          <p:nvPr/>
        </p:nvSpPr>
        <p:spPr>
          <a:xfrm>
            <a:off x="8699500" y="385445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条件を添える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12D058-00D0-687D-9A9C-062D20AF0B8F}"/>
              </a:ext>
            </a:extLst>
          </p:cNvPr>
          <p:cNvSpPr txBox="1"/>
          <p:nvPr/>
        </p:nvSpPr>
        <p:spPr>
          <a:xfrm>
            <a:off x="8699500" y="4298950"/>
            <a:ext cx="2768600" cy="1212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期間と出典を示します。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96F0BE3-FBA3-A1E2-92FB-EEA30C491FB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4D3B963-6C0F-0F1E-F199-DCD46A851C0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8029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EE1835-0510-C9AC-8557-42895E5CCAF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6092B8-89DF-553B-3C1E-75A15E27FB1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情報の関係を見える形にする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791D427-725E-D347-E75F-2E47E61ABAD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0D79EC6-50CF-3628-2F1A-434BDBBB27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696471"/>
              </p:ext>
            </p:extLst>
          </p:nvPr>
        </p:nvGraphicFramePr>
        <p:xfrm>
          <a:off x="711200" y="1866900"/>
          <a:ext cx="1076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5BDF024-0C78-4C6F-EEA7-DBB55F321F1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A466D1-4248-5E64-1DAC-97AAA1DD5E9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208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397DBD7-5C88-FBDD-362C-6FB0FACBC8D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9F03FF-71D8-2D7C-75CA-4C8F066C4CF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説明を組み立てる順序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7D83B72-7995-326A-BADB-8BABBF4CF3F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AF8B2152-43AA-9F9E-F53F-16C613D51D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8000794"/>
              </p:ext>
            </p:extLst>
          </p:nvPr>
        </p:nvGraphicFramePr>
        <p:xfrm>
          <a:off x="711200" y="2108200"/>
          <a:ext cx="10769600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0F500B-3E37-6DEB-12C9-F98643819E4A}"/>
              </a:ext>
            </a:extLst>
          </p:cNvPr>
          <p:cNvSpPr txBox="1"/>
          <p:nvPr/>
        </p:nvSpPr>
        <p:spPr>
          <a:xfrm>
            <a:off x="736600" y="5397500"/>
            <a:ext cx="1071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読み手の問いに合わせて、根拠と具体例を順番に示します。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1A6A0B-AC56-56FD-3A4A-559FA722A44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D3B801-059E-2148-0BF8-CF7E240B148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224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7330A61-3126-F97C-1CBE-29901CC7C3A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0B6647-3D6E-FB8B-FF6D-08EE1B77DED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具体例から規則を見つける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D5101FB-6673-ECFE-FC11-7F4908C4514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416D2F-C059-2027-59A4-A778FB47DA6C}"/>
              </a:ext>
            </a:extLst>
          </p:cNvPr>
          <p:cNvSpPr/>
          <p:nvPr/>
        </p:nvSpPr>
        <p:spPr>
          <a:xfrm>
            <a:off x="711200" y="2159000"/>
            <a:ext cx="5994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8CC735-E4B6-67A6-198A-83A15F9C69A7}"/>
              </a:ext>
            </a:extLst>
          </p:cNvPr>
          <p:cNvSpPr txBox="1"/>
          <p:nvPr/>
        </p:nvSpPr>
        <p:spPr>
          <a:xfrm>
            <a:off x="1079500" y="2921000"/>
            <a:ext cx="5257800" cy="181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pt-BR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+ … + (2n − 1)
= n²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54C0CE-2615-8CED-95C8-B2EBD0BB2B7B}"/>
              </a:ext>
            </a:extLst>
          </p:cNvPr>
          <p:cNvSpPr txBox="1"/>
          <p:nvPr/>
        </p:nvSpPr>
        <p:spPr>
          <a:xfrm>
            <a:off x="7315200" y="21971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FCDF428-DBAC-28F7-3522-40A046585EF0}"/>
              </a:ext>
            </a:extLst>
          </p:cNvPr>
          <p:cNvSpPr txBox="1"/>
          <p:nvPr/>
        </p:nvSpPr>
        <p:spPr>
          <a:xfrm>
            <a:off x="7848600" y="2197100"/>
            <a:ext cx="360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 = 3 </a:t>
            </a: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の例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A103BF-A70F-6286-570B-3E333B96E797}"/>
              </a:ext>
            </a:extLst>
          </p:cNvPr>
          <p:cNvSpPr txBox="1"/>
          <p:nvPr/>
        </p:nvSpPr>
        <p:spPr>
          <a:xfrm>
            <a:off x="7848600" y="2641600"/>
            <a:ext cx="36068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 = 3²</a:t>
            </a:r>
            <a:endParaRPr kumimoji="1" lang="ja-JP" altLang="en-US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BD08C66-E4C0-869F-F7C9-8FD04D5C6BE3}"/>
              </a:ext>
            </a:extLst>
          </p:cNvPr>
          <p:cNvCxnSpPr/>
          <p:nvPr/>
        </p:nvCxnSpPr>
        <p:spPr>
          <a:xfrm>
            <a:off x="7848600" y="3765550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5A9C15-9E92-A554-A733-19E229264FA5}"/>
              </a:ext>
            </a:extLst>
          </p:cNvPr>
          <p:cNvSpPr txBox="1"/>
          <p:nvPr/>
        </p:nvSpPr>
        <p:spPr>
          <a:xfrm>
            <a:off x="7315200" y="39179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455EDC-0CE7-CBEA-46FD-321EB804E631}"/>
              </a:ext>
            </a:extLst>
          </p:cNvPr>
          <p:cNvSpPr txBox="1"/>
          <p:nvPr/>
        </p:nvSpPr>
        <p:spPr>
          <a:xfrm>
            <a:off x="7848600" y="3917950"/>
            <a:ext cx="360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説明と証明を区別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164778-E96E-BE5D-2B7F-9BCA9805DFE0}"/>
              </a:ext>
            </a:extLst>
          </p:cNvPr>
          <p:cNvSpPr txBox="1"/>
          <p:nvPr/>
        </p:nvSpPr>
        <p:spPr>
          <a:xfrm>
            <a:off x="7848600" y="4362450"/>
            <a:ext cx="36068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一例の確認だけでは、すべての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
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で成り立つ証明にはなりません。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ADF1B0-3122-E0A8-3C1A-94E0254F12C6}"/>
              </a:ext>
            </a:extLst>
          </p:cNvPr>
          <p:cNvSpPr txBox="1"/>
          <p:nvPr/>
        </p:nvSpPr>
        <p:spPr>
          <a:xfrm>
            <a:off x="977900" y="5067300"/>
            <a:ext cx="546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個の奇数の和は</a:t>
            </a:r>
            <a:r>
              <a:rPr kumimoji="1" lang="en-US" altLang="ja-JP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n²</a:t>
            </a:r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です。</a:t>
            </a:r>
            <a:r>
              <a:rPr kumimoji="1" lang="en-US" altLang="ja-JP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は正の整数。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9E0570E-53F6-8539-099F-003D1EA2B53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625247B-150C-A794-68D3-A6522F69D1B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689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5B70931-1168-B9A5-DCB3-5E5214F57F7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ADE353-7A66-B23E-9C82-C1F28D07432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観点を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つに分ける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E06C6AF-3AA3-0624-B286-9C8EFA83AB5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2CD0444-8686-D44E-D296-AA2A6E52A00D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62D23-C2CB-29DA-08EC-DA8A14E84BC7}"/>
              </a:ext>
            </a:extLst>
          </p:cNvPr>
          <p:cNvSpPr/>
          <p:nvPr/>
        </p:nvSpPr>
        <p:spPr>
          <a:xfrm>
            <a:off x="6070600" y="2095500"/>
            <a:ext cx="127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6DEC84-B6FE-880D-CCAC-7288178FBBF6}"/>
              </a:ext>
            </a:extLst>
          </p:cNvPr>
          <p:cNvSpPr txBox="1"/>
          <p:nvPr/>
        </p:nvSpPr>
        <p:spPr>
          <a:xfrm>
            <a:off x="825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59AB20-22F5-2EBF-33A0-9A8C17C79EA6}"/>
              </a:ext>
            </a:extLst>
          </p:cNvPr>
          <p:cNvSpPr txBox="1"/>
          <p:nvPr/>
        </p:nvSpPr>
        <p:spPr>
          <a:xfrm>
            <a:off x="825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対象を具体的に示します。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E27596-E10B-281A-7DAB-72CAE95BC692}"/>
              </a:ext>
            </a:extLst>
          </p:cNvPr>
          <p:cNvSpPr txBox="1"/>
          <p:nvPr/>
        </p:nvSpPr>
        <p:spPr>
          <a:xfrm>
            <a:off x="6286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77FE14A-9BB6-4F74-1C4E-E2D85FD07FED}"/>
              </a:ext>
            </a:extLst>
          </p:cNvPr>
          <p:cNvSpPr txBox="1"/>
          <p:nvPr/>
        </p:nvSpPr>
        <p:spPr>
          <a:xfrm>
            <a:off x="6286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条件を具体的に示します。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E02E99-B220-CF72-7B13-89A272C65DA9}"/>
              </a:ext>
            </a:extLst>
          </p:cNvPr>
          <p:cNvSpPr txBox="1"/>
          <p:nvPr/>
        </p:nvSpPr>
        <p:spPr>
          <a:xfrm>
            <a:off x="825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2B0E417-D2FC-7E60-D9B4-5615CD76C0F0}"/>
              </a:ext>
            </a:extLst>
          </p:cNvPr>
          <p:cNvSpPr txBox="1"/>
          <p:nvPr/>
        </p:nvSpPr>
        <p:spPr>
          <a:xfrm>
            <a:off x="825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違いを具体的に示します。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FCA1DC-ED78-C1E7-A925-C083579C5A73}"/>
              </a:ext>
            </a:extLst>
          </p:cNvPr>
          <p:cNvSpPr txBox="1"/>
          <p:nvPr/>
        </p:nvSpPr>
        <p:spPr>
          <a:xfrm>
            <a:off x="6286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222D399-B6A9-6A68-1264-8D878BD736F2}"/>
              </a:ext>
            </a:extLst>
          </p:cNvPr>
          <p:cNvSpPr txBox="1"/>
          <p:nvPr/>
        </p:nvSpPr>
        <p:spPr>
          <a:xfrm>
            <a:off x="6286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根拠を具体的に示します。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B8A372D-920F-AADE-D485-4F2FA08A8EE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D45F1B4-7905-786B-EC5B-FBFF2AED5D0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539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DFDA53-3208-5788-97A9-383DE6B9D7A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ACC702-09AA-3677-831C-7C43CA75042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要点を並べてまとめる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32BBDFB-274B-291D-C52B-63122B85B22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DBBE19-6ED3-2596-3E8F-657FD73735F7}"/>
              </a:ext>
            </a:extLst>
          </p:cNvPr>
          <p:cNvSpPr txBox="1"/>
          <p:nvPr/>
        </p:nvSpPr>
        <p:spPr>
          <a:xfrm>
            <a:off x="7112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A24568A-20F8-7775-BE3C-FE1103706989}"/>
              </a:ext>
            </a:extLst>
          </p:cNvPr>
          <p:cNvCxnSpPr/>
          <p:nvPr/>
        </p:nvCxnSpPr>
        <p:spPr>
          <a:xfrm>
            <a:off x="711200" y="3149600"/>
            <a:ext cx="3234267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03F6AA-D6B7-A1DD-49F9-3F0560234D14}"/>
              </a:ext>
            </a:extLst>
          </p:cNvPr>
          <p:cNvSpPr txBox="1"/>
          <p:nvPr/>
        </p:nvSpPr>
        <p:spPr>
          <a:xfrm>
            <a:off x="711200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229997-C589-D92E-0990-8C03AC939340}"/>
              </a:ext>
            </a:extLst>
          </p:cNvPr>
          <p:cNvSpPr txBox="1"/>
          <p:nvPr/>
        </p:nvSpPr>
        <p:spPr>
          <a:xfrm>
            <a:off x="711200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目的を具体的に示します。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253E6E-0CC9-2D4D-145A-9D7FDFF9BE48}"/>
              </a:ext>
            </a:extLst>
          </p:cNvPr>
          <p:cNvSpPr txBox="1"/>
          <p:nvPr/>
        </p:nvSpPr>
        <p:spPr>
          <a:xfrm>
            <a:off x="4301067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23788CA-A700-D702-AAE6-5BE2E4C96F94}"/>
              </a:ext>
            </a:extLst>
          </p:cNvPr>
          <p:cNvCxnSpPr/>
          <p:nvPr/>
        </p:nvCxnSpPr>
        <p:spPr>
          <a:xfrm>
            <a:off x="4301067" y="3149600"/>
            <a:ext cx="3234266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F83B719-D0CE-24B4-9BD7-7D43CFCF52D2}"/>
              </a:ext>
            </a:extLst>
          </p:cNvPr>
          <p:cNvSpPr txBox="1"/>
          <p:nvPr/>
        </p:nvSpPr>
        <p:spPr>
          <a:xfrm>
            <a:off x="4301067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02A98DC-4925-F871-75C5-2C9B64469EB7}"/>
              </a:ext>
            </a:extLst>
          </p:cNvPr>
          <p:cNvSpPr txBox="1"/>
          <p:nvPr/>
        </p:nvSpPr>
        <p:spPr>
          <a:xfrm>
            <a:off x="4301067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説明を具体的に示します。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27677D-348B-E4CD-5620-33092B938697}"/>
              </a:ext>
            </a:extLst>
          </p:cNvPr>
          <p:cNvSpPr txBox="1"/>
          <p:nvPr/>
        </p:nvSpPr>
        <p:spPr>
          <a:xfrm>
            <a:off x="7890933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A2A8279-2D42-74A2-50CC-7ADE1E07A9AD}"/>
              </a:ext>
            </a:extLst>
          </p:cNvPr>
          <p:cNvCxnSpPr/>
          <p:nvPr/>
        </p:nvCxnSpPr>
        <p:spPr>
          <a:xfrm>
            <a:off x="7890933" y="3149600"/>
            <a:ext cx="3234267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CBC9653-BC9D-ECAC-3AB2-8158DF912CA1}"/>
              </a:ext>
            </a:extLst>
          </p:cNvPr>
          <p:cNvSpPr txBox="1"/>
          <p:nvPr/>
        </p:nvSpPr>
        <p:spPr>
          <a:xfrm>
            <a:off x="7890933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7B06795-7981-97D9-8557-DA7110EFD3F8}"/>
              </a:ext>
            </a:extLst>
          </p:cNvPr>
          <p:cNvSpPr txBox="1"/>
          <p:nvPr/>
        </p:nvSpPr>
        <p:spPr>
          <a:xfrm>
            <a:off x="7890933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72AFAC9-9399-54D4-13F7-4C00B055CAC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6B2E38-200B-F83F-5FC1-EDE067F5863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7835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C54A793-9E80-F281-A15F-D430054EBCD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BD6A5D-BB7C-F6E1-4682-800834DCB3B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数値と単位を大きく見せる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E6FE526-BCD0-E618-C030-0FC58E937AB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296513-C9DB-E0EE-4186-673F5AFAB483}"/>
              </a:ext>
            </a:extLst>
          </p:cNvPr>
          <p:cNvSpPr txBox="1"/>
          <p:nvPr/>
        </p:nvSpPr>
        <p:spPr>
          <a:xfrm>
            <a:off x="711200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7E9F01-F6E6-CD9F-B59A-5C53672C7F2A}"/>
              </a:ext>
            </a:extLst>
          </p:cNvPr>
          <p:cNvSpPr txBox="1"/>
          <p:nvPr/>
        </p:nvSpPr>
        <p:spPr>
          <a:xfrm>
            <a:off x="711200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3594CFF-1139-55E9-DED9-303791B7985F}"/>
              </a:ext>
            </a:extLst>
          </p:cNvPr>
          <p:cNvCxnSpPr/>
          <p:nvPr/>
        </p:nvCxnSpPr>
        <p:spPr>
          <a:xfrm>
            <a:off x="711200" y="4686300"/>
            <a:ext cx="3246967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CA8782E-2AAE-5488-9753-FE53877FB6FD}"/>
              </a:ext>
            </a:extLst>
          </p:cNvPr>
          <p:cNvSpPr txBox="1"/>
          <p:nvPr/>
        </p:nvSpPr>
        <p:spPr>
          <a:xfrm>
            <a:off x="711200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F16B83-3F92-A0F9-A763-59EC9EA305EB}"/>
              </a:ext>
            </a:extLst>
          </p:cNvPr>
          <p:cNvSpPr txBox="1"/>
          <p:nvPr/>
        </p:nvSpPr>
        <p:spPr>
          <a:xfrm>
            <a:off x="4301067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FC4F22-8C94-24E7-A6EB-7DD791E118A7}"/>
              </a:ext>
            </a:extLst>
          </p:cNvPr>
          <p:cNvSpPr txBox="1"/>
          <p:nvPr/>
        </p:nvSpPr>
        <p:spPr>
          <a:xfrm>
            <a:off x="4301067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75B24E1-DE64-F6EC-8451-0EB176B2141D}"/>
              </a:ext>
            </a:extLst>
          </p:cNvPr>
          <p:cNvCxnSpPr/>
          <p:nvPr/>
        </p:nvCxnSpPr>
        <p:spPr>
          <a:xfrm>
            <a:off x="4301067" y="4686300"/>
            <a:ext cx="3246966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C14C636-5952-CC18-FB86-1AEE07BEF136}"/>
              </a:ext>
            </a:extLst>
          </p:cNvPr>
          <p:cNvSpPr txBox="1"/>
          <p:nvPr/>
        </p:nvSpPr>
        <p:spPr>
          <a:xfrm>
            <a:off x="4301067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AE45848-9BB3-A3A9-A764-CFAC131DE0E1}"/>
              </a:ext>
            </a:extLst>
          </p:cNvPr>
          <p:cNvSpPr txBox="1"/>
          <p:nvPr/>
        </p:nvSpPr>
        <p:spPr>
          <a:xfrm>
            <a:off x="7890933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D0C12FF-1A7A-7ABE-4F78-694E8C03A8A2}"/>
              </a:ext>
            </a:extLst>
          </p:cNvPr>
          <p:cNvSpPr txBox="1"/>
          <p:nvPr/>
        </p:nvSpPr>
        <p:spPr>
          <a:xfrm>
            <a:off x="7890933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670E023-3517-155A-331F-61237EA43018}"/>
              </a:ext>
            </a:extLst>
          </p:cNvPr>
          <p:cNvCxnSpPr/>
          <p:nvPr/>
        </p:nvCxnSpPr>
        <p:spPr>
          <a:xfrm>
            <a:off x="7890933" y="4686300"/>
            <a:ext cx="3246967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DDFE3A0-B153-3548-0C59-644BE8A75E32}"/>
              </a:ext>
            </a:extLst>
          </p:cNvPr>
          <p:cNvSpPr txBox="1"/>
          <p:nvPr/>
        </p:nvSpPr>
        <p:spPr>
          <a:xfrm>
            <a:off x="7890933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3AFD161-4335-242D-8166-E63569BE57C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84F4C20-3776-E4C2-76DD-C150260EF4F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315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13AB54A-37EA-7C67-C6A3-C39AE14BD37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2164FD-1C3D-75CA-D59B-93549401FFF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対象ごとの比較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DF8163A-E176-48E7-0FEB-84EF64A6823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C84D55-715C-F4A3-F205-8A05AB46EDE1}"/>
              </a:ext>
            </a:extLst>
          </p:cNvPr>
          <p:cNvSpPr/>
          <p:nvPr/>
        </p:nvSpPr>
        <p:spPr>
          <a:xfrm>
            <a:off x="711200" y="20701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40E19C-4647-31AB-A5A9-03297E914943}"/>
              </a:ext>
            </a:extLst>
          </p:cNvPr>
          <p:cNvSpPr txBox="1"/>
          <p:nvPr/>
        </p:nvSpPr>
        <p:spPr>
          <a:xfrm>
            <a:off x="876300" y="22860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CD41DB-01AC-17F9-74D0-42B2665FF4FF}"/>
              </a:ext>
            </a:extLst>
          </p:cNvPr>
          <p:cNvSpPr txBox="1"/>
          <p:nvPr/>
        </p:nvSpPr>
        <p:spPr>
          <a:xfrm>
            <a:off x="3530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E71AE7-6D9F-56B2-35AD-7B7A586ABACC}"/>
              </a:ext>
            </a:extLst>
          </p:cNvPr>
          <p:cNvSpPr txBox="1"/>
          <p:nvPr/>
        </p:nvSpPr>
        <p:spPr>
          <a:xfrm>
            <a:off x="3530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020605D-D397-E4C6-1685-26268AAB2BC6}"/>
              </a:ext>
            </a:extLst>
          </p:cNvPr>
          <p:cNvSpPr txBox="1"/>
          <p:nvPr/>
        </p:nvSpPr>
        <p:spPr>
          <a:xfrm>
            <a:off x="7467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1A19AF-DDEC-9A98-39BB-AA2F569D99A4}"/>
              </a:ext>
            </a:extLst>
          </p:cNvPr>
          <p:cNvSpPr txBox="1"/>
          <p:nvPr/>
        </p:nvSpPr>
        <p:spPr>
          <a:xfrm>
            <a:off x="7467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C6C7A87-464A-4BB5-EB04-01CA6577D608}"/>
              </a:ext>
            </a:extLst>
          </p:cNvPr>
          <p:cNvCxnSpPr/>
          <p:nvPr/>
        </p:nvCxnSpPr>
        <p:spPr>
          <a:xfrm>
            <a:off x="3429000" y="32385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B58D59A-CE44-7C44-1C9A-72CAA46F43D6}"/>
              </a:ext>
            </a:extLst>
          </p:cNvPr>
          <p:cNvSpPr/>
          <p:nvPr/>
        </p:nvSpPr>
        <p:spPr>
          <a:xfrm>
            <a:off x="711200" y="33655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4F7DBBA-3798-4B03-8410-E7C14C88C9A6}"/>
              </a:ext>
            </a:extLst>
          </p:cNvPr>
          <p:cNvSpPr txBox="1"/>
          <p:nvPr/>
        </p:nvSpPr>
        <p:spPr>
          <a:xfrm>
            <a:off x="876300" y="35814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80BC4D-8DA2-D232-E19D-B32E8A9EC247}"/>
              </a:ext>
            </a:extLst>
          </p:cNvPr>
          <p:cNvSpPr txBox="1"/>
          <p:nvPr/>
        </p:nvSpPr>
        <p:spPr>
          <a:xfrm>
            <a:off x="3530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2560BC1-F0F9-CADE-CDC0-822D900BF868}"/>
              </a:ext>
            </a:extLst>
          </p:cNvPr>
          <p:cNvSpPr txBox="1"/>
          <p:nvPr/>
        </p:nvSpPr>
        <p:spPr>
          <a:xfrm>
            <a:off x="3530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80987FE-72FD-F901-8040-01D506706C69}"/>
              </a:ext>
            </a:extLst>
          </p:cNvPr>
          <p:cNvSpPr txBox="1"/>
          <p:nvPr/>
        </p:nvSpPr>
        <p:spPr>
          <a:xfrm>
            <a:off x="7467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33DADB0-5879-A2AB-0E44-8F567E57823E}"/>
              </a:ext>
            </a:extLst>
          </p:cNvPr>
          <p:cNvSpPr txBox="1"/>
          <p:nvPr/>
        </p:nvSpPr>
        <p:spPr>
          <a:xfrm>
            <a:off x="7467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EB7A233-893E-ED2D-74CD-915FFF13FF37}"/>
              </a:ext>
            </a:extLst>
          </p:cNvPr>
          <p:cNvCxnSpPr/>
          <p:nvPr/>
        </p:nvCxnSpPr>
        <p:spPr>
          <a:xfrm>
            <a:off x="3429000" y="45339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0DB5D11-8BB8-6D15-ACCA-A84235925565}"/>
              </a:ext>
            </a:extLst>
          </p:cNvPr>
          <p:cNvSpPr/>
          <p:nvPr/>
        </p:nvSpPr>
        <p:spPr>
          <a:xfrm>
            <a:off x="711200" y="46609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61D7CD7-5B60-02C5-3D55-50778F5422BC}"/>
              </a:ext>
            </a:extLst>
          </p:cNvPr>
          <p:cNvSpPr txBox="1"/>
          <p:nvPr/>
        </p:nvSpPr>
        <p:spPr>
          <a:xfrm>
            <a:off x="876300" y="48768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B642E12-E22E-9388-C102-BF5E05B61190}"/>
              </a:ext>
            </a:extLst>
          </p:cNvPr>
          <p:cNvSpPr txBox="1"/>
          <p:nvPr/>
        </p:nvSpPr>
        <p:spPr>
          <a:xfrm>
            <a:off x="3530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64716C6-7AC8-E33E-8E75-2F2E24C75224}"/>
              </a:ext>
            </a:extLst>
          </p:cNvPr>
          <p:cNvSpPr txBox="1"/>
          <p:nvPr/>
        </p:nvSpPr>
        <p:spPr>
          <a:xfrm>
            <a:off x="3530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68EC5BF-1D0F-CF81-B91A-C8B4544FA4E9}"/>
              </a:ext>
            </a:extLst>
          </p:cNvPr>
          <p:cNvSpPr txBox="1"/>
          <p:nvPr/>
        </p:nvSpPr>
        <p:spPr>
          <a:xfrm>
            <a:off x="7467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252814B-28F1-F1D4-7F22-F8A196D4D2DA}"/>
              </a:ext>
            </a:extLst>
          </p:cNvPr>
          <p:cNvSpPr txBox="1"/>
          <p:nvPr/>
        </p:nvSpPr>
        <p:spPr>
          <a:xfrm>
            <a:off x="7467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13CBE18-0DD0-67A2-9717-CB3D0C7512A3}"/>
              </a:ext>
            </a:extLst>
          </p:cNvPr>
          <p:cNvCxnSpPr/>
          <p:nvPr/>
        </p:nvCxnSpPr>
        <p:spPr>
          <a:xfrm>
            <a:off x="3429000" y="58293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ED395DB-AF48-D8F5-8459-45BF36E36BC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0ED42DB-790E-7B29-C1A3-15E207E03A5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369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01A930-CAB9-4048-6BF1-62F7D2014A0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5CCC98-845C-86AD-7636-F07658B4C2E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具体例から全体を捉える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0066AA1-2C7B-BCF2-EBAE-B776C9D2EEF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B6D893-8F8D-0B25-1C5A-DC3F661C4D74}"/>
              </a:ext>
            </a:extLst>
          </p:cNvPr>
          <p:cNvSpPr/>
          <p:nvPr/>
        </p:nvSpPr>
        <p:spPr>
          <a:xfrm>
            <a:off x="4445000" y="2133600"/>
            <a:ext cx="3302000" cy="11430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DE60C7-B11E-39AA-3823-FBE6ABA8A353}"/>
              </a:ext>
            </a:extLst>
          </p:cNvPr>
          <p:cNvSpPr txBox="1"/>
          <p:nvPr/>
        </p:nvSpPr>
        <p:spPr>
          <a:xfrm>
            <a:off x="4635500" y="2247900"/>
            <a:ext cx="2921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考え方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0D0173-E0FA-1337-AD49-1821F7B69D74}"/>
              </a:ext>
            </a:extLst>
          </p:cNvPr>
          <p:cNvSpPr/>
          <p:nvPr/>
        </p:nvSpPr>
        <p:spPr>
          <a:xfrm>
            <a:off x="2889250" y="3378200"/>
            <a:ext cx="6413500" cy="1143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B2BDFF-C05B-E7F0-D6DD-3EDB083E6C75}"/>
              </a:ext>
            </a:extLst>
          </p:cNvPr>
          <p:cNvSpPr txBox="1"/>
          <p:nvPr/>
        </p:nvSpPr>
        <p:spPr>
          <a:xfrm>
            <a:off x="3079750" y="3492500"/>
            <a:ext cx="60325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分類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2762D9-2ADD-DEA1-160F-8AC4C83D3802}"/>
              </a:ext>
            </a:extLst>
          </p:cNvPr>
          <p:cNvSpPr/>
          <p:nvPr/>
        </p:nvSpPr>
        <p:spPr>
          <a:xfrm>
            <a:off x="1333500" y="4622800"/>
            <a:ext cx="9525000" cy="1143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B2A09C-10FF-BE06-4F11-14BA6AEEC22A}"/>
              </a:ext>
            </a:extLst>
          </p:cNvPr>
          <p:cNvSpPr txBox="1"/>
          <p:nvPr/>
        </p:nvSpPr>
        <p:spPr>
          <a:xfrm>
            <a:off x="1524000" y="4737100"/>
            <a:ext cx="9144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D88748C-D0DD-FF9A-E1A1-817898980E9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738EBF2-8709-2995-AC8C-DE6AA88A404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246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A7D5AE-BB65-CD30-F8D8-28C58A44510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476DDF-C080-7769-201A-A1CBAD79DA3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中心の問いを広げる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82D8DF5-BE2F-0B37-343A-37B45667F62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92A2672-ADD3-2B91-45B1-C103B6A63B29}"/>
              </a:ext>
            </a:extLst>
          </p:cNvPr>
          <p:cNvCxnSpPr/>
          <p:nvPr/>
        </p:nvCxnSpPr>
        <p:spPr>
          <a:xfrm>
            <a:off x="3556000" y="3708400"/>
            <a:ext cx="4826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A5D738DD-5EE7-5A09-964B-6609284D5A89}"/>
              </a:ext>
            </a:extLst>
          </p:cNvPr>
          <p:cNvSpPr/>
          <p:nvPr/>
        </p:nvSpPr>
        <p:spPr>
          <a:xfrm>
            <a:off x="4533900" y="2578100"/>
            <a:ext cx="3111500" cy="27686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12A85E-84C9-3CC0-42EF-6FA5005D2E5C}"/>
              </a:ext>
            </a:extLst>
          </p:cNvPr>
          <p:cNvSpPr txBox="1"/>
          <p:nvPr/>
        </p:nvSpPr>
        <p:spPr>
          <a:xfrm>
            <a:off x="4838700" y="3263900"/>
            <a:ext cx="2514600" cy="1358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BEFA1E7-FB50-7193-FFE6-2CEEF3B444DD}"/>
              </a:ext>
            </a:extLst>
          </p:cNvPr>
          <p:cNvSpPr txBox="1"/>
          <p:nvPr/>
        </p:nvSpPr>
        <p:spPr>
          <a:xfrm>
            <a:off x="7112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B93EC0-A30A-4A99-6717-9FEF6006CB21}"/>
              </a:ext>
            </a:extLst>
          </p:cNvPr>
          <p:cNvSpPr txBox="1"/>
          <p:nvPr/>
        </p:nvSpPr>
        <p:spPr>
          <a:xfrm>
            <a:off x="7112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B83E10-602E-4B46-250C-A1395D06A229}"/>
              </a:ext>
            </a:extLst>
          </p:cNvPr>
          <p:cNvSpPr txBox="1"/>
          <p:nvPr/>
        </p:nvSpPr>
        <p:spPr>
          <a:xfrm>
            <a:off x="83058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E7EF5C-0C3F-62F9-FFB0-22950F6B2DE4}"/>
              </a:ext>
            </a:extLst>
          </p:cNvPr>
          <p:cNvSpPr txBox="1"/>
          <p:nvPr/>
        </p:nvSpPr>
        <p:spPr>
          <a:xfrm>
            <a:off x="83058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9FCA306-B941-EE8B-58A6-E2F4344F919C}"/>
              </a:ext>
            </a:extLst>
          </p:cNvPr>
          <p:cNvSpPr txBox="1"/>
          <p:nvPr/>
        </p:nvSpPr>
        <p:spPr>
          <a:xfrm>
            <a:off x="7112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792F368-543C-5CF3-2D49-30B2DAC382F7}"/>
              </a:ext>
            </a:extLst>
          </p:cNvPr>
          <p:cNvSpPr txBox="1"/>
          <p:nvPr/>
        </p:nvSpPr>
        <p:spPr>
          <a:xfrm>
            <a:off x="7112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1598BD-D102-ADA3-AE84-83729D3BBE1C}"/>
              </a:ext>
            </a:extLst>
          </p:cNvPr>
          <p:cNvSpPr txBox="1"/>
          <p:nvPr/>
        </p:nvSpPr>
        <p:spPr>
          <a:xfrm>
            <a:off x="83058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F5409AE-E14C-3CAD-BD2D-D2732861C44E}"/>
              </a:ext>
            </a:extLst>
          </p:cNvPr>
          <p:cNvSpPr txBox="1"/>
          <p:nvPr/>
        </p:nvSpPr>
        <p:spPr>
          <a:xfrm>
            <a:off x="83058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C264D99-D612-5941-2C50-AC1D9F34FD2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244266A-96C7-19CF-D07A-61CB193D9C7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967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7665D26-E3FB-6376-3D27-A35CD21750F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286C25-963A-D866-4CA3-D450C336418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説明を順に進める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C0C3984-75CF-E213-CE62-E8E87BBF33E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E8B191-E929-C25A-FE47-572604D52B90}"/>
              </a:ext>
            </a:extLst>
          </p:cNvPr>
          <p:cNvSpPr/>
          <p:nvPr/>
        </p:nvSpPr>
        <p:spPr>
          <a:xfrm>
            <a:off x="1041400" y="2247900"/>
            <a:ext cx="25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18F0FD1A-D5FF-CD8A-E853-4B1A3EB0ED14}"/>
              </a:ext>
            </a:extLst>
          </p:cNvPr>
          <p:cNvSpPr/>
          <p:nvPr/>
        </p:nvSpPr>
        <p:spPr>
          <a:xfrm>
            <a:off x="812800" y="21590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89C8881-569E-A26B-C229-E23CC211FD9C}"/>
              </a:ext>
            </a:extLst>
          </p:cNvPr>
          <p:cNvSpPr txBox="1"/>
          <p:nvPr/>
        </p:nvSpPr>
        <p:spPr>
          <a:xfrm>
            <a:off x="876300" y="21971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ECACC73-7D52-DD06-5800-13ADBD943F36}"/>
              </a:ext>
            </a:extLst>
          </p:cNvPr>
          <p:cNvSpPr txBox="1"/>
          <p:nvPr/>
        </p:nvSpPr>
        <p:spPr>
          <a:xfrm>
            <a:off x="1625600" y="21336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BDFFA93-C600-D2B9-7E0A-7B2114F44B7A}"/>
              </a:ext>
            </a:extLst>
          </p:cNvPr>
          <p:cNvSpPr txBox="1"/>
          <p:nvPr/>
        </p:nvSpPr>
        <p:spPr>
          <a:xfrm>
            <a:off x="5181600" y="21336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問いを具体的に示します。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E4BAF67-DB7C-649E-737B-7E11BEFF1FD9}"/>
              </a:ext>
            </a:extLst>
          </p:cNvPr>
          <p:cNvSpPr/>
          <p:nvPr/>
        </p:nvSpPr>
        <p:spPr>
          <a:xfrm>
            <a:off x="812800" y="31305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AEEC33-6F35-27C5-EADC-C7E82B86DA47}"/>
              </a:ext>
            </a:extLst>
          </p:cNvPr>
          <p:cNvSpPr txBox="1"/>
          <p:nvPr/>
        </p:nvSpPr>
        <p:spPr>
          <a:xfrm>
            <a:off x="876300" y="31686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63A83D-E403-5DA2-69D4-482B843752C6}"/>
              </a:ext>
            </a:extLst>
          </p:cNvPr>
          <p:cNvSpPr txBox="1"/>
          <p:nvPr/>
        </p:nvSpPr>
        <p:spPr>
          <a:xfrm>
            <a:off x="1625600" y="31051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11B809D-E3CE-79DE-0334-07C8E86820B7}"/>
              </a:ext>
            </a:extLst>
          </p:cNvPr>
          <p:cNvSpPr txBox="1"/>
          <p:nvPr/>
        </p:nvSpPr>
        <p:spPr>
          <a:xfrm>
            <a:off x="5181600" y="31051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例を具体的に示します。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E8480D9-7404-0A7D-1B3F-D868F750512F}"/>
              </a:ext>
            </a:extLst>
          </p:cNvPr>
          <p:cNvSpPr/>
          <p:nvPr/>
        </p:nvSpPr>
        <p:spPr>
          <a:xfrm>
            <a:off x="812800" y="41021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86ACFB-BB60-606C-D8C7-59BDF4066C00}"/>
              </a:ext>
            </a:extLst>
          </p:cNvPr>
          <p:cNvSpPr txBox="1"/>
          <p:nvPr/>
        </p:nvSpPr>
        <p:spPr>
          <a:xfrm>
            <a:off x="876300" y="41402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973AFE0-B09A-0181-DCF9-569AC13CAB50}"/>
              </a:ext>
            </a:extLst>
          </p:cNvPr>
          <p:cNvSpPr txBox="1"/>
          <p:nvPr/>
        </p:nvSpPr>
        <p:spPr>
          <a:xfrm>
            <a:off x="1625600" y="40767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9671EE8-0E35-16B5-C273-C4C65660C099}"/>
              </a:ext>
            </a:extLst>
          </p:cNvPr>
          <p:cNvSpPr txBox="1"/>
          <p:nvPr/>
        </p:nvSpPr>
        <p:spPr>
          <a:xfrm>
            <a:off x="5181600" y="40767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B7621408-21B0-BBBA-54E0-D70FDEA269B5}"/>
              </a:ext>
            </a:extLst>
          </p:cNvPr>
          <p:cNvSpPr/>
          <p:nvPr/>
        </p:nvSpPr>
        <p:spPr>
          <a:xfrm>
            <a:off x="812800" y="50736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2B572F7-0DF2-5C10-94A4-1695A33AA0ED}"/>
              </a:ext>
            </a:extLst>
          </p:cNvPr>
          <p:cNvSpPr txBox="1"/>
          <p:nvPr/>
        </p:nvSpPr>
        <p:spPr>
          <a:xfrm>
            <a:off x="876300" y="51117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69792C0-1C3B-F418-6732-C5C8309A417B}"/>
              </a:ext>
            </a:extLst>
          </p:cNvPr>
          <p:cNvSpPr txBox="1"/>
          <p:nvPr/>
        </p:nvSpPr>
        <p:spPr>
          <a:xfrm>
            <a:off x="1625600" y="50482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AC3B976-3952-AB30-9CBD-B4E3EDB46769}"/>
              </a:ext>
            </a:extLst>
          </p:cNvPr>
          <p:cNvSpPr txBox="1"/>
          <p:nvPr/>
        </p:nvSpPr>
        <p:spPr>
          <a:xfrm>
            <a:off x="5181600" y="50482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まとめを具体的に示します。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D2C96E6-C3BD-7236-F838-CE116698E7B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162877C-9183-A2D0-1C39-A46EDBC21E0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658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8BAFBD0-EE28-50CD-53D2-571A378488D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C37D51-BF4F-85D1-0064-FA14439BC84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条件から候補を絞る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8D1252A-EB5A-8409-153A-CAC5F85F0D0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51A711-A5D1-B0A8-D6C6-3BD261A62E33}"/>
              </a:ext>
            </a:extLst>
          </p:cNvPr>
          <p:cNvSpPr/>
          <p:nvPr/>
        </p:nvSpPr>
        <p:spPr>
          <a:xfrm>
            <a:off x="825500" y="2120900"/>
            <a:ext cx="5842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1651F3-752C-1E72-8AAD-53173AE0C4C8}"/>
              </a:ext>
            </a:extLst>
          </p:cNvPr>
          <p:cNvSpPr txBox="1"/>
          <p:nvPr/>
        </p:nvSpPr>
        <p:spPr>
          <a:xfrm>
            <a:off x="977900" y="2235200"/>
            <a:ext cx="5537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候補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FDE5CF-BE4E-C56A-1CD9-EC9B605A3EB5}"/>
              </a:ext>
            </a:extLst>
          </p:cNvPr>
          <p:cNvSpPr txBox="1"/>
          <p:nvPr/>
        </p:nvSpPr>
        <p:spPr>
          <a:xfrm>
            <a:off x="7188200" y="22225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1A500F2-B4B2-593E-E632-A183A6DDB04E}"/>
              </a:ext>
            </a:extLst>
          </p:cNvPr>
          <p:cNvSpPr/>
          <p:nvPr/>
        </p:nvSpPr>
        <p:spPr>
          <a:xfrm>
            <a:off x="1206500" y="3054350"/>
            <a:ext cx="5080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C18FD4-CCCE-B70B-C986-8A87F806B51B}"/>
              </a:ext>
            </a:extLst>
          </p:cNvPr>
          <p:cNvSpPr txBox="1"/>
          <p:nvPr/>
        </p:nvSpPr>
        <p:spPr>
          <a:xfrm>
            <a:off x="1358900" y="3168650"/>
            <a:ext cx="4775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100C0E-8885-58D8-29F9-3D4124CE5F97}"/>
              </a:ext>
            </a:extLst>
          </p:cNvPr>
          <p:cNvSpPr txBox="1"/>
          <p:nvPr/>
        </p:nvSpPr>
        <p:spPr>
          <a:xfrm>
            <a:off x="7188200" y="31559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4588A0-D751-6601-6BBC-A7211B2450BC}"/>
              </a:ext>
            </a:extLst>
          </p:cNvPr>
          <p:cNvSpPr/>
          <p:nvPr/>
        </p:nvSpPr>
        <p:spPr>
          <a:xfrm>
            <a:off x="1587500" y="3987800"/>
            <a:ext cx="4318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E04C4D-0735-6DDC-BF3B-5D6951F257AC}"/>
              </a:ext>
            </a:extLst>
          </p:cNvPr>
          <p:cNvSpPr txBox="1"/>
          <p:nvPr/>
        </p:nvSpPr>
        <p:spPr>
          <a:xfrm>
            <a:off x="1739900" y="4102100"/>
            <a:ext cx="4013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2A739E-0001-B65E-0367-8762FEC7D199}"/>
              </a:ext>
            </a:extLst>
          </p:cNvPr>
          <p:cNvSpPr txBox="1"/>
          <p:nvPr/>
        </p:nvSpPr>
        <p:spPr>
          <a:xfrm>
            <a:off x="7188200" y="40894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009D3E0-F58B-37CE-1DE7-CD4008684501}"/>
              </a:ext>
            </a:extLst>
          </p:cNvPr>
          <p:cNvSpPr/>
          <p:nvPr/>
        </p:nvSpPr>
        <p:spPr>
          <a:xfrm>
            <a:off x="1968500" y="4921250"/>
            <a:ext cx="3556000" cy="81915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8C3ED0A-6FB7-CF1E-EDF5-27121BBD4893}"/>
              </a:ext>
            </a:extLst>
          </p:cNvPr>
          <p:cNvSpPr txBox="1"/>
          <p:nvPr/>
        </p:nvSpPr>
        <p:spPr>
          <a:xfrm>
            <a:off x="2120900" y="5035550"/>
            <a:ext cx="3251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選択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1A92C9-912F-FD3C-2F20-17DEFB093066}"/>
              </a:ext>
            </a:extLst>
          </p:cNvPr>
          <p:cNvSpPr txBox="1"/>
          <p:nvPr/>
        </p:nvSpPr>
        <p:spPr>
          <a:xfrm>
            <a:off x="7188200" y="50228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E4958D7-794C-742B-CF6E-7AE1F2DB290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8A286FD-E4FB-AFCF-C5F5-A00F884914E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0674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2BF3E4-6A12-9266-FEAA-2FBE69A3CDD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5FB3E6-4544-26B9-255F-4D603355E03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変更前と変更後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FDE3CDF-9238-D1AF-B036-8ABF8803134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0E9C9D1-B23B-059C-2DE6-A7F9D6722744}"/>
              </a:ext>
            </a:extLst>
          </p:cNvPr>
          <p:cNvCxnSpPr/>
          <p:nvPr/>
        </p:nvCxnSpPr>
        <p:spPr>
          <a:xfrm>
            <a:off x="711200" y="2159000"/>
            <a:ext cx="4940300" cy="0"/>
          </a:xfrm>
          <a:prstGeom prst="line">
            <a:avLst/>
          </a:prstGeom>
          <a:ln w="12700">
            <a:solidFill>
              <a:srgbClr val="A86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C22494-1E69-5423-7F3A-B46E38EFD0B0}"/>
              </a:ext>
            </a:extLst>
          </p:cNvPr>
          <p:cNvSpPr txBox="1"/>
          <p:nvPr/>
        </p:nvSpPr>
        <p:spPr>
          <a:xfrm>
            <a:off x="7112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ADBAF4-72F7-8AAB-BC55-E54A073E8F80}"/>
              </a:ext>
            </a:extLst>
          </p:cNvPr>
          <p:cNvSpPr txBox="1"/>
          <p:nvPr/>
        </p:nvSpPr>
        <p:spPr>
          <a:xfrm>
            <a:off x="7112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変更前を具体的に示します。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89AC46D-7DFB-50EB-E8F9-4F4A8285CE26}"/>
              </a:ext>
            </a:extLst>
          </p:cNvPr>
          <p:cNvCxnSpPr/>
          <p:nvPr/>
        </p:nvCxnSpPr>
        <p:spPr>
          <a:xfrm>
            <a:off x="6489700" y="2159000"/>
            <a:ext cx="49403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47376D-FF2C-02A3-D97D-953A4FB8F81D}"/>
              </a:ext>
            </a:extLst>
          </p:cNvPr>
          <p:cNvSpPr txBox="1"/>
          <p:nvPr/>
        </p:nvSpPr>
        <p:spPr>
          <a:xfrm>
            <a:off x="64897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F9238C1-20B1-CDBD-8B3E-5BEFE9EAB1D5}"/>
              </a:ext>
            </a:extLst>
          </p:cNvPr>
          <p:cNvSpPr txBox="1"/>
          <p:nvPr/>
        </p:nvSpPr>
        <p:spPr>
          <a:xfrm>
            <a:off x="64897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変更後を具体的に示します。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D7DDB345-82DF-CA2E-F9B0-5F50A08CFC6D}"/>
              </a:ext>
            </a:extLst>
          </p:cNvPr>
          <p:cNvSpPr/>
          <p:nvPr/>
        </p:nvSpPr>
        <p:spPr>
          <a:xfrm>
            <a:off x="5778500" y="3657600"/>
            <a:ext cx="520700" cy="571500"/>
          </a:xfrm>
          <a:prstGeom prst="rightArrow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1EA1D07-5466-667D-38E1-A7F79351F09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B2F030-E5C7-D5AE-D9C1-16A4945EDEE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7220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8E920B-70CC-424B-2A0B-DBEFBBFB886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F450AC-EE16-F442-EF1A-1AF9EB05383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根拠を表で確かめる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6696777-61EC-EE9E-D963-4C6D961D3F0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FA9880-769A-040A-C3B9-107AE526435B}"/>
              </a:ext>
            </a:extLst>
          </p:cNvPr>
          <p:cNvSpPr/>
          <p:nvPr/>
        </p:nvSpPr>
        <p:spPr>
          <a:xfrm>
            <a:off x="711200" y="20828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86884E-257B-D81E-4E16-60C67558A425}"/>
              </a:ext>
            </a:extLst>
          </p:cNvPr>
          <p:cNvSpPr txBox="1"/>
          <p:nvPr/>
        </p:nvSpPr>
        <p:spPr>
          <a:xfrm>
            <a:off x="838200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BD556C8-CE83-C770-539D-319C851FB6D6}"/>
              </a:ext>
            </a:extLst>
          </p:cNvPr>
          <p:cNvSpPr txBox="1"/>
          <p:nvPr/>
        </p:nvSpPr>
        <p:spPr>
          <a:xfrm>
            <a:off x="4428067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0AF205-EFEF-118C-624B-6130C062687D}"/>
              </a:ext>
            </a:extLst>
          </p:cNvPr>
          <p:cNvSpPr txBox="1"/>
          <p:nvPr/>
        </p:nvSpPr>
        <p:spPr>
          <a:xfrm>
            <a:off x="8017933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2F87BFD-AFD3-6F07-4DE5-20122D77F8B1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BF24A6-D058-6231-C125-5286FD344758}"/>
              </a:ext>
            </a:extLst>
          </p:cNvPr>
          <p:cNvSpPr txBox="1"/>
          <p:nvPr/>
        </p:nvSpPr>
        <p:spPr>
          <a:xfrm>
            <a:off x="838200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F4FB5D7-87C5-C6D6-88FA-C0340381BFB0}"/>
              </a:ext>
            </a:extLst>
          </p:cNvPr>
          <p:cNvSpPr txBox="1"/>
          <p:nvPr/>
        </p:nvSpPr>
        <p:spPr>
          <a:xfrm>
            <a:off x="4428067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7778DCD-D536-4758-D014-D71A6B01B228}"/>
              </a:ext>
            </a:extLst>
          </p:cNvPr>
          <p:cNvSpPr txBox="1"/>
          <p:nvPr/>
        </p:nvSpPr>
        <p:spPr>
          <a:xfrm>
            <a:off x="8017933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D2856D3-0585-EA9D-FE5A-2924D44D6ED9}"/>
              </a:ext>
            </a:extLst>
          </p:cNvPr>
          <p:cNvSpPr/>
          <p:nvPr/>
        </p:nvSpPr>
        <p:spPr>
          <a:xfrm>
            <a:off x="711200" y="40259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D8BE05F-1E58-BA96-6BCF-88D95A0C6FD7}"/>
              </a:ext>
            </a:extLst>
          </p:cNvPr>
          <p:cNvCxnSpPr/>
          <p:nvPr/>
        </p:nvCxnSpPr>
        <p:spPr>
          <a:xfrm>
            <a:off x="711200" y="49974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5C083DF-4C7C-B240-1546-261BF1D856D3}"/>
              </a:ext>
            </a:extLst>
          </p:cNvPr>
          <p:cNvSpPr txBox="1"/>
          <p:nvPr/>
        </p:nvSpPr>
        <p:spPr>
          <a:xfrm>
            <a:off x="838200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25BD8D-B11B-9D98-7EF7-074291BDFCDA}"/>
              </a:ext>
            </a:extLst>
          </p:cNvPr>
          <p:cNvSpPr txBox="1"/>
          <p:nvPr/>
        </p:nvSpPr>
        <p:spPr>
          <a:xfrm>
            <a:off x="4428067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2A782C0-7040-962B-2531-9B83066FCC9E}"/>
              </a:ext>
            </a:extLst>
          </p:cNvPr>
          <p:cNvSpPr txBox="1"/>
          <p:nvPr/>
        </p:nvSpPr>
        <p:spPr>
          <a:xfrm>
            <a:off x="8017933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9CECDBD-0248-EB08-6B18-022CB76D3FFF}"/>
              </a:ext>
            </a:extLst>
          </p:cNvPr>
          <p:cNvCxnSpPr/>
          <p:nvPr/>
        </p:nvCxnSpPr>
        <p:spPr>
          <a:xfrm>
            <a:off x="711200" y="5969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F3C336C-65B5-E8AC-0791-C0D37E27456F}"/>
              </a:ext>
            </a:extLst>
          </p:cNvPr>
          <p:cNvSpPr txBox="1"/>
          <p:nvPr/>
        </p:nvSpPr>
        <p:spPr>
          <a:xfrm>
            <a:off x="838200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EC408E-CDD0-61E7-D06B-16FE774BAE77}"/>
              </a:ext>
            </a:extLst>
          </p:cNvPr>
          <p:cNvSpPr txBox="1"/>
          <p:nvPr/>
        </p:nvSpPr>
        <p:spPr>
          <a:xfrm>
            <a:off x="4428067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3EDB53A-B290-14A8-9E72-BF3E7B8F108D}"/>
              </a:ext>
            </a:extLst>
          </p:cNvPr>
          <p:cNvSpPr txBox="1"/>
          <p:nvPr/>
        </p:nvSpPr>
        <p:spPr>
          <a:xfrm>
            <a:off x="8017933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D8FB63B-6A34-1DC9-7D9F-025C965443D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027010A-162B-07F6-75E9-494C7CA35D0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4265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20AE0A0-5B10-5F38-299E-839895F5A10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82FB76-A797-6B4E-9F10-26B068B7868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結論を根拠と並べる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9258B6-0715-22B6-7C0E-6235246E8DA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9D470B-4F91-F6E8-D8E3-85A99F06C695}"/>
              </a:ext>
            </a:extLst>
          </p:cNvPr>
          <p:cNvSpPr txBox="1"/>
          <p:nvPr/>
        </p:nvSpPr>
        <p:spPr>
          <a:xfrm>
            <a:off x="762000" y="2044700"/>
            <a:ext cx="10617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条件をそろえて比較する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CC916E-185E-D11D-62EA-4876C6051B3D}"/>
              </a:ext>
            </a:extLst>
          </p:cNvPr>
          <p:cNvSpPr/>
          <p:nvPr/>
        </p:nvSpPr>
        <p:spPr>
          <a:xfrm>
            <a:off x="711200" y="303530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8C8C5C-0732-E8CA-4420-D5F5213AB747}"/>
              </a:ext>
            </a:extLst>
          </p:cNvPr>
          <p:cNvSpPr txBox="1"/>
          <p:nvPr/>
        </p:nvSpPr>
        <p:spPr>
          <a:xfrm>
            <a:off x="838200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AE3089-387F-8A07-F922-165641E0FA39}"/>
              </a:ext>
            </a:extLst>
          </p:cNvPr>
          <p:cNvSpPr txBox="1"/>
          <p:nvPr/>
        </p:nvSpPr>
        <p:spPr>
          <a:xfrm>
            <a:off x="4428067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C2E244-4005-66D4-0983-C08547A463E5}"/>
              </a:ext>
            </a:extLst>
          </p:cNvPr>
          <p:cNvSpPr txBox="1"/>
          <p:nvPr/>
        </p:nvSpPr>
        <p:spPr>
          <a:xfrm>
            <a:off x="8017933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1E25A89-EB4F-9865-CBA0-25AF30DCDCF9}"/>
              </a:ext>
            </a:extLst>
          </p:cNvPr>
          <p:cNvCxnSpPr/>
          <p:nvPr/>
        </p:nvCxnSpPr>
        <p:spPr>
          <a:xfrm>
            <a:off x="711200" y="45148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6C2F7E-D646-0B94-D944-565D7088D7A6}"/>
              </a:ext>
            </a:extLst>
          </p:cNvPr>
          <p:cNvSpPr txBox="1"/>
          <p:nvPr/>
        </p:nvSpPr>
        <p:spPr>
          <a:xfrm>
            <a:off x="838200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89E160E-40EB-7EE5-49E8-8C01B29538EF}"/>
              </a:ext>
            </a:extLst>
          </p:cNvPr>
          <p:cNvSpPr txBox="1"/>
          <p:nvPr/>
        </p:nvSpPr>
        <p:spPr>
          <a:xfrm>
            <a:off x="4428067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FE1D8FC-FF6A-DED6-A77E-B373C337ED1E}"/>
              </a:ext>
            </a:extLst>
          </p:cNvPr>
          <p:cNvSpPr txBox="1"/>
          <p:nvPr/>
        </p:nvSpPr>
        <p:spPr>
          <a:xfrm>
            <a:off x="8017933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09CFAE8-149C-D495-4F09-F3E11C488334}"/>
              </a:ext>
            </a:extLst>
          </p:cNvPr>
          <p:cNvSpPr/>
          <p:nvPr/>
        </p:nvSpPr>
        <p:spPr>
          <a:xfrm>
            <a:off x="711200" y="451485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641D00B-F202-3BA4-CAF2-E8839E17D719}"/>
              </a:ext>
            </a:extLst>
          </p:cNvPr>
          <p:cNvCxnSpPr/>
          <p:nvPr/>
        </p:nvCxnSpPr>
        <p:spPr>
          <a:xfrm>
            <a:off x="711200" y="525462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4179E36-D41C-AB2E-08E6-ABEE57D777D9}"/>
              </a:ext>
            </a:extLst>
          </p:cNvPr>
          <p:cNvSpPr txBox="1"/>
          <p:nvPr/>
        </p:nvSpPr>
        <p:spPr>
          <a:xfrm>
            <a:off x="838200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AF2B5A3-3F01-946A-1C8B-66B1791CAC0B}"/>
              </a:ext>
            </a:extLst>
          </p:cNvPr>
          <p:cNvSpPr txBox="1"/>
          <p:nvPr/>
        </p:nvSpPr>
        <p:spPr>
          <a:xfrm>
            <a:off x="4428067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111DEED-0DFD-647B-363E-1D67F75F630F}"/>
              </a:ext>
            </a:extLst>
          </p:cNvPr>
          <p:cNvSpPr txBox="1"/>
          <p:nvPr/>
        </p:nvSpPr>
        <p:spPr>
          <a:xfrm>
            <a:off x="8017933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08B4328-A727-0BDC-C3EE-BF6F703C61CF}"/>
              </a:ext>
            </a:extLst>
          </p:cNvPr>
          <p:cNvCxnSpPr/>
          <p:nvPr/>
        </p:nvCxnSpPr>
        <p:spPr>
          <a:xfrm>
            <a:off x="711200" y="5994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42D4227-3A70-6610-3BCC-9ABEF0BCE3B9}"/>
              </a:ext>
            </a:extLst>
          </p:cNvPr>
          <p:cNvSpPr txBox="1"/>
          <p:nvPr/>
        </p:nvSpPr>
        <p:spPr>
          <a:xfrm>
            <a:off x="838200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7006613-F02D-7038-6448-4EF5DD514BF1}"/>
              </a:ext>
            </a:extLst>
          </p:cNvPr>
          <p:cNvSpPr txBox="1"/>
          <p:nvPr/>
        </p:nvSpPr>
        <p:spPr>
          <a:xfrm>
            <a:off x="4428067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52BBEF7-8C8E-B955-CEAB-BFFFF9787A66}"/>
              </a:ext>
            </a:extLst>
          </p:cNvPr>
          <p:cNvSpPr txBox="1"/>
          <p:nvPr/>
        </p:nvSpPr>
        <p:spPr>
          <a:xfrm>
            <a:off x="8017933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60A21CB-55DC-8C40-D815-3163FF473FA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B648544-B8D8-503F-FA35-21770D6298A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8395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41CC064-79D7-A05F-ABC7-144EFA1E7C2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378108-2B0C-8DEB-B9A4-750EDC27407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項目を図で整理する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D0194D9-4E11-9FB9-A886-E845F302D2C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860FA634-D58B-DA46-35C9-D6EBC8AAA0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202800"/>
              </p:ext>
            </p:extLst>
          </p:nvPr>
        </p:nvGraphicFramePr>
        <p:xfrm>
          <a:off x="711200" y="2082800"/>
          <a:ext cx="10769600" cy="3848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9BFD4A4-5AEC-D803-A1F1-A58551A0A2E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ED29FF-562F-F9F5-AE5D-3A21D1AAD11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7326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FEBBFD-BA2B-51E8-6582-2BA41AA8836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92525C-8F16-E8BE-45C8-0F1901396EC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結論と次の行動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25E3B5F-0628-D4DA-2211-6D3E95FCE1E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D48179-BD9F-EA46-AE08-45A220B90311}"/>
              </a:ext>
            </a:extLst>
          </p:cNvPr>
          <p:cNvSpPr txBox="1"/>
          <p:nvPr/>
        </p:nvSpPr>
        <p:spPr>
          <a:xfrm>
            <a:off x="736600" y="2501900"/>
            <a:ext cx="4445000" cy="285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根拠を確かめて伝える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9E6E93-9B89-7CDA-9F31-A203D869A40D}"/>
              </a:ext>
            </a:extLst>
          </p:cNvPr>
          <p:cNvSpPr/>
          <p:nvPr/>
        </p:nvSpPr>
        <p:spPr>
          <a:xfrm>
            <a:off x="5676900" y="2108200"/>
            <a:ext cx="381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4D4D93-9552-972B-79A1-315640832142}"/>
              </a:ext>
            </a:extLst>
          </p:cNvPr>
          <p:cNvSpPr txBox="1"/>
          <p:nvPr/>
        </p:nvSpPr>
        <p:spPr>
          <a:xfrm>
            <a:off x="6248400" y="21082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0868BC-F3D0-67E1-61A5-CF1F5733975E}"/>
              </a:ext>
            </a:extLst>
          </p:cNvPr>
          <p:cNvSpPr txBox="1"/>
          <p:nvPr/>
        </p:nvSpPr>
        <p:spPr>
          <a:xfrm>
            <a:off x="6781800" y="21082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確かめる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0051130-B8E4-D506-173C-F3494A22541A}"/>
              </a:ext>
            </a:extLst>
          </p:cNvPr>
          <p:cNvSpPr txBox="1"/>
          <p:nvPr/>
        </p:nvSpPr>
        <p:spPr>
          <a:xfrm>
            <a:off x="6781800" y="25527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確かめるを具体的に示します。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40EE30F-71ED-9B93-9E44-9735E296613A}"/>
              </a:ext>
            </a:extLst>
          </p:cNvPr>
          <p:cNvCxnSpPr/>
          <p:nvPr/>
        </p:nvCxnSpPr>
        <p:spPr>
          <a:xfrm>
            <a:off x="6781800" y="3251200"/>
            <a:ext cx="46609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0640A31-0F64-8595-0E6C-A567446A969C}"/>
              </a:ext>
            </a:extLst>
          </p:cNvPr>
          <p:cNvSpPr txBox="1"/>
          <p:nvPr/>
        </p:nvSpPr>
        <p:spPr>
          <a:xfrm>
            <a:off x="6248400" y="34036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162D613-2549-5509-4812-C3DC66BFB59D}"/>
              </a:ext>
            </a:extLst>
          </p:cNvPr>
          <p:cNvSpPr txBox="1"/>
          <p:nvPr/>
        </p:nvSpPr>
        <p:spPr>
          <a:xfrm>
            <a:off x="6781800" y="34036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伝える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3DD364B-1829-D1B5-6EDF-99580410AF79}"/>
              </a:ext>
            </a:extLst>
          </p:cNvPr>
          <p:cNvSpPr txBox="1"/>
          <p:nvPr/>
        </p:nvSpPr>
        <p:spPr>
          <a:xfrm>
            <a:off x="6781800" y="38481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伝えるを具体的に示します。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CE98F7F-4B7C-6C72-B791-6542B20BF63F}"/>
              </a:ext>
            </a:extLst>
          </p:cNvPr>
          <p:cNvCxnSpPr/>
          <p:nvPr/>
        </p:nvCxnSpPr>
        <p:spPr>
          <a:xfrm>
            <a:off x="6781800" y="4546600"/>
            <a:ext cx="46609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27E32B2-6259-8618-4D56-DF1C6348537B}"/>
              </a:ext>
            </a:extLst>
          </p:cNvPr>
          <p:cNvSpPr txBox="1"/>
          <p:nvPr/>
        </p:nvSpPr>
        <p:spPr>
          <a:xfrm>
            <a:off x="6248400" y="46990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E9826A8-71F5-8CF8-201C-5785014B563A}"/>
              </a:ext>
            </a:extLst>
          </p:cNvPr>
          <p:cNvSpPr txBox="1"/>
          <p:nvPr/>
        </p:nvSpPr>
        <p:spPr>
          <a:xfrm>
            <a:off x="6781800" y="46990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見直す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C12321-7883-79F1-86B4-5D978F892103}"/>
              </a:ext>
            </a:extLst>
          </p:cNvPr>
          <p:cNvSpPr txBox="1"/>
          <p:nvPr/>
        </p:nvSpPr>
        <p:spPr>
          <a:xfrm>
            <a:off x="6781800" y="51435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見直すを具体的に示します。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2BA64E1-8D40-BCAC-5C4D-62A0B62A1AC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9EC6004-D9CE-E874-0C7C-AECB559EA48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037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9EC410-C90D-E3B5-C785-7F5381E3AE9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3E982B-0FF6-7827-5F7F-DDC3DF5C7E9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観点を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つに分ける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B6935DC-3A3F-2CF1-3CCB-6187324697C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24BD401-AB92-8289-128B-A46F7957B200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3A2A12-3882-CC88-90D0-6D56AD96F4A6}"/>
              </a:ext>
            </a:extLst>
          </p:cNvPr>
          <p:cNvSpPr/>
          <p:nvPr/>
        </p:nvSpPr>
        <p:spPr>
          <a:xfrm>
            <a:off x="6070600" y="2095500"/>
            <a:ext cx="127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A3B234-923A-2725-6B6E-D7D33DB17831}"/>
              </a:ext>
            </a:extLst>
          </p:cNvPr>
          <p:cNvSpPr txBox="1"/>
          <p:nvPr/>
        </p:nvSpPr>
        <p:spPr>
          <a:xfrm>
            <a:off x="825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0CCBFA-ACB8-7818-1542-0E0B02567E73}"/>
              </a:ext>
            </a:extLst>
          </p:cNvPr>
          <p:cNvSpPr txBox="1"/>
          <p:nvPr/>
        </p:nvSpPr>
        <p:spPr>
          <a:xfrm>
            <a:off x="825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対象を具体的に示します。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B618A4-2FF1-4982-B5A8-3734D9CDFCDF}"/>
              </a:ext>
            </a:extLst>
          </p:cNvPr>
          <p:cNvSpPr txBox="1"/>
          <p:nvPr/>
        </p:nvSpPr>
        <p:spPr>
          <a:xfrm>
            <a:off x="6286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2D9B75-2C48-2A23-A6C6-1BBAF073EF25}"/>
              </a:ext>
            </a:extLst>
          </p:cNvPr>
          <p:cNvSpPr txBox="1"/>
          <p:nvPr/>
        </p:nvSpPr>
        <p:spPr>
          <a:xfrm>
            <a:off x="6286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条件を具体的に示します。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4F22FD-34A7-3EB5-DFE9-C2A322BD08E3}"/>
              </a:ext>
            </a:extLst>
          </p:cNvPr>
          <p:cNvSpPr txBox="1"/>
          <p:nvPr/>
        </p:nvSpPr>
        <p:spPr>
          <a:xfrm>
            <a:off x="825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70DE311-3172-D701-0CF2-7351ED956040}"/>
              </a:ext>
            </a:extLst>
          </p:cNvPr>
          <p:cNvSpPr txBox="1"/>
          <p:nvPr/>
        </p:nvSpPr>
        <p:spPr>
          <a:xfrm>
            <a:off x="825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違いを具体的に示します。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5BE86C1-8BE3-8D10-B573-3B7CE26C97D4}"/>
              </a:ext>
            </a:extLst>
          </p:cNvPr>
          <p:cNvSpPr txBox="1"/>
          <p:nvPr/>
        </p:nvSpPr>
        <p:spPr>
          <a:xfrm>
            <a:off x="6286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E669C31-C9C2-6731-0820-D5E258819340}"/>
              </a:ext>
            </a:extLst>
          </p:cNvPr>
          <p:cNvSpPr txBox="1"/>
          <p:nvPr/>
        </p:nvSpPr>
        <p:spPr>
          <a:xfrm>
            <a:off x="6286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根拠を具体的に示します。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9F21ED9-5982-2551-16D3-407057B5B74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BCBA881-265C-26AE-F942-E1FB9EC312C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0585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A10FA9-8603-E7A2-CC39-47BAD2D887D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E245FE-DADF-BEEF-7190-F05DA018165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要点を並べてまとめる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D10EC96-041F-FC52-A485-9C9294C6BD3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AFCE7F-A8E6-6448-D96E-5865FEAFF63D}"/>
              </a:ext>
            </a:extLst>
          </p:cNvPr>
          <p:cNvSpPr txBox="1"/>
          <p:nvPr/>
        </p:nvSpPr>
        <p:spPr>
          <a:xfrm>
            <a:off x="7112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9CEA271-AF68-580C-DA0D-5A153DB11208}"/>
              </a:ext>
            </a:extLst>
          </p:cNvPr>
          <p:cNvCxnSpPr/>
          <p:nvPr/>
        </p:nvCxnSpPr>
        <p:spPr>
          <a:xfrm>
            <a:off x="711200" y="3149600"/>
            <a:ext cx="3234267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8E75036-7ACC-7701-D0A8-B362E9868D51}"/>
              </a:ext>
            </a:extLst>
          </p:cNvPr>
          <p:cNvSpPr txBox="1"/>
          <p:nvPr/>
        </p:nvSpPr>
        <p:spPr>
          <a:xfrm>
            <a:off x="711200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0239AE-EC87-4C14-234D-F03EA0D32F8B}"/>
              </a:ext>
            </a:extLst>
          </p:cNvPr>
          <p:cNvSpPr txBox="1"/>
          <p:nvPr/>
        </p:nvSpPr>
        <p:spPr>
          <a:xfrm>
            <a:off x="711200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目的を具体的に示します。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83BF298-0AC7-E4B8-AEED-CC3B9CFC7A92}"/>
              </a:ext>
            </a:extLst>
          </p:cNvPr>
          <p:cNvSpPr txBox="1"/>
          <p:nvPr/>
        </p:nvSpPr>
        <p:spPr>
          <a:xfrm>
            <a:off x="4301067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0AF4CD9-0372-429C-5D62-7781DE2863F9}"/>
              </a:ext>
            </a:extLst>
          </p:cNvPr>
          <p:cNvCxnSpPr/>
          <p:nvPr/>
        </p:nvCxnSpPr>
        <p:spPr>
          <a:xfrm>
            <a:off x="4301067" y="3149600"/>
            <a:ext cx="3234266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3A373E-864B-622E-023F-F75B81ACC0AE}"/>
              </a:ext>
            </a:extLst>
          </p:cNvPr>
          <p:cNvSpPr txBox="1"/>
          <p:nvPr/>
        </p:nvSpPr>
        <p:spPr>
          <a:xfrm>
            <a:off x="4301067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2007706-E44D-94E6-0C13-82093C35D7D3}"/>
              </a:ext>
            </a:extLst>
          </p:cNvPr>
          <p:cNvSpPr txBox="1"/>
          <p:nvPr/>
        </p:nvSpPr>
        <p:spPr>
          <a:xfrm>
            <a:off x="4301067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説明を具体的に示します。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34D4755-A861-1F6B-BD50-07054BD04766}"/>
              </a:ext>
            </a:extLst>
          </p:cNvPr>
          <p:cNvSpPr txBox="1"/>
          <p:nvPr/>
        </p:nvSpPr>
        <p:spPr>
          <a:xfrm>
            <a:off x="7890933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C727438-26E5-9716-9124-FEFE50DA649F}"/>
              </a:ext>
            </a:extLst>
          </p:cNvPr>
          <p:cNvCxnSpPr/>
          <p:nvPr/>
        </p:nvCxnSpPr>
        <p:spPr>
          <a:xfrm>
            <a:off x="7890933" y="3149600"/>
            <a:ext cx="3234267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87E5151-3B3F-E0DD-9E2E-85B3243DB867}"/>
              </a:ext>
            </a:extLst>
          </p:cNvPr>
          <p:cNvSpPr txBox="1"/>
          <p:nvPr/>
        </p:nvSpPr>
        <p:spPr>
          <a:xfrm>
            <a:off x="7890933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1D35F4-6C50-76BC-D7D1-EC6B8CAC2DEA}"/>
              </a:ext>
            </a:extLst>
          </p:cNvPr>
          <p:cNvSpPr txBox="1"/>
          <p:nvPr/>
        </p:nvSpPr>
        <p:spPr>
          <a:xfrm>
            <a:off x="7890933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C60AB46-5CB3-0891-476A-8D127485542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2A53236-5386-6192-B2E9-66D9693FED4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8796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166970-30C9-7EED-0B74-B2019C51F65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E559AB-A918-F56B-C5DC-1436388F926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数値と単位を大きく見せる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8AAACC2-1C30-DD44-7400-154FAB458E6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AE1339-8790-59F6-9D90-93A910079671}"/>
              </a:ext>
            </a:extLst>
          </p:cNvPr>
          <p:cNvSpPr txBox="1"/>
          <p:nvPr/>
        </p:nvSpPr>
        <p:spPr>
          <a:xfrm>
            <a:off x="711200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2EB8D8-3399-C0A8-BBD5-FEE115B36041}"/>
              </a:ext>
            </a:extLst>
          </p:cNvPr>
          <p:cNvSpPr txBox="1"/>
          <p:nvPr/>
        </p:nvSpPr>
        <p:spPr>
          <a:xfrm>
            <a:off x="711200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09591ED-7D70-A990-71FD-F986031EEDC7}"/>
              </a:ext>
            </a:extLst>
          </p:cNvPr>
          <p:cNvCxnSpPr/>
          <p:nvPr/>
        </p:nvCxnSpPr>
        <p:spPr>
          <a:xfrm>
            <a:off x="711200" y="4686300"/>
            <a:ext cx="3246967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032094-1311-B2BD-7FD9-F1AB597B9F5B}"/>
              </a:ext>
            </a:extLst>
          </p:cNvPr>
          <p:cNvSpPr txBox="1"/>
          <p:nvPr/>
        </p:nvSpPr>
        <p:spPr>
          <a:xfrm>
            <a:off x="711200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9FBFB9-6D2A-5DB1-1715-0E5666365390}"/>
              </a:ext>
            </a:extLst>
          </p:cNvPr>
          <p:cNvSpPr txBox="1"/>
          <p:nvPr/>
        </p:nvSpPr>
        <p:spPr>
          <a:xfrm>
            <a:off x="4301067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249929-7E7A-FB7F-6BED-24CA0D774C11}"/>
              </a:ext>
            </a:extLst>
          </p:cNvPr>
          <p:cNvSpPr txBox="1"/>
          <p:nvPr/>
        </p:nvSpPr>
        <p:spPr>
          <a:xfrm>
            <a:off x="4301067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4CB7281-98DE-BFD2-468E-01D16070F617}"/>
              </a:ext>
            </a:extLst>
          </p:cNvPr>
          <p:cNvCxnSpPr/>
          <p:nvPr/>
        </p:nvCxnSpPr>
        <p:spPr>
          <a:xfrm>
            <a:off x="4301067" y="4686300"/>
            <a:ext cx="3246966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635139F-8F17-957F-6B2C-F8925D3DD38A}"/>
              </a:ext>
            </a:extLst>
          </p:cNvPr>
          <p:cNvSpPr txBox="1"/>
          <p:nvPr/>
        </p:nvSpPr>
        <p:spPr>
          <a:xfrm>
            <a:off x="4301067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3E17A3-EA01-34C4-931C-5D2E4DCC1ECE}"/>
              </a:ext>
            </a:extLst>
          </p:cNvPr>
          <p:cNvSpPr txBox="1"/>
          <p:nvPr/>
        </p:nvSpPr>
        <p:spPr>
          <a:xfrm>
            <a:off x="7890933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11EA1D-44AF-530B-451E-33E3B1C90F8F}"/>
              </a:ext>
            </a:extLst>
          </p:cNvPr>
          <p:cNvSpPr txBox="1"/>
          <p:nvPr/>
        </p:nvSpPr>
        <p:spPr>
          <a:xfrm>
            <a:off x="7890933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0038177-475E-C238-9024-09B6BE42A911}"/>
              </a:ext>
            </a:extLst>
          </p:cNvPr>
          <p:cNvCxnSpPr/>
          <p:nvPr/>
        </p:nvCxnSpPr>
        <p:spPr>
          <a:xfrm>
            <a:off x="7890933" y="4686300"/>
            <a:ext cx="3246967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7CE0555-D40D-1047-FECA-AFEE39DF4AFF}"/>
              </a:ext>
            </a:extLst>
          </p:cNvPr>
          <p:cNvSpPr txBox="1"/>
          <p:nvPr/>
        </p:nvSpPr>
        <p:spPr>
          <a:xfrm>
            <a:off x="7890933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BA4BA90-CCF3-8DD7-662F-4841C026348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890913E-FB66-745B-5385-F069E95594E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7111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6CDBB9-E440-523C-4606-3AFD57D87F9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A05C0C-AC5B-B96C-67AA-8729BF2D0EE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対象ごとの比較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CD7ACE-986B-18CC-AE1B-A11169D811B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359BB47-92C5-80D6-B484-F882D58E69CC}"/>
              </a:ext>
            </a:extLst>
          </p:cNvPr>
          <p:cNvSpPr/>
          <p:nvPr/>
        </p:nvSpPr>
        <p:spPr>
          <a:xfrm>
            <a:off x="711200" y="20701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E0AB96B-6FF8-EC53-F1AD-37154E4F3675}"/>
              </a:ext>
            </a:extLst>
          </p:cNvPr>
          <p:cNvSpPr txBox="1"/>
          <p:nvPr/>
        </p:nvSpPr>
        <p:spPr>
          <a:xfrm>
            <a:off x="876300" y="22860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AD89C01-75FB-0A77-7692-CFDDC4E985A5}"/>
              </a:ext>
            </a:extLst>
          </p:cNvPr>
          <p:cNvSpPr txBox="1"/>
          <p:nvPr/>
        </p:nvSpPr>
        <p:spPr>
          <a:xfrm>
            <a:off x="3530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FF3721-E1FF-1BBB-6492-60F906DBA4CE}"/>
              </a:ext>
            </a:extLst>
          </p:cNvPr>
          <p:cNvSpPr txBox="1"/>
          <p:nvPr/>
        </p:nvSpPr>
        <p:spPr>
          <a:xfrm>
            <a:off x="3530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993FA4-A35D-7FBF-D52F-9BDE7463FBE0}"/>
              </a:ext>
            </a:extLst>
          </p:cNvPr>
          <p:cNvSpPr txBox="1"/>
          <p:nvPr/>
        </p:nvSpPr>
        <p:spPr>
          <a:xfrm>
            <a:off x="7467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9049687-2B3E-C0A5-598B-869B012ECC50}"/>
              </a:ext>
            </a:extLst>
          </p:cNvPr>
          <p:cNvSpPr txBox="1"/>
          <p:nvPr/>
        </p:nvSpPr>
        <p:spPr>
          <a:xfrm>
            <a:off x="7467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084D6C3-ECD1-70E6-8179-F95D5633A705}"/>
              </a:ext>
            </a:extLst>
          </p:cNvPr>
          <p:cNvCxnSpPr/>
          <p:nvPr/>
        </p:nvCxnSpPr>
        <p:spPr>
          <a:xfrm>
            <a:off x="3429000" y="32385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DA4D7FE-6C0C-D2A1-B2B2-EF8D9B97DEBB}"/>
              </a:ext>
            </a:extLst>
          </p:cNvPr>
          <p:cNvSpPr/>
          <p:nvPr/>
        </p:nvSpPr>
        <p:spPr>
          <a:xfrm>
            <a:off x="711200" y="33655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6605D72-4D91-1DFC-C14E-62B5558AD9CA}"/>
              </a:ext>
            </a:extLst>
          </p:cNvPr>
          <p:cNvSpPr txBox="1"/>
          <p:nvPr/>
        </p:nvSpPr>
        <p:spPr>
          <a:xfrm>
            <a:off x="876300" y="35814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665B69-97EF-3D6C-81FE-E701FE7338E3}"/>
              </a:ext>
            </a:extLst>
          </p:cNvPr>
          <p:cNvSpPr txBox="1"/>
          <p:nvPr/>
        </p:nvSpPr>
        <p:spPr>
          <a:xfrm>
            <a:off x="3530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6A0CB8B-3D3D-296F-3575-49300A1F3CB2}"/>
              </a:ext>
            </a:extLst>
          </p:cNvPr>
          <p:cNvSpPr txBox="1"/>
          <p:nvPr/>
        </p:nvSpPr>
        <p:spPr>
          <a:xfrm>
            <a:off x="3530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FC06C6-5F10-15C7-5F7C-BEA01017BF04}"/>
              </a:ext>
            </a:extLst>
          </p:cNvPr>
          <p:cNvSpPr txBox="1"/>
          <p:nvPr/>
        </p:nvSpPr>
        <p:spPr>
          <a:xfrm>
            <a:off x="7467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9732638-1DAE-524E-994E-CD5221332E47}"/>
              </a:ext>
            </a:extLst>
          </p:cNvPr>
          <p:cNvSpPr txBox="1"/>
          <p:nvPr/>
        </p:nvSpPr>
        <p:spPr>
          <a:xfrm>
            <a:off x="7467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B0BAD6A-E82F-B64B-1A63-1C1DD646C762}"/>
              </a:ext>
            </a:extLst>
          </p:cNvPr>
          <p:cNvCxnSpPr/>
          <p:nvPr/>
        </p:nvCxnSpPr>
        <p:spPr>
          <a:xfrm>
            <a:off x="3429000" y="45339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C68593-CAF1-5C10-C4DB-B80FC4037879}"/>
              </a:ext>
            </a:extLst>
          </p:cNvPr>
          <p:cNvSpPr/>
          <p:nvPr/>
        </p:nvSpPr>
        <p:spPr>
          <a:xfrm>
            <a:off x="711200" y="46609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82CEC9A-1DDC-57E6-4A38-E91E7DC24D7B}"/>
              </a:ext>
            </a:extLst>
          </p:cNvPr>
          <p:cNvSpPr txBox="1"/>
          <p:nvPr/>
        </p:nvSpPr>
        <p:spPr>
          <a:xfrm>
            <a:off x="876300" y="48768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F5CFB33-1294-3580-3AED-6D726F653BD6}"/>
              </a:ext>
            </a:extLst>
          </p:cNvPr>
          <p:cNvSpPr txBox="1"/>
          <p:nvPr/>
        </p:nvSpPr>
        <p:spPr>
          <a:xfrm>
            <a:off x="3530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EC7E9D5-AF5F-9861-FED1-5CF878DCC3A7}"/>
              </a:ext>
            </a:extLst>
          </p:cNvPr>
          <p:cNvSpPr txBox="1"/>
          <p:nvPr/>
        </p:nvSpPr>
        <p:spPr>
          <a:xfrm>
            <a:off x="3530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C1778E3-C309-CF38-5F44-C10837427ECB}"/>
              </a:ext>
            </a:extLst>
          </p:cNvPr>
          <p:cNvSpPr txBox="1"/>
          <p:nvPr/>
        </p:nvSpPr>
        <p:spPr>
          <a:xfrm>
            <a:off x="7467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0E10E0-4D19-35C8-9A22-6E36757C440F}"/>
              </a:ext>
            </a:extLst>
          </p:cNvPr>
          <p:cNvSpPr txBox="1"/>
          <p:nvPr/>
        </p:nvSpPr>
        <p:spPr>
          <a:xfrm>
            <a:off x="7467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1E0C321-C7AD-00F6-0223-E70D7F667AD3}"/>
              </a:ext>
            </a:extLst>
          </p:cNvPr>
          <p:cNvCxnSpPr/>
          <p:nvPr/>
        </p:nvCxnSpPr>
        <p:spPr>
          <a:xfrm>
            <a:off x="3429000" y="58293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C264AA3-7C36-BA78-557B-2BBD56C014D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2AEDCAC-518A-F71A-C55B-10C19C06147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3100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14DAF8D-00B5-7E86-7E33-B3548B70CCA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479241-DEC5-37A4-B502-C29767BB541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具体例から全体を捉える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5E3E04B-5766-DFB0-F975-D39319318E5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4BA42A5-F5B5-B134-A87A-BBBB01D5CF25}"/>
              </a:ext>
            </a:extLst>
          </p:cNvPr>
          <p:cNvSpPr/>
          <p:nvPr/>
        </p:nvSpPr>
        <p:spPr>
          <a:xfrm>
            <a:off x="4445000" y="2133600"/>
            <a:ext cx="3302000" cy="11430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2C5EE6-EA3F-451A-3DCA-971971EE54C3}"/>
              </a:ext>
            </a:extLst>
          </p:cNvPr>
          <p:cNvSpPr txBox="1"/>
          <p:nvPr/>
        </p:nvSpPr>
        <p:spPr>
          <a:xfrm>
            <a:off x="4635500" y="2247900"/>
            <a:ext cx="2921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考え方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4F4FFF-2C19-AA63-09BE-84949F1FADB0}"/>
              </a:ext>
            </a:extLst>
          </p:cNvPr>
          <p:cNvSpPr/>
          <p:nvPr/>
        </p:nvSpPr>
        <p:spPr>
          <a:xfrm>
            <a:off x="2889250" y="3378200"/>
            <a:ext cx="6413500" cy="1143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2E19B2-81A1-A7B1-34E3-9FFA967937DC}"/>
              </a:ext>
            </a:extLst>
          </p:cNvPr>
          <p:cNvSpPr txBox="1"/>
          <p:nvPr/>
        </p:nvSpPr>
        <p:spPr>
          <a:xfrm>
            <a:off x="3079750" y="3492500"/>
            <a:ext cx="60325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分類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6154468-5067-D87F-F1F6-D253A32A2F31}"/>
              </a:ext>
            </a:extLst>
          </p:cNvPr>
          <p:cNvSpPr/>
          <p:nvPr/>
        </p:nvSpPr>
        <p:spPr>
          <a:xfrm>
            <a:off x="1333500" y="4622800"/>
            <a:ext cx="9525000" cy="1143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D5F690-6EE6-9E1B-450A-95CFF49E71B7}"/>
              </a:ext>
            </a:extLst>
          </p:cNvPr>
          <p:cNvSpPr txBox="1"/>
          <p:nvPr/>
        </p:nvSpPr>
        <p:spPr>
          <a:xfrm>
            <a:off x="1524000" y="4737100"/>
            <a:ext cx="9144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154B3B9-7A61-A72A-F4D1-821DC99DCAA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407B84-2C7F-5803-C174-B4F96804D69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3332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B12554B-8CCB-B25E-0DC5-3B135AF67E0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403631-7A6D-6C9C-B2FB-542999EE8FB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中心の問いを広げる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F6D062A-69D6-1AC0-D3B6-239C65E6437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17F7B1B-2979-9219-BD0E-E1CCD8BDEAC8}"/>
              </a:ext>
            </a:extLst>
          </p:cNvPr>
          <p:cNvCxnSpPr/>
          <p:nvPr/>
        </p:nvCxnSpPr>
        <p:spPr>
          <a:xfrm>
            <a:off x="3556000" y="3708400"/>
            <a:ext cx="4826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94E57932-0A94-DAD4-8372-CA5A7DFAAD1D}"/>
              </a:ext>
            </a:extLst>
          </p:cNvPr>
          <p:cNvSpPr/>
          <p:nvPr/>
        </p:nvSpPr>
        <p:spPr>
          <a:xfrm>
            <a:off x="4533900" y="2578100"/>
            <a:ext cx="3111500" cy="27686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C1B2EE-0788-7703-F6A6-3BE4ED0F62FA}"/>
              </a:ext>
            </a:extLst>
          </p:cNvPr>
          <p:cNvSpPr txBox="1"/>
          <p:nvPr/>
        </p:nvSpPr>
        <p:spPr>
          <a:xfrm>
            <a:off x="4838700" y="3263900"/>
            <a:ext cx="2514600" cy="1358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25A12B-3690-DA96-E1D2-2B68BF0DB340}"/>
              </a:ext>
            </a:extLst>
          </p:cNvPr>
          <p:cNvSpPr txBox="1"/>
          <p:nvPr/>
        </p:nvSpPr>
        <p:spPr>
          <a:xfrm>
            <a:off x="7112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CBA3D7-323D-4C02-0BAA-DA30CC0EFEE1}"/>
              </a:ext>
            </a:extLst>
          </p:cNvPr>
          <p:cNvSpPr txBox="1"/>
          <p:nvPr/>
        </p:nvSpPr>
        <p:spPr>
          <a:xfrm>
            <a:off x="7112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351352-2EC1-AC1F-53B1-99B045E34AAF}"/>
              </a:ext>
            </a:extLst>
          </p:cNvPr>
          <p:cNvSpPr txBox="1"/>
          <p:nvPr/>
        </p:nvSpPr>
        <p:spPr>
          <a:xfrm>
            <a:off x="83058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0DF13A-7A70-2754-69F9-2C97BE3FFF4C}"/>
              </a:ext>
            </a:extLst>
          </p:cNvPr>
          <p:cNvSpPr txBox="1"/>
          <p:nvPr/>
        </p:nvSpPr>
        <p:spPr>
          <a:xfrm>
            <a:off x="83058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E7F74E-AEA4-4D2C-2FD0-6F7BCDF5816B}"/>
              </a:ext>
            </a:extLst>
          </p:cNvPr>
          <p:cNvSpPr txBox="1"/>
          <p:nvPr/>
        </p:nvSpPr>
        <p:spPr>
          <a:xfrm>
            <a:off x="7112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FD45DE0-2F7C-562E-63B9-281C9E842767}"/>
              </a:ext>
            </a:extLst>
          </p:cNvPr>
          <p:cNvSpPr txBox="1"/>
          <p:nvPr/>
        </p:nvSpPr>
        <p:spPr>
          <a:xfrm>
            <a:off x="7112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E9EBB69-BC39-59F6-A87F-4FE2E58A34D9}"/>
              </a:ext>
            </a:extLst>
          </p:cNvPr>
          <p:cNvSpPr txBox="1"/>
          <p:nvPr/>
        </p:nvSpPr>
        <p:spPr>
          <a:xfrm>
            <a:off x="83058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95B67B-51D8-78B0-07A7-62046DD6F5B8}"/>
              </a:ext>
            </a:extLst>
          </p:cNvPr>
          <p:cNvSpPr txBox="1"/>
          <p:nvPr/>
        </p:nvSpPr>
        <p:spPr>
          <a:xfrm>
            <a:off x="83058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369B712-4F26-3827-0041-04371FB4EF1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A07DD5B-A799-713A-56B8-560E2D886B9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7475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FD01988-764B-91A2-4794-316244CB4B4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B280B9-BC76-8F64-B15B-4736D00A8006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説明を順に進める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2CB3E90-3214-E8A5-DE0D-B5773300D7A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37BC90-1448-3755-4AA6-7DA5342CD34C}"/>
              </a:ext>
            </a:extLst>
          </p:cNvPr>
          <p:cNvSpPr/>
          <p:nvPr/>
        </p:nvSpPr>
        <p:spPr>
          <a:xfrm>
            <a:off x="1041400" y="2247900"/>
            <a:ext cx="25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91F459A-C1C6-359D-7C66-B25441A524D1}"/>
              </a:ext>
            </a:extLst>
          </p:cNvPr>
          <p:cNvSpPr/>
          <p:nvPr/>
        </p:nvSpPr>
        <p:spPr>
          <a:xfrm>
            <a:off x="812800" y="21590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347590-8B01-834B-28F2-C00106DBC8FA}"/>
              </a:ext>
            </a:extLst>
          </p:cNvPr>
          <p:cNvSpPr txBox="1"/>
          <p:nvPr/>
        </p:nvSpPr>
        <p:spPr>
          <a:xfrm>
            <a:off x="876300" y="21971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F94BE47-68BB-9627-A7B9-33B0EF23566B}"/>
              </a:ext>
            </a:extLst>
          </p:cNvPr>
          <p:cNvSpPr txBox="1"/>
          <p:nvPr/>
        </p:nvSpPr>
        <p:spPr>
          <a:xfrm>
            <a:off x="1625600" y="21336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CE6D4C-741A-0356-03A2-84B8ADAD7CBD}"/>
              </a:ext>
            </a:extLst>
          </p:cNvPr>
          <p:cNvSpPr txBox="1"/>
          <p:nvPr/>
        </p:nvSpPr>
        <p:spPr>
          <a:xfrm>
            <a:off x="5181600" y="21336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問いを具体的に示します。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5C0D73E-7321-2375-8BC4-F1764B562E99}"/>
              </a:ext>
            </a:extLst>
          </p:cNvPr>
          <p:cNvSpPr/>
          <p:nvPr/>
        </p:nvSpPr>
        <p:spPr>
          <a:xfrm>
            <a:off x="812800" y="31305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E4F5642-51E4-D97A-4E1D-B1BD81FD7F0D}"/>
              </a:ext>
            </a:extLst>
          </p:cNvPr>
          <p:cNvSpPr txBox="1"/>
          <p:nvPr/>
        </p:nvSpPr>
        <p:spPr>
          <a:xfrm>
            <a:off x="876300" y="31686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133EC4-942A-2980-FADA-960F0C953F8D}"/>
              </a:ext>
            </a:extLst>
          </p:cNvPr>
          <p:cNvSpPr txBox="1"/>
          <p:nvPr/>
        </p:nvSpPr>
        <p:spPr>
          <a:xfrm>
            <a:off x="1625600" y="31051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7A79DC3-E98A-1D82-B6F7-C3A86491165A}"/>
              </a:ext>
            </a:extLst>
          </p:cNvPr>
          <p:cNvSpPr txBox="1"/>
          <p:nvPr/>
        </p:nvSpPr>
        <p:spPr>
          <a:xfrm>
            <a:off x="5181600" y="31051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例を具体的に示します。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AE66207-AE9E-CD5C-AAC8-0B9B787CF68D}"/>
              </a:ext>
            </a:extLst>
          </p:cNvPr>
          <p:cNvSpPr/>
          <p:nvPr/>
        </p:nvSpPr>
        <p:spPr>
          <a:xfrm>
            <a:off x="812800" y="41021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5C02FB-E1DA-323D-D745-E3893F2F82F6}"/>
              </a:ext>
            </a:extLst>
          </p:cNvPr>
          <p:cNvSpPr txBox="1"/>
          <p:nvPr/>
        </p:nvSpPr>
        <p:spPr>
          <a:xfrm>
            <a:off x="876300" y="41402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BD1F8DB-8AB0-C7A1-F1A3-C1730194018C}"/>
              </a:ext>
            </a:extLst>
          </p:cNvPr>
          <p:cNvSpPr txBox="1"/>
          <p:nvPr/>
        </p:nvSpPr>
        <p:spPr>
          <a:xfrm>
            <a:off x="1625600" y="40767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3E06BCA-F223-F254-2F6D-F410916FE828}"/>
              </a:ext>
            </a:extLst>
          </p:cNvPr>
          <p:cNvSpPr txBox="1"/>
          <p:nvPr/>
        </p:nvSpPr>
        <p:spPr>
          <a:xfrm>
            <a:off x="5181600" y="40767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1673CAF-3A73-303F-328E-C90EED94A5D7}"/>
              </a:ext>
            </a:extLst>
          </p:cNvPr>
          <p:cNvSpPr/>
          <p:nvPr/>
        </p:nvSpPr>
        <p:spPr>
          <a:xfrm>
            <a:off x="812800" y="50736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9029F8D-F7F1-4CCE-2B9B-C5EC205742C8}"/>
              </a:ext>
            </a:extLst>
          </p:cNvPr>
          <p:cNvSpPr txBox="1"/>
          <p:nvPr/>
        </p:nvSpPr>
        <p:spPr>
          <a:xfrm>
            <a:off x="876300" y="51117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0F22E30-80A7-FE94-BD74-DD49EAE0320A}"/>
              </a:ext>
            </a:extLst>
          </p:cNvPr>
          <p:cNvSpPr txBox="1"/>
          <p:nvPr/>
        </p:nvSpPr>
        <p:spPr>
          <a:xfrm>
            <a:off x="1625600" y="50482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9BBAF14-902E-9DB9-2082-516F71136F51}"/>
              </a:ext>
            </a:extLst>
          </p:cNvPr>
          <p:cNvSpPr txBox="1"/>
          <p:nvPr/>
        </p:nvSpPr>
        <p:spPr>
          <a:xfrm>
            <a:off x="5181600" y="50482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まとめを具体的に示します。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7D49008-8013-1AF4-79BC-4D35E01F50D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D086D6A-7C29-E904-A6D8-5CD19623A0F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6572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70C95C2-4B95-6BF0-17AF-98F5BDC1410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70D97A-9F62-8825-57DD-BF704A10B76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条件から候補を絞る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36F1089-48F1-3947-3C62-4B7F8C10F9A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14E7AA-CEB0-1B2F-8005-3D3E97AD5666}"/>
              </a:ext>
            </a:extLst>
          </p:cNvPr>
          <p:cNvSpPr/>
          <p:nvPr/>
        </p:nvSpPr>
        <p:spPr>
          <a:xfrm>
            <a:off x="825500" y="2120900"/>
            <a:ext cx="5842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9C141B-E86A-6978-172A-A731B4A9D4BB}"/>
              </a:ext>
            </a:extLst>
          </p:cNvPr>
          <p:cNvSpPr txBox="1"/>
          <p:nvPr/>
        </p:nvSpPr>
        <p:spPr>
          <a:xfrm>
            <a:off x="977900" y="2235200"/>
            <a:ext cx="5537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候補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CD3BA3-343D-7280-8233-2088CB5BDAD3}"/>
              </a:ext>
            </a:extLst>
          </p:cNvPr>
          <p:cNvSpPr txBox="1"/>
          <p:nvPr/>
        </p:nvSpPr>
        <p:spPr>
          <a:xfrm>
            <a:off x="7188200" y="22225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9725B3-BF52-1FFE-832B-20AF891E4AB4}"/>
              </a:ext>
            </a:extLst>
          </p:cNvPr>
          <p:cNvSpPr/>
          <p:nvPr/>
        </p:nvSpPr>
        <p:spPr>
          <a:xfrm>
            <a:off x="1206500" y="3054350"/>
            <a:ext cx="5080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15C360E-9B66-E97F-AE9E-B610CC5E67E5}"/>
              </a:ext>
            </a:extLst>
          </p:cNvPr>
          <p:cNvSpPr txBox="1"/>
          <p:nvPr/>
        </p:nvSpPr>
        <p:spPr>
          <a:xfrm>
            <a:off x="1358900" y="3168650"/>
            <a:ext cx="4775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B7D340-F356-0DCF-6374-8BB7C164B3B5}"/>
              </a:ext>
            </a:extLst>
          </p:cNvPr>
          <p:cNvSpPr txBox="1"/>
          <p:nvPr/>
        </p:nvSpPr>
        <p:spPr>
          <a:xfrm>
            <a:off x="7188200" y="31559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E473A07-80DC-9E0A-46AE-F1B3424EB302}"/>
              </a:ext>
            </a:extLst>
          </p:cNvPr>
          <p:cNvSpPr/>
          <p:nvPr/>
        </p:nvSpPr>
        <p:spPr>
          <a:xfrm>
            <a:off x="1587500" y="3987800"/>
            <a:ext cx="4318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6B89C37-350B-0D33-ADA5-D4A5BDE94EC6}"/>
              </a:ext>
            </a:extLst>
          </p:cNvPr>
          <p:cNvSpPr txBox="1"/>
          <p:nvPr/>
        </p:nvSpPr>
        <p:spPr>
          <a:xfrm>
            <a:off x="1739900" y="4102100"/>
            <a:ext cx="4013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FC9C24-3853-ABE4-6D3B-E2D34D77195F}"/>
              </a:ext>
            </a:extLst>
          </p:cNvPr>
          <p:cNvSpPr txBox="1"/>
          <p:nvPr/>
        </p:nvSpPr>
        <p:spPr>
          <a:xfrm>
            <a:off x="7188200" y="40894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2F17C0-E25E-7B96-0A60-1AEF5E6FE768}"/>
              </a:ext>
            </a:extLst>
          </p:cNvPr>
          <p:cNvSpPr/>
          <p:nvPr/>
        </p:nvSpPr>
        <p:spPr>
          <a:xfrm>
            <a:off x="1968500" y="4921250"/>
            <a:ext cx="3556000" cy="81915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9D0488B-9CFB-9029-D8EF-6E9D32E5FEAF}"/>
              </a:ext>
            </a:extLst>
          </p:cNvPr>
          <p:cNvSpPr txBox="1"/>
          <p:nvPr/>
        </p:nvSpPr>
        <p:spPr>
          <a:xfrm>
            <a:off x="2120900" y="5035550"/>
            <a:ext cx="3251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選択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1B06F06-7BB4-35C3-3E5E-FA4C8E88B305}"/>
              </a:ext>
            </a:extLst>
          </p:cNvPr>
          <p:cNvSpPr txBox="1"/>
          <p:nvPr/>
        </p:nvSpPr>
        <p:spPr>
          <a:xfrm>
            <a:off x="7188200" y="50228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5803D36-7852-8D57-DC8A-22869982AA3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320D17D-D303-D056-B988-7104A8F710E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9178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8233DD-726F-D70F-A562-2209ECB07FD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D175EC-D7BA-2264-1CE7-CE644FE000F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変更前と変更後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43BA7C7-1543-E6BA-2BDB-458380A6386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4CE3512-76D9-29AA-A101-95E1F592D2EC}"/>
              </a:ext>
            </a:extLst>
          </p:cNvPr>
          <p:cNvCxnSpPr/>
          <p:nvPr/>
        </p:nvCxnSpPr>
        <p:spPr>
          <a:xfrm>
            <a:off x="711200" y="2159000"/>
            <a:ext cx="4940300" cy="0"/>
          </a:xfrm>
          <a:prstGeom prst="line">
            <a:avLst/>
          </a:prstGeom>
          <a:ln w="12700">
            <a:solidFill>
              <a:srgbClr val="A86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6238E3-8C46-D7B4-90D9-D4593DA8B251}"/>
              </a:ext>
            </a:extLst>
          </p:cNvPr>
          <p:cNvSpPr txBox="1"/>
          <p:nvPr/>
        </p:nvSpPr>
        <p:spPr>
          <a:xfrm>
            <a:off x="7112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BB82A7-5803-3AF3-010A-472F5B5DB3B7}"/>
              </a:ext>
            </a:extLst>
          </p:cNvPr>
          <p:cNvSpPr txBox="1"/>
          <p:nvPr/>
        </p:nvSpPr>
        <p:spPr>
          <a:xfrm>
            <a:off x="7112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変更前を具体的に示します。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DAB9867-F8C0-5611-0AE6-4A95B279A33A}"/>
              </a:ext>
            </a:extLst>
          </p:cNvPr>
          <p:cNvCxnSpPr/>
          <p:nvPr/>
        </p:nvCxnSpPr>
        <p:spPr>
          <a:xfrm>
            <a:off x="6489700" y="2159000"/>
            <a:ext cx="49403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C232315-FDFE-09C8-A074-D45C79F66E04}"/>
              </a:ext>
            </a:extLst>
          </p:cNvPr>
          <p:cNvSpPr txBox="1"/>
          <p:nvPr/>
        </p:nvSpPr>
        <p:spPr>
          <a:xfrm>
            <a:off x="64897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36B29E-FCB6-FF1B-BD76-0F631E7D9ACF}"/>
              </a:ext>
            </a:extLst>
          </p:cNvPr>
          <p:cNvSpPr txBox="1"/>
          <p:nvPr/>
        </p:nvSpPr>
        <p:spPr>
          <a:xfrm>
            <a:off x="64897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変更後を具体的に示します。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60B052BF-16DB-18C3-FB29-75ACECB26F4B}"/>
              </a:ext>
            </a:extLst>
          </p:cNvPr>
          <p:cNvSpPr/>
          <p:nvPr/>
        </p:nvSpPr>
        <p:spPr>
          <a:xfrm>
            <a:off x="5778500" y="3657600"/>
            <a:ext cx="520700" cy="571500"/>
          </a:xfrm>
          <a:prstGeom prst="rightArrow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F1DF42C-27B4-0B3C-A581-31B7DCD3BA9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1C39C83-61B9-079E-0366-25F33A784B6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663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D10C4F-59B2-9C46-8C1B-EFB6DB7C1B5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80F98A-ADA4-DF84-D983-255F42078E4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根拠を表で確かめる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8274CA2-0E20-78D9-7F5A-A41490ADB62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A98EC4-07ED-5DFB-8FE0-717188535C96}"/>
              </a:ext>
            </a:extLst>
          </p:cNvPr>
          <p:cNvSpPr/>
          <p:nvPr/>
        </p:nvSpPr>
        <p:spPr>
          <a:xfrm>
            <a:off x="711200" y="20828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05AF24-4325-A53B-C741-55D85ACFB055}"/>
              </a:ext>
            </a:extLst>
          </p:cNvPr>
          <p:cNvSpPr txBox="1"/>
          <p:nvPr/>
        </p:nvSpPr>
        <p:spPr>
          <a:xfrm>
            <a:off x="838200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8AC233-F4B6-B867-3EFD-22C5D5216052}"/>
              </a:ext>
            </a:extLst>
          </p:cNvPr>
          <p:cNvSpPr txBox="1"/>
          <p:nvPr/>
        </p:nvSpPr>
        <p:spPr>
          <a:xfrm>
            <a:off x="4428067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7A7C71-9583-6520-28E5-5592FDCE50AE}"/>
              </a:ext>
            </a:extLst>
          </p:cNvPr>
          <p:cNvSpPr txBox="1"/>
          <p:nvPr/>
        </p:nvSpPr>
        <p:spPr>
          <a:xfrm>
            <a:off x="8017933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65A548C-0AA0-C6C2-A2D5-BC0E4081747F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03BB8BE-1962-5077-DCA8-EA3644407349}"/>
              </a:ext>
            </a:extLst>
          </p:cNvPr>
          <p:cNvSpPr txBox="1"/>
          <p:nvPr/>
        </p:nvSpPr>
        <p:spPr>
          <a:xfrm>
            <a:off x="838200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E63E369-CB21-7864-51A4-A20BB1D491C6}"/>
              </a:ext>
            </a:extLst>
          </p:cNvPr>
          <p:cNvSpPr txBox="1"/>
          <p:nvPr/>
        </p:nvSpPr>
        <p:spPr>
          <a:xfrm>
            <a:off x="4428067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A1087BA-4744-AA17-21A3-05B422C8C800}"/>
              </a:ext>
            </a:extLst>
          </p:cNvPr>
          <p:cNvSpPr txBox="1"/>
          <p:nvPr/>
        </p:nvSpPr>
        <p:spPr>
          <a:xfrm>
            <a:off x="8017933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3DDCFE5-8152-30B9-65A5-9424A95744EB}"/>
              </a:ext>
            </a:extLst>
          </p:cNvPr>
          <p:cNvSpPr/>
          <p:nvPr/>
        </p:nvSpPr>
        <p:spPr>
          <a:xfrm>
            <a:off x="711200" y="40259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5E37834-2AC8-1F94-8495-E2FA9248A046}"/>
              </a:ext>
            </a:extLst>
          </p:cNvPr>
          <p:cNvCxnSpPr/>
          <p:nvPr/>
        </p:nvCxnSpPr>
        <p:spPr>
          <a:xfrm>
            <a:off x="711200" y="49974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207F2D-F21F-C55F-2186-C64B96951B79}"/>
              </a:ext>
            </a:extLst>
          </p:cNvPr>
          <p:cNvSpPr txBox="1"/>
          <p:nvPr/>
        </p:nvSpPr>
        <p:spPr>
          <a:xfrm>
            <a:off x="838200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2C2D7F-CF70-9287-3ACA-81EE041531C5}"/>
              </a:ext>
            </a:extLst>
          </p:cNvPr>
          <p:cNvSpPr txBox="1"/>
          <p:nvPr/>
        </p:nvSpPr>
        <p:spPr>
          <a:xfrm>
            <a:off x="4428067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232BCB4-CF1B-B1BA-A5F3-C20837F35C27}"/>
              </a:ext>
            </a:extLst>
          </p:cNvPr>
          <p:cNvSpPr txBox="1"/>
          <p:nvPr/>
        </p:nvSpPr>
        <p:spPr>
          <a:xfrm>
            <a:off x="8017933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6D15004-4A9E-18FE-4FA1-4234AE1A083B}"/>
              </a:ext>
            </a:extLst>
          </p:cNvPr>
          <p:cNvCxnSpPr/>
          <p:nvPr/>
        </p:nvCxnSpPr>
        <p:spPr>
          <a:xfrm>
            <a:off x="711200" y="5969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9D5F2B-9F08-7586-2AA7-4302B4754F03}"/>
              </a:ext>
            </a:extLst>
          </p:cNvPr>
          <p:cNvSpPr txBox="1"/>
          <p:nvPr/>
        </p:nvSpPr>
        <p:spPr>
          <a:xfrm>
            <a:off x="838200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6F90BE5-6292-BC1C-C1F6-2723821E3910}"/>
              </a:ext>
            </a:extLst>
          </p:cNvPr>
          <p:cNvSpPr txBox="1"/>
          <p:nvPr/>
        </p:nvSpPr>
        <p:spPr>
          <a:xfrm>
            <a:off x="4428067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1675249-FBCC-7075-001C-60F03692188E}"/>
              </a:ext>
            </a:extLst>
          </p:cNvPr>
          <p:cNvSpPr txBox="1"/>
          <p:nvPr/>
        </p:nvSpPr>
        <p:spPr>
          <a:xfrm>
            <a:off x="8017933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46D2D19-2F8C-D4EE-D457-AD5D6927A1B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B593016-D724-E800-2FB3-83BB70E2107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312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E651159-79AA-0D8A-6790-46901AAB3AC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CC9F49-EFDF-F4B5-F34A-880FA76D9E46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結論を根拠と並べる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F475B21-1EF7-84DB-7EE3-045F748AFA2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7F6CD8-4725-82FD-534A-9CFF9C9ECEED}"/>
              </a:ext>
            </a:extLst>
          </p:cNvPr>
          <p:cNvSpPr txBox="1"/>
          <p:nvPr/>
        </p:nvSpPr>
        <p:spPr>
          <a:xfrm>
            <a:off x="762000" y="2044700"/>
            <a:ext cx="10617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条件をそろえて比較する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AFCED0B-735C-A42A-F2EB-23376657767C}"/>
              </a:ext>
            </a:extLst>
          </p:cNvPr>
          <p:cNvSpPr/>
          <p:nvPr/>
        </p:nvSpPr>
        <p:spPr>
          <a:xfrm>
            <a:off x="711200" y="303530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F16ECEE-F37A-47AD-6AF6-CE63D0FF4EA7}"/>
              </a:ext>
            </a:extLst>
          </p:cNvPr>
          <p:cNvSpPr txBox="1"/>
          <p:nvPr/>
        </p:nvSpPr>
        <p:spPr>
          <a:xfrm>
            <a:off x="838200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B86234-F8A1-26D4-4098-90E2493A2208}"/>
              </a:ext>
            </a:extLst>
          </p:cNvPr>
          <p:cNvSpPr txBox="1"/>
          <p:nvPr/>
        </p:nvSpPr>
        <p:spPr>
          <a:xfrm>
            <a:off x="4428067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9789584-7982-B869-5C45-57F5D151C33B}"/>
              </a:ext>
            </a:extLst>
          </p:cNvPr>
          <p:cNvSpPr txBox="1"/>
          <p:nvPr/>
        </p:nvSpPr>
        <p:spPr>
          <a:xfrm>
            <a:off x="8017933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10CE2B9-C002-0FF0-91D1-93EE09547CB0}"/>
              </a:ext>
            </a:extLst>
          </p:cNvPr>
          <p:cNvCxnSpPr/>
          <p:nvPr/>
        </p:nvCxnSpPr>
        <p:spPr>
          <a:xfrm>
            <a:off x="711200" y="45148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0D536F6-7B9E-465B-A107-E0F4E33F681D}"/>
              </a:ext>
            </a:extLst>
          </p:cNvPr>
          <p:cNvSpPr txBox="1"/>
          <p:nvPr/>
        </p:nvSpPr>
        <p:spPr>
          <a:xfrm>
            <a:off x="838200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C14910-3FD5-286A-9B38-ED3463122B4E}"/>
              </a:ext>
            </a:extLst>
          </p:cNvPr>
          <p:cNvSpPr txBox="1"/>
          <p:nvPr/>
        </p:nvSpPr>
        <p:spPr>
          <a:xfrm>
            <a:off x="4428067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865000-F57E-10FE-1835-AD974D2A0860}"/>
              </a:ext>
            </a:extLst>
          </p:cNvPr>
          <p:cNvSpPr txBox="1"/>
          <p:nvPr/>
        </p:nvSpPr>
        <p:spPr>
          <a:xfrm>
            <a:off x="8017933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57FBB17-1196-FB9E-B009-BC92B4889B3B}"/>
              </a:ext>
            </a:extLst>
          </p:cNvPr>
          <p:cNvSpPr/>
          <p:nvPr/>
        </p:nvSpPr>
        <p:spPr>
          <a:xfrm>
            <a:off x="711200" y="451485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94C4A3D-BF37-6D3A-2A8F-AEB9BB9346C9}"/>
              </a:ext>
            </a:extLst>
          </p:cNvPr>
          <p:cNvCxnSpPr/>
          <p:nvPr/>
        </p:nvCxnSpPr>
        <p:spPr>
          <a:xfrm>
            <a:off x="711200" y="525462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0AD113-4F58-BB9B-8F3C-01E4EC862EB7}"/>
              </a:ext>
            </a:extLst>
          </p:cNvPr>
          <p:cNvSpPr txBox="1"/>
          <p:nvPr/>
        </p:nvSpPr>
        <p:spPr>
          <a:xfrm>
            <a:off x="838200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C98D625-4E20-9DEF-1FD3-606B0A18C941}"/>
              </a:ext>
            </a:extLst>
          </p:cNvPr>
          <p:cNvSpPr txBox="1"/>
          <p:nvPr/>
        </p:nvSpPr>
        <p:spPr>
          <a:xfrm>
            <a:off x="4428067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4F56CB6-FF4F-0C9B-F161-DC5C6D9FC51B}"/>
              </a:ext>
            </a:extLst>
          </p:cNvPr>
          <p:cNvSpPr txBox="1"/>
          <p:nvPr/>
        </p:nvSpPr>
        <p:spPr>
          <a:xfrm>
            <a:off x="8017933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E756E61-B8B4-6643-8C6B-13DA4606DA79}"/>
              </a:ext>
            </a:extLst>
          </p:cNvPr>
          <p:cNvCxnSpPr/>
          <p:nvPr/>
        </p:nvCxnSpPr>
        <p:spPr>
          <a:xfrm>
            <a:off x="711200" y="5994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5CC40D8-90AF-DC14-323B-81752D1B49FF}"/>
              </a:ext>
            </a:extLst>
          </p:cNvPr>
          <p:cNvSpPr txBox="1"/>
          <p:nvPr/>
        </p:nvSpPr>
        <p:spPr>
          <a:xfrm>
            <a:off x="838200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0A7DDD6-FABB-27D8-147D-133BDB1C54B3}"/>
              </a:ext>
            </a:extLst>
          </p:cNvPr>
          <p:cNvSpPr txBox="1"/>
          <p:nvPr/>
        </p:nvSpPr>
        <p:spPr>
          <a:xfrm>
            <a:off x="4428067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12A0DA-D6CC-1AC2-0520-F672E44633E9}"/>
              </a:ext>
            </a:extLst>
          </p:cNvPr>
          <p:cNvSpPr txBox="1"/>
          <p:nvPr/>
        </p:nvSpPr>
        <p:spPr>
          <a:xfrm>
            <a:off x="8017933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C584F2A-F9A0-AA8B-F669-3CA12A99D15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C8C1D7F-089A-B9DF-5B6C-BA540BACC24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3444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CC9143-22E6-6947-714A-92EE6AC3075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7C158A-7515-A940-3954-FFA6D9EF4936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確認したいポイント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5F2EC7E-0301-B7A8-1D0B-F36103BA3FB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767EE7-5F5F-8EF1-CE36-8B80B6B9E7AC}"/>
              </a:ext>
            </a:extLst>
          </p:cNvPr>
          <p:cNvSpPr txBox="1"/>
          <p:nvPr/>
        </p:nvSpPr>
        <p:spPr>
          <a:xfrm>
            <a:off x="838200" y="20828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144344D-FC1C-BFD6-E727-65DBB83E6835}"/>
              </a:ext>
            </a:extLst>
          </p:cNvPr>
          <p:cNvSpPr txBox="1"/>
          <p:nvPr/>
        </p:nvSpPr>
        <p:spPr>
          <a:xfrm>
            <a:off x="1371600" y="2082800"/>
            <a:ext cx="995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構成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7BA4E0-C1D5-2C7C-0842-F50ACE7CC456}"/>
              </a:ext>
            </a:extLst>
          </p:cNvPr>
          <p:cNvSpPr txBox="1"/>
          <p:nvPr/>
        </p:nvSpPr>
        <p:spPr>
          <a:xfrm>
            <a:off x="1371600" y="2527300"/>
            <a:ext cx="9956800" cy="6434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構成を具体的に示します。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EF8E3B0-5062-DB91-A21A-75614055889B}"/>
              </a:ext>
            </a:extLst>
          </p:cNvPr>
          <p:cNvCxnSpPr/>
          <p:nvPr/>
        </p:nvCxnSpPr>
        <p:spPr>
          <a:xfrm>
            <a:off x="1371600" y="3208867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31CC18-2D85-B44E-89DC-9872FF9361EE}"/>
              </a:ext>
            </a:extLst>
          </p:cNvPr>
          <p:cNvSpPr txBox="1"/>
          <p:nvPr/>
        </p:nvSpPr>
        <p:spPr>
          <a:xfrm>
            <a:off x="838200" y="3361267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1D65C49-0357-8770-FDBB-FCA8DE6A4635}"/>
              </a:ext>
            </a:extLst>
          </p:cNvPr>
          <p:cNvSpPr txBox="1"/>
          <p:nvPr/>
        </p:nvSpPr>
        <p:spPr>
          <a:xfrm>
            <a:off x="1371600" y="3361267"/>
            <a:ext cx="995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見やすさ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E94C901-79B5-DB98-318B-4E6D722DC32D}"/>
              </a:ext>
            </a:extLst>
          </p:cNvPr>
          <p:cNvSpPr txBox="1"/>
          <p:nvPr/>
        </p:nvSpPr>
        <p:spPr>
          <a:xfrm>
            <a:off x="1371600" y="3805767"/>
            <a:ext cx="9956800" cy="6434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見やすさを具体的に示します。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7EB3F06-0CB4-892E-96D1-A67D66A70D47}"/>
              </a:ext>
            </a:extLst>
          </p:cNvPr>
          <p:cNvCxnSpPr/>
          <p:nvPr/>
        </p:nvCxnSpPr>
        <p:spPr>
          <a:xfrm>
            <a:off x="1371600" y="4487333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7228946-ADEA-7677-E673-92534345C23B}"/>
              </a:ext>
            </a:extLst>
          </p:cNvPr>
          <p:cNvSpPr txBox="1"/>
          <p:nvPr/>
        </p:nvSpPr>
        <p:spPr>
          <a:xfrm>
            <a:off x="838200" y="4639733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D424B4B-063C-36E5-B041-36301AB7EE0A}"/>
              </a:ext>
            </a:extLst>
          </p:cNvPr>
          <p:cNvSpPr txBox="1"/>
          <p:nvPr/>
        </p:nvSpPr>
        <p:spPr>
          <a:xfrm>
            <a:off x="1371600" y="4639733"/>
            <a:ext cx="995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正確さ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F83E56F-E821-A79F-222A-036A710AE2AD}"/>
              </a:ext>
            </a:extLst>
          </p:cNvPr>
          <p:cNvSpPr txBox="1"/>
          <p:nvPr/>
        </p:nvSpPr>
        <p:spPr>
          <a:xfrm>
            <a:off x="1371600" y="5084233"/>
            <a:ext cx="9956800" cy="6434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正確さを具体的に示します。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34C7BF5-2C59-823F-3C18-0A5BC5F918C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0925A8C-EB6A-CCA4-9411-126C0806E14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519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3028</Words>
  <Application>Microsoft Office PowerPoint</Application>
  <PresentationFormat>ユーザー設定</PresentationFormat>
  <Paragraphs>372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2026-09-22T17:36:14Z</dcterms:created>
  <dcterms:modified xsi:type="dcterms:W3CDTF">2026-09-22T17:36:14Z</dcterms:modified>
</cp:coreProperties>
</file>