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69-4C3E-B247-7A7DFA479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21663"/>
        <c:axId val="12055983"/>
      </c:barChart>
      <c:catAx>
        <c:axId val="7421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2055983"/>
        <c:crosses val="autoZero"/>
        <c:auto val="1"/>
        <c:lblAlgn val="ctr"/>
        <c:lblOffset val="100"/>
        <c:noMultiLvlLbl val="0"/>
      </c:catAx>
      <c:valAx>
        <c:axId val="1205598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7421663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1-4CB4-8F6F-85D7A83156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0048911"/>
        <c:axId val="12041583"/>
      </c:barChart>
      <c:catAx>
        <c:axId val="19800489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2041583"/>
        <c:crosses val="autoZero"/>
        <c:auto val="1"/>
        <c:lblAlgn val="ctr"/>
        <c:lblOffset val="100"/>
        <c:noMultiLvlLbl val="0"/>
      </c:catAx>
      <c:valAx>
        <c:axId val="1204158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980048911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2-4812-8FCB-3D9D197CF0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32671"/>
        <c:axId val="11983023"/>
      </c:barChart>
      <c:catAx>
        <c:axId val="19932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1983023"/>
        <c:crosses val="autoZero"/>
        <c:auto val="1"/>
        <c:lblAlgn val="ctr"/>
        <c:lblOffset val="100"/>
        <c:noMultiLvlLbl val="0"/>
      </c:catAx>
      <c:valAx>
        <c:axId val="1198302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9932671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66-4048-9E57-DAD1823E28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47983"/>
        <c:axId val="11991183"/>
      </c:barChart>
      <c:catAx>
        <c:axId val="19947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1991183"/>
        <c:crosses val="autoZero"/>
        <c:auto val="1"/>
        <c:lblAlgn val="ctr"/>
        <c:lblOffset val="100"/>
        <c:noMultiLvlLbl val="0"/>
      </c:catAx>
      <c:valAx>
        <c:axId val="1199118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9947983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3DFF0-7EC8-4238-94CF-414C8805E41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B72DA-7B4E-445F-944D-4EF687EF1F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63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構図の見本 </a:t>
            </a:r>
            <a:r>
              <a:rPr kumimoji="1" lang="en-US" altLang="ja-JP"/>
              <a:t>/ AI</a:t>
            </a:r>
            <a:r>
              <a:rPr kumimoji="1" lang="ja-JP" altLang="en-US"/>
              <a:t>未使用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142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各対象を</a:t>
            </a:r>
            <a:r>
              <a:rPr kumimoji="1" lang="en-US" altLang="ja-JP"/>
              <a:t>1</a:t>
            </a:r>
            <a:r>
              <a:rPr kumimoji="1" lang="ja-JP" altLang="en-US"/>
              <a:t>行として、左に対象名、右に特徴を配置
用途</a:t>
            </a:r>
            <a:r>
              <a:rPr kumimoji="1" lang="en-US" altLang="ja-JP"/>
              <a:t>: 2〜3</a:t>
            </a:r>
            <a:r>
              <a:rPr kumimoji="1" lang="ja-JP" altLang="en-US"/>
              <a:t>社・製品などの説明文を比較するとき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6460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左の色面と右の余白に</a:t>
            </a:r>
            <a:r>
              <a:rPr kumimoji="1" lang="en-US" altLang="ja-JP"/>
              <a:t>2</a:t>
            </a:r>
            <a:r>
              <a:rPr kumimoji="1" lang="ja-JP" altLang="en-US"/>
              <a:t>対象を対置
用途</a:t>
            </a:r>
            <a:r>
              <a:rPr kumimoji="1" lang="en-US" altLang="ja-JP"/>
              <a:t>: 2</a:t>
            </a:r>
            <a:r>
              <a:rPr kumimoji="1" lang="ja-JP" altLang="en-US"/>
              <a:t>対象を同じ重さで比較したいとき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110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605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横並びの対象名を色帯にし、その真下に説明を置く
用途</a:t>
            </a:r>
            <a:r>
              <a:rPr kumimoji="1" lang="en-US" altLang="ja-JP"/>
              <a:t>: </a:t>
            </a:r>
            <a:r>
              <a:rPr kumimoji="1" lang="ja-JP" altLang="en-US"/>
              <a:t>対象名を見失いやすい比較資料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570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上に対象名、中央に値、下に条件をそろえて並べる
用途</a:t>
            </a:r>
            <a:r>
              <a:rPr kumimoji="1" lang="en-US" altLang="ja-JP"/>
              <a:t>: </a:t>
            </a:r>
            <a:r>
              <a:rPr kumimoji="1" lang="ja-JP" altLang="en-US"/>
              <a:t>値と定性的な説明を同時に比較するとき。値がない場合も使える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913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変更前を上段、変更後を下段にし、左に短い見出し
用途</a:t>
            </a:r>
            <a:r>
              <a:rPr kumimoji="1" lang="en-US" altLang="ja-JP"/>
              <a:t>: </a:t>
            </a:r>
            <a:r>
              <a:rPr kumimoji="1" lang="ja-JP" altLang="en-US"/>
              <a:t>横長の説明を使って前後の変化を示すとき
注意</a:t>
            </a:r>
            <a:r>
              <a:rPr kumimoji="1" lang="en-US" altLang="ja-JP"/>
              <a:t>: </a:t>
            </a:r>
            <a:r>
              <a:rPr kumimoji="1" lang="ja-JP" altLang="en-US"/>
              <a:t>無関係な</a:t>
            </a:r>
            <a:r>
              <a:rPr kumimoji="1" lang="en-US" altLang="ja-JP"/>
              <a:t>2</a:t>
            </a:r>
            <a:r>
              <a:rPr kumimoji="1" lang="ja-JP" altLang="en-US"/>
              <a:t>対象の比較には使わない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633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左右の前後を上部の細い矢印で結び、下に説明
用途</a:t>
            </a:r>
            <a:r>
              <a:rPr kumimoji="1" lang="en-US" altLang="ja-JP"/>
              <a:t>: </a:t>
            </a:r>
            <a:r>
              <a:rPr kumimoji="1" lang="ja-JP" altLang="en-US"/>
              <a:t>何がどう変化したかを一方向で伝えるとき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無関係な</a:t>
            </a:r>
            <a:r>
              <a:rPr kumimoji="1" lang="en-US" altLang="ja-JP"/>
              <a:t>2</a:t>
            </a:r>
            <a:r>
              <a:rPr kumimoji="1" lang="ja-JP" altLang="en-US"/>
              <a:t>対象の比較には使わない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0496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上段に横向き矢印、下段に各工程の説明
用途</a:t>
            </a:r>
            <a:r>
              <a:rPr kumimoji="1" lang="en-US" altLang="ja-JP"/>
              <a:t>: 2〜4</a:t>
            </a:r>
            <a:r>
              <a:rPr kumimoji="1" lang="ja-JP" altLang="en-US"/>
              <a:t>段階の短い工程を示すとき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4544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上段を左から右へ進み、下段を右から左へ折り返す
用途</a:t>
            </a:r>
            <a:r>
              <a:rPr kumimoji="1" lang="en-US" altLang="ja-JP"/>
              <a:t>: 4〜6</a:t>
            </a:r>
            <a:r>
              <a:rPr kumimoji="1" lang="ja-JP" altLang="en-US"/>
              <a:t>段階を文字が読める幅で載せるとき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文字。順序は番号で明示。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46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左下から右上へ段階を上げ、その上に短い説明
用途</a:t>
            </a:r>
            <a:r>
              <a:rPr kumimoji="1" lang="en-US" altLang="ja-JP"/>
              <a:t>: </a:t>
            </a:r>
            <a:r>
              <a:rPr kumimoji="1" lang="ja-JP" altLang="en-US"/>
              <a:t>進展や成熟段階が明示されたとき
注意</a:t>
            </a:r>
            <a:r>
              <a:rPr kumimoji="1" lang="en-US" altLang="ja-JP"/>
              <a:t>: </a:t>
            </a:r>
            <a:r>
              <a:rPr kumimoji="1" lang="ja-JP" altLang="en-US"/>
              <a:t>順序や進展がない分類には使わない。段の高さは数値を表さない。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869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中央の縦軸と番号から左右へ交互に説明を配置
用途</a:t>
            </a:r>
            <a:r>
              <a:rPr kumimoji="1" lang="en-US" altLang="ja-JP"/>
              <a:t>: 3〜5</a:t>
            </a:r>
            <a:r>
              <a:rPr kumimoji="1" lang="ja-JP" altLang="en-US"/>
              <a:t>段階の手順に説明文を添えるとき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20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段階では短い名詞句を使う。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591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中央の横軸の上下に、時点と出来事を交互に配置
用途</a:t>
            </a:r>
            <a:r>
              <a:rPr kumimoji="1" lang="en-US" altLang="ja-JP"/>
              <a:t>: 4〜5</a:t>
            </a:r>
            <a:r>
              <a:rPr kumimoji="1" lang="ja-JP" altLang="en-US"/>
              <a:t>の時点を時系列で示すとき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時点</a:t>
            </a:r>
            <a:r>
              <a:rPr kumimoji="1" lang="en-US" altLang="ja-JP"/>
              <a:t>10</a:t>
            </a:r>
            <a:r>
              <a:rPr kumimoji="1" lang="ja-JP" altLang="en-US"/>
              <a:t>文字、出来事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8334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左の縦軸に時点、右の幅広い欄に出来事
用途</a:t>
            </a:r>
            <a:r>
              <a:rPr kumimoji="1" lang="en-US" altLang="ja-JP"/>
              <a:t>: </a:t>
            </a:r>
            <a:r>
              <a:rPr kumimoji="1" lang="ja-JP" altLang="en-US"/>
              <a:t>各時点の説明が長い年表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時点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979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中央の縦軸から左右交互へ出来事を並べる
用途</a:t>
            </a:r>
            <a:r>
              <a:rPr kumimoji="1" lang="en-US" altLang="ja-JP"/>
              <a:t>: 3〜4</a:t>
            </a:r>
            <a:r>
              <a:rPr kumimoji="1" lang="ja-JP" altLang="en-US"/>
              <a:t>のマイルストーンを一画面で見せるとき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時点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723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列の上に時点、下に予定や達成事項を配置
用途</a:t>
            </a:r>
            <a:r>
              <a:rPr kumimoji="1" lang="en-US" altLang="ja-JP"/>
              <a:t>: </a:t>
            </a:r>
            <a:r>
              <a:rPr kumimoji="1" lang="ja-JP" altLang="en-US"/>
              <a:t>時間順の計画と内容を読み比べるとき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6201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表の各列を縦のまとまりにし、同じ行を同じ高さに配置
用途</a:t>
            </a:r>
            <a:r>
              <a:rPr kumimoji="1" lang="en-US" altLang="ja-JP"/>
              <a:t>: </a:t>
            </a:r>
            <a:r>
              <a:rPr kumimoji="1" lang="ja-JP" altLang="en-US"/>
              <a:t>対象やプランを列で比べるとき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列名</a:t>
            </a:r>
            <a:r>
              <a:rPr kumimoji="1" lang="en-US" altLang="ja-JP"/>
              <a:t>12</a:t>
            </a:r>
            <a:r>
              <a:rPr kumimoji="1" lang="ja-JP" altLang="en-US"/>
              <a:t>文字、セル</a:t>
            </a:r>
            <a:r>
              <a:rPr kumimoji="1" lang="en-US" altLang="ja-JP"/>
              <a:t>18</a:t>
            </a:r>
            <a:r>
              <a:rPr kumimoji="1" lang="ja-JP" altLang="en-US"/>
              <a:t>文字。行の対応を崩さない。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863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上に全幅の表、下の細い帯に要旨
用途</a:t>
            </a:r>
            <a:r>
              <a:rPr kumimoji="1" lang="en-US" altLang="ja-JP"/>
              <a:t>: </a:t>
            </a:r>
            <a:r>
              <a:rPr kumimoji="1" lang="ja-JP" altLang="en-US"/>
              <a:t>数値を見てから読み取りを確認する資料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1490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元の列名を左端に縦並びにし、元の各行を横方向の対象にする
用途</a:t>
            </a:r>
            <a:r>
              <a:rPr kumimoji="1" lang="en-US" altLang="ja-JP"/>
              <a:t>: </a:t>
            </a:r>
            <a:r>
              <a:rPr kumimoji="1" lang="ja-JP" altLang="en-US"/>
              <a:t>元の表に対象が少なく、項目が多いとき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76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左の約</a:t>
            </a:r>
            <a:r>
              <a:rPr kumimoji="1" lang="en-US" altLang="ja-JP"/>
              <a:t>1/4</a:t>
            </a:r>
            <a:r>
              <a:rPr kumimoji="1" lang="ja-JP" altLang="en-US"/>
              <a:t>に要旨、右の約</a:t>
            </a:r>
            <a:r>
              <a:rPr kumimoji="1" lang="en-US" altLang="ja-JP"/>
              <a:t>3/4</a:t>
            </a:r>
            <a:r>
              <a:rPr kumimoji="1" lang="ja-JP" altLang="en-US"/>
              <a:t>に表を置く
用途</a:t>
            </a:r>
            <a:r>
              <a:rPr kumimoji="1" lang="en-US" altLang="ja-JP"/>
              <a:t>: </a:t>
            </a:r>
            <a:r>
              <a:rPr kumimoji="1" lang="ja-JP" altLang="en-US"/>
              <a:t>表の見方や比較条件を先に説明するとき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要旨</a:t>
            </a:r>
            <a:r>
              <a:rPr kumimoji="1" lang="en-US" altLang="ja-JP"/>
              <a:t>28</a:t>
            </a:r>
            <a:r>
              <a:rPr kumimoji="1" lang="ja-JP" altLang="en-US"/>
              <a:t>文字、列名</a:t>
            </a:r>
            <a:r>
              <a:rPr kumimoji="1" lang="en-US" altLang="ja-JP"/>
              <a:t>10</a:t>
            </a:r>
            <a:r>
              <a:rPr kumimoji="1" lang="ja-JP" altLang="en-US"/>
              <a:t>文字、セル</a:t>
            </a:r>
            <a:r>
              <a:rPr kumimoji="1" lang="en-US" altLang="ja-JP"/>
              <a:t>14</a:t>
            </a:r>
            <a:r>
              <a:rPr kumimoji="1" lang="ja-JP" altLang="en-US"/>
              <a:t>文字。長いセルでは</a:t>
            </a:r>
            <a:r>
              <a:rPr kumimoji="1" lang="en-US" altLang="ja-JP"/>
              <a:t>table_full</a:t>
            </a:r>
            <a:r>
              <a:rPr kumimoji="1" lang="ja-JP" altLang="en-US"/>
              <a:t>を使う。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00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グラフを全幅にし、短い読み取りを最下段に添える
用途</a:t>
            </a:r>
            <a:r>
              <a:rPr kumimoji="1" lang="en-US" altLang="ja-JP"/>
              <a:t>: </a:t>
            </a:r>
            <a:r>
              <a:rPr kumimoji="1" lang="ja-JP" altLang="en-US"/>
              <a:t>細かな系列やラベルを大きく見せたいとき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軸・系列・数値・比較条件を変えない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読み取りは</a:t>
            </a:r>
            <a:r>
              <a:rPr kumimoji="1" lang="en-US" altLang="ja-JP"/>
              <a:t>1</a:t>
            </a:r>
            <a:r>
              <a:rPr kumimoji="1" lang="ja-JP" altLang="en-US"/>
              <a:t>項目。項目名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796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左に広めの読み取り、右にグラフ
用途</a:t>
            </a:r>
            <a:r>
              <a:rPr kumimoji="1" lang="en-US" altLang="ja-JP"/>
              <a:t>: </a:t>
            </a:r>
            <a:r>
              <a:rPr kumimoji="1" lang="ja-JP" altLang="en-US"/>
              <a:t>結論を読んでから数値を見る構成
注意</a:t>
            </a:r>
            <a:r>
              <a:rPr kumimoji="1" lang="en-US" altLang="ja-JP"/>
              <a:t>: </a:t>
            </a:r>
            <a:r>
              <a:rPr kumimoji="1" lang="ja-JP" altLang="en-US"/>
              <a:t>軸・系列・数値・比較条件を変えない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3475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上に短い要点を横並び、下に全幅のグラフ
用途</a:t>
            </a:r>
            <a:r>
              <a:rPr kumimoji="1" lang="en-US" altLang="ja-JP"/>
              <a:t>: </a:t>
            </a:r>
            <a:r>
              <a:rPr kumimoji="1" lang="ja-JP" altLang="en-US"/>
              <a:t>結論を先に提示し、その根拠をグラフで示すとき
注意</a:t>
            </a:r>
            <a:r>
              <a:rPr kumimoji="1" lang="en-US" altLang="ja-JP"/>
              <a:t>: </a:t>
            </a:r>
            <a:r>
              <a:rPr kumimoji="1" lang="ja-JP" altLang="en-US"/>
              <a:t>軸・系列・数値・比較条件を変えない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18</a:t>
            </a:r>
            <a:r>
              <a:rPr kumimoji="1" lang="ja-JP" altLang="en-US"/>
              <a:t>文字。グラフは少ない系列に向く。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40051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上に全幅のグラフ、下に</a:t>
            </a:r>
            <a:r>
              <a:rPr kumimoji="1" lang="en-US" altLang="ja-JP"/>
              <a:t>2〜3</a:t>
            </a:r>
            <a:r>
              <a:rPr kumimoji="1" lang="ja-JP" altLang="en-US"/>
              <a:t>個の読み取りを並べる
用途</a:t>
            </a:r>
            <a:r>
              <a:rPr kumimoji="1" lang="en-US" altLang="ja-JP"/>
              <a:t>: </a:t>
            </a:r>
            <a:r>
              <a:rPr kumimoji="1" lang="ja-JP" altLang="en-US"/>
              <a:t>見た数値から何が言えるかを整理するとき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軸・系列・数値・比較条件を変えない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0367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最初の指標を左半分で大きく、残りを右の一覧にする
用途</a:t>
            </a:r>
            <a:r>
              <a:rPr kumimoji="1" lang="en-US" altLang="ja-JP"/>
              <a:t>: </a:t>
            </a:r>
            <a:r>
              <a:rPr kumimoji="1" lang="ja-JP" altLang="en-US"/>
              <a:t>主指標の重要性が明示され、補助指標も示すとき
注意</a:t>
            </a:r>
            <a:r>
              <a:rPr kumimoji="1" lang="en-US" altLang="ja-JP"/>
              <a:t>: </a:t>
            </a:r>
            <a:r>
              <a:rPr kumimoji="1" lang="ja-JP" altLang="en-US"/>
              <a:t>同格の指標を根拠なく主・従に分けない。最初の指標が主指標と明示されている場合のみ。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18291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左に指標名、中央に大きな値、右に条件を縦積み
用途</a:t>
            </a:r>
            <a:r>
              <a:rPr kumimoji="1" lang="en-US" altLang="ja-JP"/>
              <a:t>: </a:t>
            </a:r>
            <a:r>
              <a:rPr kumimoji="1" lang="ja-JP" altLang="en-US"/>
              <a:t>単位や条件が長い指標を比較するとき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08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に指標名・値・条件を配置
用途</a:t>
            </a:r>
            <a:r>
              <a:rPr kumimoji="1" lang="en-US" altLang="ja-JP"/>
              <a:t>: </a:t>
            </a:r>
            <a:r>
              <a:rPr kumimoji="1" lang="ja-JP" altLang="en-US"/>
              <a:t>最大</a:t>
            </a:r>
            <a:r>
              <a:rPr kumimoji="1" lang="en-US" altLang="ja-JP"/>
              <a:t>4</a:t>
            </a:r>
            <a:r>
              <a:rPr kumimoji="1" lang="ja-JP" altLang="en-US"/>
              <a:t>つの同格の指標を大きく見せるとき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0949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中央の概念を囲み、上・右・下・左に関連要素を置く
用途</a:t>
            </a:r>
            <a:r>
              <a:rPr kumimoji="1" lang="en-US" altLang="ja-JP"/>
              <a:t>: </a:t>
            </a:r>
            <a:r>
              <a:rPr kumimoji="1" lang="ja-JP" altLang="en-US"/>
              <a:t>短い関連語と中心概念を一画面で理解するとき
注意</a:t>
            </a:r>
            <a:r>
              <a:rPr kumimoji="1" lang="en-US" altLang="ja-JP"/>
              <a:t>: </a:t>
            </a:r>
            <a:r>
              <a:rPr kumimoji="1" lang="ja-JP" altLang="en-US"/>
              <a:t>周辺要素の因果や順位を示すものではない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中心</a:t>
            </a:r>
            <a:r>
              <a:rPr kumimoji="1" lang="en-US" altLang="ja-JP"/>
              <a:t>12</a:t>
            </a:r>
            <a:r>
              <a:rPr kumimoji="1" lang="ja-JP" altLang="en-US"/>
              <a:t>文字、項目名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65435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中央の縦長の概念欄、左右に関連要素を縦積み
用途</a:t>
            </a:r>
            <a:r>
              <a:rPr kumimoji="1" lang="en-US" altLang="ja-JP"/>
              <a:t>: </a:t>
            </a:r>
            <a:r>
              <a:rPr kumimoji="1" lang="ja-JP" altLang="en-US"/>
              <a:t>中心との関係を文章でも説明したいとき
注意</a:t>
            </a:r>
            <a:r>
              <a:rPr kumimoji="1" lang="en-US" altLang="ja-JP"/>
              <a:t>: </a:t>
            </a:r>
            <a:r>
              <a:rPr kumimoji="1" lang="ja-JP" altLang="en-US"/>
              <a:t>周辺要素の因果や順位を示すものではない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206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左に幅を広げた段、右に各段の解説をそろえる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上位と下位の関係に説明を添えるとき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上位と下位が説明できない分類には使わない。幅は数量ではない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7262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左から右へ高さの小さくなる段階、下に条件
用途</a:t>
            </a:r>
            <a:r>
              <a:rPr kumimoji="1" lang="en-US" altLang="ja-JP"/>
              <a:t>: </a:t>
            </a:r>
            <a:r>
              <a:rPr kumimoji="1" lang="ja-JP" altLang="en-US"/>
              <a:t>候補を段階的に絞り込むことが明示されているとき
注意</a:t>
            </a:r>
            <a:r>
              <a:rPr kumimoji="1" lang="en-US" altLang="ja-JP"/>
              <a:t>: </a:t>
            </a:r>
            <a:r>
              <a:rPr kumimoji="1" lang="ja-JP" altLang="en-US"/>
              <a:t>絞り込みがない情報に使わない。幅は数量ではない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72DA-7B4E-445F-944D-4EF687EF1F17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82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E4877-BAEC-834D-A483-00D2F9E0F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2C9976-25F0-EA99-06E2-4000D9FE0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E02F46-BDC7-A2F1-5589-D5FF310B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BBB66-E390-E22E-D9BF-6D51E247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968199-AD76-9730-6D62-829C1100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88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61FC5D-FC32-841A-506D-51C93E1F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6A053E-8050-EC1D-390A-80504CABC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485786-C838-879E-C64F-F54F7729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323758-478F-D21F-8BA9-C8C39093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280EB9-F0F6-921A-978E-7373FF3D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190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7C2E71-BDB4-E323-8B1A-816C8CAF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EE7C3E-5EDC-B3F8-4B71-7890319D3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0DFB3E-D0F7-BD4F-F400-3B19002D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71A7CC-334A-D2CA-1119-CF12787F3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8DE655-70F1-392B-E35B-AE6179C9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1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027765-5D17-18C4-90EB-ED81A667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2B61D8-0302-3C1A-3FF4-9284B85B8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806AF0-0152-6789-EDB8-F1B56553B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914A6C-0687-99F4-62D3-6B3FD39E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BBE4F9-95EA-F7C2-84BC-1D30A8C9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70FC30-5AB7-DAC5-5CB7-EB7470D1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514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97B0FF-768C-9180-662E-9AE0C148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67E939-09B6-71D9-C00D-B8881A847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443B93-8395-BA39-DEA7-7F623E8A4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A221C1-1B76-F5BE-DCC5-6B50D6F80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0FED005-55A9-A3CD-F2B8-D0B50F624F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F198C9-61DE-6E1B-D617-796C1453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B86ED96-A274-D918-49C4-18AFA2A4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6345E9E-A4ED-9F5A-FD84-906E3269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23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18E8B3-26C8-2666-869E-B33722C0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C1086DA-2224-CF78-04B1-50AB0724B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B57E3E-C38C-A0D4-BCB5-05114CD0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DE574D-9630-701D-BDA9-9A078737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154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4691D1C-15E5-1478-2CC0-54814F6D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533E734-F484-C4F3-2842-03536252F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7DABAEA-5184-1A1E-4A01-8D4E2240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54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042A0-B5E4-3A53-C479-2D52EA07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B26C5D-42F0-6844-7BAD-43A99DB5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87EB69-714A-B6ED-5D6A-61A238387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40B6FF-96DE-65F6-13D6-393ED47C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F4E19D-851E-F098-50C0-09A279D09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D5EA82-8956-3D18-7AAF-FEBE1284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668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13A2F-95F1-99DC-A45A-4D3D2E4C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D26D68E-3FD4-374A-2DA7-CF6CBB917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0DA5C7-D88B-C5B8-D7F0-7D4230763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FD2BF1-1A6E-BAC5-8742-44DB1AAC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E72865-9657-F040-25DB-BC7C9D27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054178-9976-7AEB-CA46-151BEBE2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32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2F51C2-E6C9-06A9-2215-188529305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C2920B-DEAE-F7AE-6421-3242F9943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EC9F8-4240-EADB-5639-A8ABE517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73A5A3-F072-7832-DCE6-147EDC39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737B95-6FA9-0E75-2046-C1F8FCA7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963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E27B7DB-2077-CC23-2C62-EE31C304F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BA9D1C-9725-F749-6491-0E02D94F7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B0262C-1FD5-1C3F-B23C-2DDE38CE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13A05-3ECA-9397-9308-564380842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29781A-57E1-2C7F-EDF6-57F9D6204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57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835098-0767-AF97-4C9C-3727D8A7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D11C70-CA70-B19D-F7F2-C63B1D853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9FBDDC-AE8B-8D6C-7CEB-C044D5762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328A7-1E51-4114-936D-1DEE6F57243D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5E173F-CB65-A339-D01A-57C13B650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843FD3-9BCD-E039-FCF2-5B0BE8F7F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995E7-30CF-49EB-B52A-9C3C6753A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16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599D1C-719F-1BFB-4CE4-B8747FB6FF86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3C3B051-5CB5-DB75-132F-AC9AFF157784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87F5DC5-4CB2-ED38-75F8-F9B5B04E29C6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構図カタログ </a:t>
            </a:r>
            <a:r>
              <a:rPr kumimoji="1" lang="en-US" altLang="ja-JP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4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42A543-D534-F78C-AD3C-677D4445D93A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構図の見本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93936F2-9A81-4E21-FF89-8977C257DA6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5C542E-1665-4099-F004-6A5CBBDDCAB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715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A92C0E4-411B-CCFD-2C00-96D4C1A8427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F83E73-A4F0-0937-F0AA-20AF095A970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対象を縦に比較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0D66674-60FB-6D7E-875F-2FB92A1E61A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FD28618-80DE-5706-6687-974E52A65F37}"/>
              </a:ext>
            </a:extLst>
          </p:cNvPr>
          <p:cNvSpPr txBox="1"/>
          <p:nvPr/>
        </p:nvSpPr>
        <p:spPr>
          <a:xfrm>
            <a:off x="711200" y="2108200"/>
            <a:ext cx="323088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B48180-7968-80FE-5629-6C77D41DB599}"/>
              </a:ext>
            </a:extLst>
          </p:cNvPr>
          <p:cNvSpPr txBox="1"/>
          <p:nvPr/>
        </p:nvSpPr>
        <p:spPr>
          <a:xfrm>
            <a:off x="4372864" y="2108200"/>
            <a:ext cx="7107936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34E553E-B4F5-74A8-12B3-4B2128C2949B}"/>
              </a:ext>
            </a:extLst>
          </p:cNvPr>
          <p:cNvCxnSpPr/>
          <p:nvPr/>
        </p:nvCxnSpPr>
        <p:spPr>
          <a:xfrm>
            <a:off x="711200" y="3327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162140-80D4-9E63-487A-AB4F1B4F28BA}"/>
              </a:ext>
            </a:extLst>
          </p:cNvPr>
          <p:cNvSpPr txBox="1"/>
          <p:nvPr/>
        </p:nvSpPr>
        <p:spPr>
          <a:xfrm>
            <a:off x="711200" y="3416300"/>
            <a:ext cx="323088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2E00817-79E6-61C8-2B2A-BF3A68D08F23}"/>
              </a:ext>
            </a:extLst>
          </p:cNvPr>
          <p:cNvSpPr txBox="1"/>
          <p:nvPr/>
        </p:nvSpPr>
        <p:spPr>
          <a:xfrm>
            <a:off x="4372864" y="3416300"/>
            <a:ext cx="7107936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06995B7-4773-2FF7-FAB2-349C17CF0072}"/>
              </a:ext>
            </a:extLst>
          </p:cNvPr>
          <p:cNvCxnSpPr/>
          <p:nvPr/>
        </p:nvCxnSpPr>
        <p:spPr>
          <a:xfrm>
            <a:off x="711200" y="46355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074EFFF-2D19-46BD-D304-E398143FB354}"/>
              </a:ext>
            </a:extLst>
          </p:cNvPr>
          <p:cNvSpPr txBox="1"/>
          <p:nvPr/>
        </p:nvSpPr>
        <p:spPr>
          <a:xfrm>
            <a:off x="711200" y="4724400"/>
            <a:ext cx="323088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2BDDD1-1990-59B3-0BB4-64FE881756E2}"/>
              </a:ext>
            </a:extLst>
          </p:cNvPr>
          <p:cNvSpPr txBox="1"/>
          <p:nvPr/>
        </p:nvSpPr>
        <p:spPr>
          <a:xfrm>
            <a:off x="4372864" y="4724400"/>
            <a:ext cx="7107936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EB13E01-9DE3-7E95-5AF2-B51EDAAF9E7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850C8E1-321C-BA7A-1B6E-A8369D7CCD3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505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46C4007-C8E7-8C06-2EAF-08FA05174AD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0B3062-1FD5-4EF4-99C8-6E9CE799976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左右の面で比較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6476DA3-FA44-1759-C524-A9646530A28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223634-04D7-0F80-79F8-C117ACEBF672}"/>
              </a:ext>
            </a:extLst>
          </p:cNvPr>
          <p:cNvSpPr/>
          <p:nvPr/>
        </p:nvSpPr>
        <p:spPr>
          <a:xfrm>
            <a:off x="711200" y="2006600"/>
            <a:ext cx="5130800" cy="4025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73394B-5FA1-054D-324E-C948773A780F}"/>
              </a:ext>
            </a:extLst>
          </p:cNvPr>
          <p:cNvSpPr txBox="1"/>
          <p:nvPr/>
        </p:nvSpPr>
        <p:spPr>
          <a:xfrm>
            <a:off x="1003300" y="2324100"/>
            <a:ext cx="46355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63550E-3373-4A4A-8043-9C0D770593FC}"/>
              </a:ext>
            </a:extLst>
          </p:cNvPr>
          <p:cNvSpPr txBox="1"/>
          <p:nvPr/>
        </p:nvSpPr>
        <p:spPr>
          <a:xfrm>
            <a:off x="1003300" y="3162300"/>
            <a:ext cx="4635500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33A2554-4F05-E318-890B-6C1B867CD63E}"/>
              </a:ext>
            </a:extLst>
          </p:cNvPr>
          <p:cNvSpPr txBox="1"/>
          <p:nvPr/>
        </p:nvSpPr>
        <p:spPr>
          <a:xfrm>
            <a:off x="6553200" y="2324100"/>
            <a:ext cx="46355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7AD625-A88D-87B9-AAB4-758F68C4AA69}"/>
              </a:ext>
            </a:extLst>
          </p:cNvPr>
          <p:cNvSpPr txBox="1"/>
          <p:nvPr/>
        </p:nvSpPr>
        <p:spPr>
          <a:xfrm>
            <a:off x="6553200" y="3162300"/>
            <a:ext cx="4635500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5244C1A-3588-D1E5-472E-A8337321442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09CE69-8223-AF30-577E-47805B6827F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5647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7D5D5F-83FB-DF4C-A6EE-D3A152044D8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719EC7-1622-F676-7AFF-F5DA909EB29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上の比較名と広い説明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9A1C081-C2C7-67BE-9E1B-971464372A7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502097-0346-13FC-CBD3-91B2896BB180}"/>
              </a:ext>
            </a:extLst>
          </p:cNvPr>
          <p:cNvSpPr/>
          <p:nvPr/>
        </p:nvSpPr>
        <p:spPr>
          <a:xfrm>
            <a:off x="711200" y="2032000"/>
            <a:ext cx="3386667" cy="990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479D9A-9206-669D-9969-BA02A4DE5443}"/>
              </a:ext>
            </a:extLst>
          </p:cNvPr>
          <p:cNvSpPr txBox="1"/>
          <p:nvPr/>
        </p:nvSpPr>
        <p:spPr>
          <a:xfrm>
            <a:off x="876300" y="2197100"/>
            <a:ext cx="30564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466FDF6-B356-7689-DAEE-1FC0AD7F217B}"/>
              </a:ext>
            </a:extLst>
          </p:cNvPr>
          <p:cNvSpPr txBox="1"/>
          <p:nvPr/>
        </p:nvSpPr>
        <p:spPr>
          <a:xfrm>
            <a:off x="749300" y="3340100"/>
            <a:ext cx="3310467" cy="264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804FA13-AAB2-EAC8-54BD-540B722031D5}"/>
              </a:ext>
            </a:extLst>
          </p:cNvPr>
          <p:cNvSpPr/>
          <p:nvPr/>
        </p:nvSpPr>
        <p:spPr>
          <a:xfrm>
            <a:off x="4402667" y="2032000"/>
            <a:ext cx="3386666" cy="990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B8F482-7C64-5826-A6B7-2DDD57F5C1FF}"/>
              </a:ext>
            </a:extLst>
          </p:cNvPr>
          <p:cNvSpPr txBox="1"/>
          <p:nvPr/>
        </p:nvSpPr>
        <p:spPr>
          <a:xfrm>
            <a:off x="4567767" y="2197100"/>
            <a:ext cx="30564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E148FC-B4DA-7DE5-479D-D0E094798E8D}"/>
              </a:ext>
            </a:extLst>
          </p:cNvPr>
          <p:cNvSpPr txBox="1"/>
          <p:nvPr/>
        </p:nvSpPr>
        <p:spPr>
          <a:xfrm>
            <a:off x="4440767" y="3340100"/>
            <a:ext cx="3310467" cy="264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A82216E-802C-EE44-1FFB-4E0BEC1D87D8}"/>
              </a:ext>
            </a:extLst>
          </p:cNvPr>
          <p:cNvSpPr/>
          <p:nvPr/>
        </p:nvSpPr>
        <p:spPr>
          <a:xfrm>
            <a:off x="8094133" y="2032000"/>
            <a:ext cx="3386667" cy="990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B700F86-73E7-0FEA-EBC8-2B91D3A2F49B}"/>
              </a:ext>
            </a:extLst>
          </p:cNvPr>
          <p:cNvSpPr txBox="1"/>
          <p:nvPr/>
        </p:nvSpPr>
        <p:spPr>
          <a:xfrm>
            <a:off x="8259233" y="2197100"/>
            <a:ext cx="30564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56E0674-99DE-E755-7F08-FB4A47D5A313}"/>
              </a:ext>
            </a:extLst>
          </p:cNvPr>
          <p:cNvSpPr txBox="1"/>
          <p:nvPr/>
        </p:nvSpPr>
        <p:spPr>
          <a:xfrm>
            <a:off x="8132233" y="3340100"/>
            <a:ext cx="3310467" cy="264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453DA18-F90F-ACBE-0716-A9618AEC01F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A31E90E-AA20-E1C3-F1F5-C968FEA7455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9883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13B456-43CE-C9E0-B8CC-30101DBCCED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6AA43F-0199-07D0-5D09-A950F95EA91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対象名・値・説明の比較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9C5F9ED-D5DC-EE99-E72E-2EB44B644E3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F73D32-CAB6-A3AA-2A97-9DAAC5B0BAD8}"/>
              </a:ext>
            </a:extLst>
          </p:cNvPr>
          <p:cNvSpPr txBox="1"/>
          <p:nvPr/>
        </p:nvSpPr>
        <p:spPr>
          <a:xfrm>
            <a:off x="711200" y="2120900"/>
            <a:ext cx="3348567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5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18F4380-7412-577D-5DA9-B22232204215}"/>
              </a:ext>
            </a:extLst>
          </p:cNvPr>
          <p:cNvCxnSpPr/>
          <p:nvPr/>
        </p:nvCxnSpPr>
        <p:spPr>
          <a:xfrm>
            <a:off x="711200" y="3111500"/>
            <a:ext cx="3348567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0C33F6-6881-6EAA-4FAC-E061CA9869A6}"/>
              </a:ext>
            </a:extLst>
          </p:cNvPr>
          <p:cNvSpPr txBox="1"/>
          <p:nvPr/>
        </p:nvSpPr>
        <p:spPr>
          <a:xfrm>
            <a:off x="711200" y="3403600"/>
            <a:ext cx="3348567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958C66-7B9A-72EC-8080-B2541671CA92}"/>
              </a:ext>
            </a:extLst>
          </p:cNvPr>
          <p:cNvSpPr txBox="1"/>
          <p:nvPr/>
        </p:nvSpPr>
        <p:spPr>
          <a:xfrm>
            <a:off x="4402667" y="2120900"/>
            <a:ext cx="3348567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5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B62B750-F5A1-6252-FF8E-5A80E11E85D5}"/>
              </a:ext>
            </a:extLst>
          </p:cNvPr>
          <p:cNvCxnSpPr/>
          <p:nvPr/>
        </p:nvCxnSpPr>
        <p:spPr>
          <a:xfrm>
            <a:off x="4402667" y="3111500"/>
            <a:ext cx="3348566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A9F7996-FF9C-F973-0DC0-17AC71CDE4D7}"/>
              </a:ext>
            </a:extLst>
          </p:cNvPr>
          <p:cNvSpPr txBox="1"/>
          <p:nvPr/>
        </p:nvSpPr>
        <p:spPr>
          <a:xfrm>
            <a:off x="4402667" y="3403600"/>
            <a:ext cx="3348567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CD9676-2C57-E779-747A-BEFFD71D24EE}"/>
              </a:ext>
            </a:extLst>
          </p:cNvPr>
          <p:cNvSpPr txBox="1"/>
          <p:nvPr/>
        </p:nvSpPr>
        <p:spPr>
          <a:xfrm>
            <a:off x="8094133" y="2120900"/>
            <a:ext cx="3348567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5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EF9E65B-44C3-2FF7-6601-7348F8EFB5F3}"/>
              </a:ext>
            </a:extLst>
          </p:cNvPr>
          <p:cNvCxnSpPr/>
          <p:nvPr/>
        </p:nvCxnSpPr>
        <p:spPr>
          <a:xfrm>
            <a:off x="8094133" y="3111500"/>
            <a:ext cx="3348567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7D1432-B41F-25FF-DBC7-38B0BA9251FF}"/>
              </a:ext>
            </a:extLst>
          </p:cNvPr>
          <p:cNvSpPr txBox="1"/>
          <p:nvPr/>
        </p:nvSpPr>
        <p:spPr>
          <a:xfrm>
            <a:off x="8094133" y="3403600"/>
            <a:ext cx="3348567" cy="256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0DFFD3D-D2CB-9CD0-B6B0-B1F4C4296FA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AA59B82-56FB-7599-8319-71ED3FFD401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094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ACD9CCB-5CDC-69F6-15F5-18DBE65F1FD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B49703-D959-6751-3431-241D06A80CF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上下で見る変化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67CC47-99F7-286C-A28C-EE2F12EC491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328C3ED-9EFE-3727-3EF2-B7CDC204B47D}"/>
              </a:ext>
            </a:extLst>
          </p:cNvPr>
          <p:cNvSpPr/>
          <p:nvPr/>
        </p:nvSpPr>
        <p:spPr>
          <a:xfrm>
            <a:off x="711200" y="2032000"/>
            <a:ext cx="10769600" cy="19177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6E437D-7E7A-B65F-9F7D-3CB52CB3516C}"/>
              </a:ext>
            </a:extLst>
          </p:cNvPr>
          <p:cNvSpPr txBox="1"/>
          <p:nvPr/>
        </p:nvSpPr>
        <p:spPr>
          <a:xfrm>
            <a:off x="952500" y="2336800"/>
            <a:ext cx="27178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8F2DDF-7823-8E2E-B4A2-4F6EFE1BE469}"/>
              </a:ext>
            </a:extLst>
          </p:cNvPr>
          <p:cNvSpPr txBox="1"/>
          <p:nvPr/>
        </p:nvSpPr>
        <p:spPr>
          <a:xfrm>
            <a:off x="4178300" y="2324100"/>
            <a:ext cx="6985000" cy="1346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F6E857B-6C6A-BD03-008F-A189BEFF052C}"/>
              </a:ext>
            </a:extLst>
          </p:cNvPr>
          <p:cNvSpPr/>
          <p:nvPr/>
        </p:nvSpPr>
        <p:spPr>
          <a:xfrm>
            <a:off x="711200" y="4102100"/>
            <a:ext cx="10769600" cy="1917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07DF4B-EA5A-5B52-13ED-158D6F121ABC}"/>
              </a:ext>
            </a:extLst>
          </p:cNvPr>
          <p:cNvSpPr txBox="1"/>
          <p:nvPr/>
        </p:nvSpPr>
        <p:spPr>
          <a:xfrm>
            <a:off x="952500" y="4406900"/>
            <a:ext cx="27178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5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D1E094-904E-7F93-AAEE-3CB19D971CAC}"/>
              </a:ext>
            </a:extLst>
          </p:cNvPr>
          <p:cNvSpPr txBox="1"/>
          <p:nvPr/>
        </p:nvSpPr>
        <p:spPr>
          <a:xfrm>
            <a:off x="4178300" y="4394200"/>
            <a:ext cx="6985000" cy="1346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9CA5F49-F1D8-0BAD-D6AA-FFC57761FD5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437D51B-9FC2-9605-79A5-525D8D4908A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928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321169-B508-9705-4F76-B0BC2550344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2B4C53-E028-4595-065F-774BE3751ED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変化を結ぶ中央の橋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9DC0D3E-B92D-0A94-B481-E3787980EBF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矢印: 右 4">
            <a:extLst>
              <a:ext uri="{FF2B5EF4-FFF2-40B4-BE49-F238E27FC236}">
                <a16:creationId xmlns:a16="http://schemas.microsoft.com/office/drawing/2014/main" id="{6E45A587-3CDE-B2B8-4A8C-3D03C42EE719}"/>
              </a:ext>
            </a:extLst>
          </p:cNvPr>
          <p:cNvSpPr/>
          <p:nvPr/>
        </p:nvSpPr>
        <p:spPr>
          <a:xfrm>
            <a:off x="4775200" y="2108200"/>
            <a:ext cx="2590800" cy="546100"/>
          </a:xfrm>
          <a:prstGeom prst="rightArrow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216FF38-EE93-12AE-4EDE-14D0997B92DA}"/>
              </a:ext>
            </a:extLst>
          </p:cNvPr>
          <p:cNvSpPr txBox="1"/>
          <p:nvPr/>
        </p:nvSpPr>
        <p:spPr>
          <a:xfrm>
            <a:off x="711200" y="2895600"/>
            <a:ext cx="49022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8E20585-036E-81E0-E36A-C9106CD5AFE2}"/>
              </a:ext>
            </a:extLst>
          </p:cNvPr>
          <p:cNvSpPr txBox="1"/>
          <p:nvPr/>
        </p:nvSpPr>
        <p:spPr>
          <a:xfrm>
            <a:off x="711200" y="3733800"/>
            <a:ext cx="49022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BB6B10-A0D5-7BC2-311D-222933426DD6}"/>
              </a:ext>
            </a:extLst>
          </p:cNvPr>
          <p:cNvSpPr txBox="1"/>
          <p:nvPr/>
        </p:nvSpPr>
        <p:spPr>
          <a:xfrm>
            <a:off x="6540500" y="2895600"/>
            <a:ext cx="49022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322DB4C-48A4-1E70-5DD1-317CBB4142C0}"/>
              </a:ext>
            </a:extLst>
          </p:cNvPr>
          <p:cNvSpPr txBox="1"/>
          <p:nvPr/>
        </p:nvSpPr>
        <p:spPr>
          <a:xfrm>
            <a:off x="6540500" y="3733800"/>
            <a:ext cx="49022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34D37A8-6FCC-F19B-9533-E31E8BA8E9B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D25E71C-B60F-C5AD-F66F-827D4BECA63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5493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019C682-88CC-F429-55EC-77285923DC0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4210BE-4D74-5DFB-860A-0275C20A220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矢印の工程と説明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FB0E0BC-9AA0-ECD8-DA33-03DE5CF2109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矢印: 右 4">
            <a:extLst>
              <a:ext uri="{FF2B5EF4-FFF2-40B4-BE49-F238E27FC236}">
                <a16:creationId xmlns:a16="http://schemas.microsoft.com/office/drawing/2014/main" id="{7DD0F587-A5C9-FAA8-512F-F3F26D088C02}"/>
              </a:ext>
            </a:extLst>
          </p:cNvPr>
          <p:cNvSpPr/>
          <p:nvPr/>
        </p:nvSpPr>
        <p:spPr>
          <a:xfrm>
            <a:off x="711200" y="2171700"/>
            <a:ext cx="2540000" cy="1054100"/>
          </a:xfrm>
          <a:prstGeom prst="rightArrow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813BF18-92AD-3887-B196-6D62891F9232}"/>
              </a:ext>
            </a:extLst>
          </p:cNvPr>
          <p:cNvSpPr txBox="1"/>
          <p:nvPr/>
        </p:nvSpPr>
        <p:spPr>
          <a:xfrm>
            <a:off x="863600" y="2374900"/>
            <a:ext cx="210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529EEE-86D1-2857-A211-F1B644A0677D}"/>
              </a:ext>
            </a:extLst>
          </p:cNvPr>
          <p:cNvSpPr txBox="1"/>
          <p:nvPr/>
        </p:nvSpPr>
        <p:spPr>
          <a:xfrm>
            <a:off x="749300" y="3670300"/>
            <a:ext cx="2400300" cy="231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2FF3A331-13FC-742C-C1D6-CB2FEA2DEE08}"/>
              </a:ext>
            </a:extLst>
          </p:cNvPr>
          <p:cNvSpPr/>
          <p:nvPr/>
        </p:nvSpPr>
        <p:spPr>
          <a:xfrm>
            <a:off x="3479800" y="2171700"/>
            <a:ext cx="2540000" cy="1054100"/>
          </a:xfrm>
          <a:prstGeom prst="rightArrow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E95676-2B39-23CA-606F-7EC91B896D34}"/>
              </a:ext>
            </a:extLst>
          </p:cNvPr>
          <p:cNvSpPr txBox="1"/>
          <p:nvPr/>
        </p:nvSpPr>
        <p:spPr>
          <a:xfrm>
            <a:off x="3632200" y="2374900"/>
            <a:ext cx="210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AD2E2FB-09D7-BC46-44F7-107CFBB42CDC}"/>
              </a:ext>
            </a:extLst>
          </p:cNvPr>
          <p:cNvSpPr txBox="1"/>
          <p:nvPr/>
        </p:nvSpPr>
        <p:spPr>
          <a:xfrm>
            <a:off x="3517900" y="3670300"/>
            <a:ext cx="2400300" cy="231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B2420006-221E-89FF-3AA7-F5ADA9C570DB}"/>
              </a:ext>
            </a:extLst>
          </p:cNvPr>
          <p:cNvSpPr/>
          <p:nvPr/>
        </p:nvSpPr>
        <p:spPr>
          <a:xfrm>
            <a:off x="6248400" y="2171700"/>
            <a:ext cx="2540000" cy="1054100"/>
          </a:xfrm>
          <a:prstGeom prst="rightArrow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560CEA7-2C3B-F113-2FB0-FF3FD00A03E2}"/>
              </a:ext>
            </a:extLst>
          </p:cNvPr>
          <p:cNvSpPr txBox="1"/>
          <p:nvPr/>
        </p:nvSpPr>
        <p:spPr>
          <a:xfrm>
            <a:off x="6400800" y="2374900"/>
            <a:ext cx="210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5C85F0D-3A3C-B672-202E-67DCA1FA83D5}"/>
              </a:ext>
            </a:extLst>
          </p:cNvPr>
          <p:cNvSpPr txBox="1"/>
          <p:nvPr/>
        </p:nvSpPr>
        <p:spPr>
          <a:xfrm>
            <a:off x="6286500" y="3670300"/>
            <a:ext cx="2400300" cy="231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BF7C56D-1319-B477-EFF3-24B251EA3B36}"/>
              </a:ext>
            </a:extLst>
          </p:cNvPr>
          <p:cNvSpPr/>
          <p:nvPr/>
        </p:nvSpPr>
        <p:spPr>
          <a:xfrm>
            <a:off x="9017000" y="2171700"/>
            <a:ext cx="2540000" cy="1054100"/>
          </a:xfrm>
          <a:prstGeom prst="rightArrow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897DFD7-59BF-DEB4-F66C-AEFAB9B28EB4}"/>
              </a:ext>
            </a:extLst>
          </p:cNvPr>
          <p:cNvSpPr txBox="1"/>
          <p:nvPr/>
        </p:nvSpPr>
        <p:spPr>
          <a:xfrm>
            <a:off x="9169400" y="2374900"/>
            <a:ext cx="210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B2E1D95-1E9E-AC7A-5259-DE127F34F2DF}"/>
              </a:ext>
            </a:extLst>
          </p:cNvPr>
          <p:cNvSpPr txBox="1"/>
          <p:nvPr/>
        </p:nvSpPr>
        <p:spPr>
          <a:xfrm>
            <a:off x="9055100" y="3670300"/>
            <a:ext cx="2400300" cy="231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04EBE93-5A9F-F656-77DE-E56E1076454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8A89B86-01EF-B5AC-5071-6D8B7CC347B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306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29F047-DC7C-8867-B81C-DC054294817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876952-DAF3-1BB1-6855-C56441FCFDB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折り返す工程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3843F44-58A4-A372-8849-ECD685DDF53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EA3B46-0DF0-6233-F0E6-651B0BE5BE4F}"/>
              </a:ext>
            </a:extLst>
          </p:cNvPr>
          <p:cNvSpPr txBox="1"/>
          <p:nvPr/>
        </p:nvSpPr>
        <p:spPr>
          <a:xfrm>
            <a:off x="711200" y="2019300"/>
            <a:ext cx="444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AF235E-CBB7-4318-687E-8F1DDB6F02BC}"/>
              </a:ext>
            </a:extLst>
          </p:cNvPr>
          <p:cNvSpPr txBox="1"/>
          <p:nvPr/>
        </p:nvSpPr>
        <p:spPr>
          <a:xfrm>
            <a:off x="1231900" y="2019300"/>
            <a:ext cx="4711700" cy="6446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CFA819-A4EA-8D9F-510C-0AB065681FCE}"/>
              </a:ext>
            </a:extLst>
          </p:cNvPr>
          <p:cNvSpPr txBox="1"/>
          <p:nvPr/>
        </p:nvSpPr>
        <p:spPr>
          <a:xfrm>
            <a:off x="1231900" y="2752852"/>
            <a:ext cx="4711700" cy="10571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437233-38CF-642C-82D2-F50C2840F674}"/>
              </a:ext>
            </a:extLst>
          </p:cNvPr>
          <p:cNvSpPr txBox="1"/>
          <p:nvPr/>
        </p:nvSpPr>
        <p:spPr>
          <a:xfrm>
            <a:off x="6248400" y="2019300"/>
            <a:ext cx="444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8702C8-42FA-D5A5-8890-91C8CDC07ADD}"/>
              </a:ext>
            </a:extLst>
          </p:cNvPr>
          <p:cNvSpPr txBox="1"/>
          <p:nvPr/>
        </p:nvSpPr>
        <p:spPr>
          <a:xfrm>
            <a:off x="6769100" y="2019300"/>
            <a:ext cx="4711700" cy="6446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AB0709C-BA6D-9EE8-092E-A438B084796B}"/>
              </a:ext>
            </a:extLst>
          </p:cNvPr>
          <p:cNvSpPr txBox="1"/>
          <p:nvPr/>
        </p:nvSpPr>
        <p:spPr>
          <a:xfrm>
            <a:off x="6769100" y="2752852"/>
            <a:ext cx="4711700" cy="10571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252D33A-C013-68CB-4D4C-D8FECD526D85}"/>
              </a:ext>
            </a:extLst>
          </p:cNvPr>
          <p:cNvSpPr txBox="1"/>
          <p:nvPr/>
        </p:nvSpPr>
        <p:spPr>
          <a:xfrm>
            <a:off x="6248400" y="4127500"/>
            <a:ext cx="444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F83FB0C-1133-A196-A69D-C6497C28DEF4}"/>
              </a:ext>
            </a:extLst>
          </p:cNvPr>
          <p:cNvSpPr txBox="1"/>
          <p:nvPr/>
        </p:nvSpPr>
        <p:spPr>
          <a:xfrm>
            <a:off x="6769100" y="4127500"/>
            <a:ext cx="4711700" cy="6446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6AC743-5855-194F-2F1B-A360E5FB0426}"/>
              </a:ext>
            </a:extLst>
          </p:cNvPr>
          <p:cNvSpPr txBox="1"/>
          <p:nvPr/>
        </p:nvSpPr>
        <p:spPr>
          <a:xfrm>
            <a:off x="6769100" y="4861052"/>
            <a:ext cx="4711700" cy="10571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17A9E3F-CC3B-1264-C00B-1CD64797F5CA}"/>
              </a:ext>
            </a:extLst>
          </p:cNvPr>
          <p:cNvSpPr txBox="1"/>
          <p:nvPr/>
        </p:nvSpPr>
        <p:spPr>
          <a:xfrm>
            <a:off x="711200" y="4127500"/>
            <a:ext cx="444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122C05-B175-81AA-3FC8-257079CCC292}"/>
              </a:ext>
            </a:extLst>
          </p:cNvPr>
          <p:cNvSpPr txBox="1"/>
          <p:nvPr/>
        </p:nvSpPr>
        <p:spPr>
          <a:xfrm>
            <a:off x="1231900" y="4127500"/>
            <a:ext cx="4711700" cy="6446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60716E2-5661-D2B3-5A2A-B99316D1C802}"/>
              </a:ext>
            </a:extLst>
          </p:cNvPr>
          <p:cNvSpPr txBox="1"/>
          <p:nvPr/>
        </p:nvSpPr>
        <p:spPr>
          <a:xfrm>
            <a:off x="1231900" y="4861052"/>
            <a:ext cx="4711700" cy="10571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89745BE-84EE-36E9-AE05-0FC5A15AF92C}"/>
              </a:ext>
            </a:extLst>
          </p:cNvPr>
          <p:cNvCxnSpPr/>
          <p:nvPr/>
        </p:nvCxnSpPr>
        <p:spPr>
          <a:xfrm>
            <a:off x="889000" y="3987800"/>
            <a:ext cx="102870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4EB95E1-B19C-D8D6-A677-E0A5F44D7E88}"/>
              </a:ext>
            </a:extLst>
          </p:cNvPr>
          <p:cNvSpPr/>
          <p:nvPr/>
        </p:nvSpPr>
        <p:spPr>
          <a:xfrm>
            <a:off x="11277600" y="2755900"/>
            <a:ext cx="12700" cy="24130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EC139F0-D929-8967-283F-1A069BA8C4E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FDFC66F-C7DC-936C-4FC4-2121639C0A7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252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D9AEBB8-B8F8-9FA5-69C0-509C31F65C3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13F875-7759-DC78-08DB-BBB2BF2963C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階段状の段階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64C1530-B84D-D4CD-E477-B5869D3746D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A95238-5F28-E709-E7B3-463F01FC614C}"/>
              </a:ext>
            </a:extLst>
          </p:cNvPr>
          <p:cNvSpPr/>
          <p:nvPr/>
        </p:nvSpPr>
        <p:spPr>
          <a:xfrm>
            <a:off x="711200" y="4533900"/>
            <a:ext cx="2565400" cy="1498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E27CE3-41D1-4E66-F38E-EF18044AF6FB}"/>
              </a:ext>
            </a:extLst>
          </p:cNvPr>
          <p:cNvSpPr txBox="1"/>
          <p:nvPr/>
        </p:nvSpPr>
        <p:spPr>
          <a:xfrm>
            <a:off x="863600" y="47244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10DCE5C-61EC-2311-D6BC-4A2F01FCAFAF}"/>
              </a:ext>
            </a:extLst>
          </p:cNvPr>
          <p:cNvSpPr txBox="1"/>
          <p:nvPr/>
        </p:nvSpPr>
        <p:spPr>
          <a:xfrm>
            <a:off x="711200" y="2019300"/>
            <a:ext cx="24511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5B387B8-B3D6-F016-376B-6E283EB37342}"/>
              </a:ext>
            </a:extLst>
          </p:cNvPr>
          <p:cNvSpPr/>
          <p:nvPr/>
        </p:nvSpPr>
        <p:spPr>
          <a:xfrm>
            <a:off x="3479800" y="3987800"/>
            <a:ext cx="2565400" cy="20447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3BD8B2-CA06-136D-6F61-23FA91328171}"/>
              </a:ext>
            </a:extLst>
          </p:cNvPr>
          <p:cNvSpPr txBox="1"/>
          <p:nvPr/>
        </p:nvSpPr>
        <p:spPr>
          <a:xfrm>
            <a:off x="3632200" y="41783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338C572-AEA5-6D10-111B-AEB589B6DCE0}"/>
              </a:ext>
            </a:extLst>
          </p:cNvPr>
          <p:cNvSpPr txBox="1"/>
          <p:nvPr/>
        </p:nvSpPr>
        <p:spPr>
          <a:xfrm>
            <a:off x="3479800" y="2019300"/>
            <a:ext cx="2451100" cy="173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590CD67-0ECE-AD8E-37A9-6196F86B81E7}"/>
              </a:ext>
            </a:extLst>
          </p:cNvPr>
          <p:cNvSpPr/>
          <p:nvPr/>
        </p:nvSpPr>
        <p:spPr>
          <a:xfrm>
            <a:off x="6248400" y="3441700"/>
            <a:ext cx="2565400" cy="2590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69B4114-DD6D-08F9-690D-7A5CEF83A6D4}"/>
              </a:ext>
            </a:extLst>
          </p:cNvPr>
          <p:cNvSpPr txBox="1"/>
          <p:nvPr/>
        </p:nvSpPr>
        <p:spPr>
          <a:xfrm>
            <a:off x="6400800" y="36322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E067CAC-3314-740D-C762-680A8EA007D6}"/>
              </a:ext>
            </a:extLst>
          </p:cNvPr>
          <p:cNvSpPr txBox="1"/>
          <p:nvPr/>
        </p:nvSpPr>
        <p:spPr>
          <a:xfrm>
            <a:off x="6248400" y="2019300"/>
            <a:ext cx="24511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5268B10-BE18-78AD-7EE0-9ACB94159BFC}"/>
              </a:ext>
            </a:extLst>
          </p:cNvPr>
          <p:cNvSpPr/>
          <p:nvPr/>
        </p:nvSpPr>
        <p:spPr>
          <a:xfrm>
            <a:off x="9017000" y="2895600"/>
            <a:ext cx="2565400" cy="3136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26DE73-A676-5EA7-BC5C-BB5EC460BF9F}"/>
              </a:ext>
            </a:extLst>
          </p:cNvPr>
          <p:cNvSpPr txBox="1"/>
          <p:nvPr/>
        </p:nvSpPr>
        <p:spPr>
          <a:xfrm>
            <a:off x="9169400" y="30861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B7EC566-F87C-5397-3988-A5D8209FB281}"/>
              </a:ext>
            </a:extLst>
          </p:cNvPr>
          <p:cNvSpPr txBox="1"/>
          <p:nvPr/>
        </p:nvSpPr>
        <p:spPr>
          <a:xfrm>
            <a:off x="9017000" y="2019300"/>
            <a:ext cx="24511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00C2EEB-C02B-8792-23A3-9AC15524920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1D2A02C-FFE8-0936-B254-A2DD8A39A67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958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1C7CD0-9782-766F-3176-46B91091C55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626FDD-7AA1-66AB-A197-F3FEA5D74F9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左右交互の工程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8C5430C-D3C1-4B45-DE06-284C6DA7B10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C3B8857-B799-F9AA-2F0E-7B55069D7658}"/>
              </a:ext>
            </a:extLst>
          </p:cNvPr>
          <p:cNvSpPr/>
          <p:nvPr/>
        </p:nvSpPr>
        <p:spPr>
          <a:xfrm>
            <a:off x="6070600" y="2146300"/>
            <a:ext cx="12700" cy="36957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B4DA243-B949-C1E7-4211-E6033172FD15}"/>
              </a:ext>
            </a:extLst>
          </p:cNvPr>
          <p:cNvSpPr/>
          <p:nvPr/>
        </p:nvSpPr>
        <p:spPr>
          <a:xfrm>
            <a:off x="5854700" y="2108200"/>
            <a:ext cx="457200" cy="4572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C03737-0460-8319-36FE-1047109F6958}"/>
              </a:ext>
            </a:extLst>
          </p:cNvPr>
          <p:cNvSpPr txBox="1"/>
          <p:nvPr/>
        </p:nvSpPr>
        <p:spPr>
          <a:xfrm>
            <a:off x="5930900" y="2146300"/>
            <a:ext cx="30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779F18-5959-47AB-C215-BC4601AA3914}"/>
              </a:ext>
            </a:extLst>
          </p:cNvPr>
          <p:cNvSpPr txBox="1"/>
          <p:nvPr/>
        </p:nvSpPr>
        <p:spPr>
          <a:xfrm>
            <a:off x="711200" y="2032000"/>
            <a:ext cx="47879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ECEA62DC-9F2A-0BEA-A5E5-325CF9249425}"/>
              </a:ext>
            </a:extLst>
          </p:cNvPr>
          <p:cNvSpPr/>
          <p:nvPr/>
        </p:nvSpPr>
        <p:spPr>
          <a:xfrm>
            <a:off x="5854700" y="3105150"/>
            <a:ext cx="457200" cy="4572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B04BA0-8F9D-42DC-1438-C47731669A6B}"/>
              </a:ext>
            </a:extLst>
          </p:cNvPr>
          <p:cNvSpPr txBox="1"/>
          <p:nvPr/>
        </p:nvSpPr>
        <p:spPr>
          <a:xfrm>
            <a:off x="5930900" y="3143250"/>
            <a:ext cx="30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426E4E-6463-A2F4-AC14-5151E35FA692}"/>
              </a:ext>
            </a:extLst>
          </p:cNvPr>
          <p:cNvSpPr txBox="1"/>
          <p:nvPr/>
        </p:nvSpPr>
        <p:spPr>
          <a:xfrm>
            <a:off x="6692900" y="3028950"/>
            <a:ext cx="47879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4BCA80B8-7D97-C1A5-0966-FB6C7DF06A0F}"/>
              </a:ext>
            </a:extLst>
          </p:cNvPr>
          <p:cNvSpPr/>
          <p:nvPr/>
        </p:nvSpPr>
        <p:spPr>
          <a:xfrm>
            <a:off x="5854700" y="4102100"/>
            <a:ext cx="457200" cy="4572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EF2B16A-D34C-59E7-CA65-408BA56ACCEA}"/>
              </a:ext>
            </a:extLst>
          </p:cNvPr>
          <p:cNvSpPr txBox="1"/>
          <p:nvPr/>
        </p:nvSpPr>
        <p:spPr>
          <a:xfrm>
            <a:off x="5930900" y="4140200"/>
            <a:ext cx="30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19ABBE8-6913-4835-75C1-58D64CE1D790}"/>
              </a:ext>
            </a:extLst>
          </p:cNvPr>
          <p:cNvSpPr txBox="1"/>
          <p:nvPr/>
        </p:nvSpPr>
        <p:spPr>
          <a:xfrm>
            <a:off x="711200" y="4025900"/>
            <a:ext cx="47879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C3F85B1-AD29-0503-A120-40E037247FD5}"/>
              </a:ext>
            </a:extLst>
          </p:cNvPr>
          <p:cNvSpPr/>
          <p:nvPr/>
        </p:nvSpPr>
        <p:spPr>
          <a:xfrm>
            <a:off x="5854700" y="5099050"/>
            <a:ext cx="457200" cy="4572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EA47E70-3C78-E4DF-8A98-3F7188D41453}"/>
              </a:ext>
            </a:extLst>
          </p:cNvPr>
          <p:cNvSpPr txBox="1"/>
          <p:nvPr/>
        </p:nvSpPr>
        <p:spPr>
          <a:xfrm>
            <a:off x="5930900" y="5137150"/>
            <a:ext cx="30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b="1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5D1735-D846-0A6C-B284-F96B9AE801D0}"/>
              </a:ext>
            </a:extLst>
          </p:cNvPr>
          <p:cNvSpPr txBox="1"/>
          <p:nvPr/>
        </p:nvSpPr>
        <p:spPr>
          <a:xfrm>
            <a:off x="6692900" y="5022850"/>
            <a:ext cx="47879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0A088CE-B883-A61B-34BC-ACD81D81024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3A62C9-7B6A-689E-3AA3-3627752AB52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982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FCE9712-B7DD-AB8F-9A06-375B3B459A3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D6792D-9001-0B3F-B2A5-E47961F1264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上下交互の年表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E0ED941-BD8B-D406-E531-952F32F09B5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16E3B86-D326-F99A-3AF9-FB35BBA29A4F}"/>
              </a:ext>
            </a:extLst>
          </p:cNvPr>
          <p:cNvCxnSpPr/>
          <p:nvPr/>
        </p:nvCxnSpPr>
        <p:spPr>
          <a:xfrm>
            <a:off x="838200" y="4025900"/>
            <a:ext cx="10464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ED0FB22-84DF-C564-70B7-94FC243CBF02}"/>
              </a:ext>
            </a:extLst>
          </p:cNvPr>
          <p:cNvSpPr/>
          <p:nvPr/>
        </p:nvSpPr>
        <p:spPr>
          <a:xfrm>
            <a:off x="863600" y="3644900"/>
            <a:ext cx="127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71DC945-FEE5-D788-14BB-B8C7F7C6FE5A}"/>
              </a:ext>
            </a:extLst>
          </p:cNvPr>
          <p:cNvSpPr/>
          <p:nvPr/>
        </p:nvSpPr>
        <p:spPr>
          <a:xfrm>
            <a:off x="787400" y="3949700"/>
            <a:ext cx="152400" cy="1524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046BF0-FFD8-D38A-DCA0-76E02C286DAA}"/>
              </a:ext>
            </a:extLst>
          </p:cNvPr>
          <p:cNvSpPr txBox="1"/>
          <p:nvPr/>
        </p:nvSpPr>
        <p:spPr>
          <a:xfrm>
            <a:off x="711200" y="2019300"/>
            <a:ext cx="2489200" cy="5532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FA087D-D7B9-24E5-1328-2945DC02D198}"/>
              </a:ext>
            </a:extLst>
          </p:cNvPr>
          <p:cNvSpPr txBox="1"/>
          <p:nvPr/>
        </p:nvSpPr>
        <p:spPr>
          <a:xfrm>
            <a:off x="711200" y="2661412"/>
            <a:ext cx="2489200" cy="894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D8B4662-2088-11B0-7022-5B79DDBFA796}"/>
              </a:ext>
            </a:extLst>
          </p:cNvPr>
          <p:cNvSpPr/>
          <p:nvPr/>
        </p:nvSpPr>
        <p:spPr>
          <a:xfrm>
            <a:off x="3632200" y="4025900"/>
            <a:ext cx="127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1DE426FF-C3B4-D6CF-9577-3D8089CE9511}"/>
              </a:ext>
            </a:extLst>
          </p:cNvPr>
          <p:cNvSpPr/>
          <p:nvPr/>
        </p:nvSpPr>
        <p:spPr>
          <a:xfrm>
            <a:off x="3556000" y="3949700"/>
            <a:ext cx="152400" cy="1524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C4D054-0556-E408-5781-BEC37422D9CB}"/>
              </a:ext>
            </a:extLst>
          </p:cNvPr>
          <p:cNvSpPr txBox="1"/>
          <p:nvPr/>
        </p:nvSpPr>
        <p:spPr>
          <a:xfrm>
            <a:off x="3479800" y="4483100"/>
            <a:ext cx="2489200" cy="5532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3357D31-3481-7FEF-361F-D7506EF86F1D}"/>
              </a:ext>
            </a:extLst>
          </p:cNvPr>
          <p:cNvSpPr txBox="1"/>
          <p:nvPr/>
        </p:nvSpPr>
        <p:spPr>
          <a:xfrm>
            <a:off x="3479800" y="5125212"/>
            <a:ext cx="2489200" cy="894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489F013-DC82-73D5-BF55-A617AF7655DA}"/>
              </a:ext>
            </a:extLst>
          </p:cNvPr>
          <p:cNvSpPr/>
          <p:nvPr/>
        </p:nvSpPr>
        <p:spPr>
          <a:xfrm>
            <a:off x="6400800" y="3644900"/>
            <a:ext cx="127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8E98B23-540F-8F1B-3798-F5C77AC509BB}"/>
              </a:ext>
            </a:extLst>
          </p:cNvPr>
          <p:cNvSpPr/>
          <p:nvPr/>
        </p:nvSpPr>
        <p:spPr>
          <a:xfrm>
            <a:off x="6324600" y="3949700"/>
            <a:ext cx="152400" cy="1524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F727CE9-F36D-81FC-3176-AFFCE19500FF}"/>
              </a:ext>
            </a:extLst>
          </p:cNvPr>
          <p:cNvSpPr txBox="1"/>
          <p:nvPr/>
        </p:nvSpPr>
        <p:spPr>
          <a:xfrm>
            <a:off x="6248400" y="2019300"/>
            <a:ext cx="2489200" cy="5532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C2D4F83-41C2-E40B-E5CC-18B3BA911C71}"/>
              </a:ext>
            </a:extLst>
          </p:cNvPr>
          <p:cNvSpPr txBox="1"/>
          <p:nvPr/>
        </p:nvSpPr>
        <p:spPr>
          <a:xfrm>
            <a:off x="6248400" y="2661412"/>
            <a:ext cx="2489200" cy="894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9AAF3C7-BD92-2508-0B94-D85487375DD6}"/>
              </a:ext>
            </a:extLst>
          </p:cNvPr>
          <p:cNvSpPr/>
          <p:nvPr/>
        </p:nvSpPr>
        <p:spPr>
          <a:xfrm>
            <a:off x="9169400" y="4025900"/>
            <a:ext cx="127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D2F2ECBF-ABFA-3788-0E17-C9D89EB9F9C3}"/>
              </a:ext>
            </a:extLst>
          </p:cNvPr>
          <p:cNvSpPr/>
          <p:nvPr/>
        </p:nvSpPr>
        <p:spPr>
          <a:xfrm>
            <a:off x="9093200" y="3949700"/>
            <a:ext cx="152400" cy="1524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228139D-E68E-0D9D-807B-8A79C0AB65BC}"/>
              </a:ext>
            </a:extLst>
          </p:cNvPr>
          <p:cNvSpPr txBox="1"/>
          <p:nvPr/>
        </p:nvSpPr>
        <p:spPr>
          <a:xfrm>
            <a:off x="9017000" y="4483100"/>
            <a:ext cx="2489200" cy="5532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D22F9D2-F285-4ED0-DB21-A2BC712B03E8}"/>
              </a:ext>
            </a:extLst>
          </p:cNvPr>
          <p:cNvSpPr txBox="1"/>
          <p:nvPr/>
        </p:nvSpPr>
        <p:spPr>
          <a:xfrm>
            <a:off x="9017000" y="5125212"/>
            <a:ext cx="2489200" cy="8945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3252472-F69D-FBE8-0249-03A19554BA2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95D11B4-479A-14A2-740E-5084214700C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4771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A9E1D0-14A3-AD10-E846-828DE1D4653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B9853A-A3B3-6499-6ADF-17BFBCA84D8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余白のある縦年表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A638CBF-8BFC-FF74-5812-650E95F9398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0BB9E1-AB47-B839-82C3-5B958CBB67C0}"/>
              </a:ext>
            </a:extLst>
          </p:cNvPr>
          <p:cNvSpPr/>
          <p:nvPr/>
        </p:nvSpPr>
        <p:spPr>
          <a:xfrm>
            <a:off x="1003300" y="2133600"/>
            <a:ext cx="12700" cy="3759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D07BFC26-B4B6-2002-84A8-28B37A06E8B3}"/>
              </a:ext>
            </a:extLst>
          </p:cNvPr>
          <p:cNvSpPr/>
          <p:nvPr/>
        </p:nvSpPr>
        <p:spPr>
          <a:xfrm>
            <a:off x="927100" y="2159000"/>
            <a:ext cx="165100" cy="1651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B4B4BF-911B-BFA3-5CA1-4D0DC791DBB2}"/>
              </a:ext>
            </a:extLst>
          </p:cNvPr>
          <p:cNvSpPr txBox="1"/>
          <p:nvPr/>
        </p:nvSpPr>
        <p:spPr>
          <a:xfrm>
            <a:off x="1422400" y="2070100"/>
            <a:ext cx="27813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F878E96-2BC3-1461-8FE4-B2030FED3D5A}"/>
              </a:ext>
            </a:extLst>
          </p:cNvPr>
          <p:cNvSpPr txBox="1"/>
          <p:nvPr/>
        </p:nvSpPr>
        <p:spPr>
          <a:xfrm>
            <a:off x="4648200" y="2070100"/>
            <a:ext cx="67691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72040D50-5662-6F9D-A3D8-027D58C9A782}"/>
              </a:ext>
            </a:extLst>
          </p:cNvPr>
          <p:cNvSpPr/>
          <p:nvPr/>
        </p:nvSpPr>
        <p:spPr>
          <a:xfrm>
            <a:off x="927100" y="3149600"/>
            <a:ext cx="165100" cy="1651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B62A3A-2AFE-B344-6B99-69ACAFB8363E}"/>
              </a:ext>
            </a:extLst>
          </p:cNvPr>
          <p:cNvSpPr txBox="1"/>
          <p:nvPr/>
        </p:nvSpPr>
        <p:spPr>
          <a:xfrm>
            <a:off x="1422400" y="3060700"/>
            <a:ext cx="27813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5E70F68-CE6E-3EFC-5FBC-215269D9A199}"/>
              </a:ext>
            </a:extLst>
          </p:cNvPr>
          <p:cNvSpPr txBox="1"/>
          <p:nvPr/>
        </p:nvSpPr>
        <p:spPr>
          <a:xfrm>
            <a:off x="4648200" y="3060700"/>
            <a:ext cx="67691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96F8C12-23D5-2435-88DF-EB02EE995B5F}"/>
              </a:ext>
            </a:extLst>
          </p:cNvPr>
          <p:cNvSpPr/>
          <p:nvPr/>
        </p:nvSpPr>
        <p:spPr>
          <a:xfrm>
            <a:off x="927100" y="4140200"/>
            <a:ext cx="165100" cy="1651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4150A4B-14C1-DF21-9FCC-BC9BA57EE86F}"/>
              </a:ext>
            </a:extLst>
          </p:cNvPr>
          <p:cNvSpPr txBox="1"/>
          <p:nvPr/>
        </p:nvSpPr>
        <p:spPr>
          <a:xfrm>
            <a:off x="1422400" y="4051300"/>
            <a:ext cx="27813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92D25A-3795-384D-EFEF-442C0452C386}"/>
              </a:ext>
            </a:extLst>
          </p:cNvPr>
          <p:cNvSpPr txBox="1"/>
          <p:nvPr/>
        </p:nvSpPr>
        <p:spPr>
          <a:xfrm>
            <a:off x="4648200" y="4051300"/>
            <a:ext cx="67691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837E3B3-401F-1A3B-9C55-165851BCD0ED}"/>
              </a:ext>
            </a:extLst>
          </p:cNvPr>
          <p:cNvSpPr/>
          <p:nvPr/>
        </p:nvSpPr>
        <p:spPr>
          <a:xfrm>
            <a:off x="927100" y="5130800"/>
            <a:ext cx="165100" cy="165100"/>
          </a:xfrm>
          <a:prstGeom prst="ellipse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B77D367-2BBB-9006-D7EE-B2B50AF310AF}"/>
              </a:ext>
            </a:extLst>
          </p:cNvPr>
          <p:cNvSpPr txBox="1"/>
          <p:nvPr/>
        </p:nvSpPr>
        <p:spPr>
          <a:xfrm>
            <a:off x="1422400" y="5041900"/>
            <a:ext cx="27813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BDFAF65-8412-1A1C-23F2-E3C21C46CB78}"/>
              </a:ext>
            </a:extLst>
          </p:cNvPr>
          <p:cNvSpPr txBox="1"/>
          <p:nvPr/>
        </p:nvSpPr>
        <p:spPr>
          <a:xfrm>
            <a:off x="4648200" y="5041900"/>
            <a:ext cx="67691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F8E13B85-AE00-28A0-DB70-F2C9FD583D9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B41534B-28E7-3F21-0C42-D97009308A4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002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A580D3-5C8E-50A1-19A7-A95F2AC164F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8F6F0B-2803-E1A1-5BB9-76F8987D5D6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左右に広がる年表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471709-E3D9-6F73-7C3E-E6519A031B0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6C8D36-858F-7F4B-F97A-5FE20773BDCD}"/>
              </a:ext>
            </a:extLst>
          </p:cNvPr>
          <p:cNvSpPr/>
          <p:nvPr/>
        </p:nvSpPr>
        <p:spPr>
          <a:xfrm>
            <a:off x="6083300" y="2082800"/>
            <a:ext cx="12700" cy="38100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7C150D2-300F-DB37-3844-D08E1D5D3D26}"/>
              </a:ext>
            </a:extLst>
          </p:cNvPr>
          <p:cNvCxnSpPr/>
          <p:nvPr/>
        </p:nvCxnSpPr>
        <p:spPr>
          <a:xfrm>
            <a:off x="5562600" y="2311400"/>
            <a:ext cx="5207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8CDE7A-E72A-E21D-3D58-C72E4C1F3329}"/>
              </a:ext>
            </a:extLst>
          </p:cNvPr>
          <p:cNvSpPr txBox="1"/>
          <p:nvPr/>
        </p:nvSpPr>
        <p:spPr>
          <a:xfrm>
            <a:off x="711200" y="2057400"/>
            <a:ext cx="48514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 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3284CB9-EE22-7216-2CAF-2FF0663071BA}"/>
              </a:ext>
            </a:extLst>
          </p:cNvPr>
          <p:cNvCxnSpPr/>
          <p:nvPr/>
        </p:nvCxnSpPr>
        <p:spPr>
          <a:xfrm>
            <a:off x="6096000" y="3302000"/>
            <a:ext cx="5207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5972F2-593B-56C6-CA67-EFCCE8BDA3B2}"/>
              </a:ext>
            </a:extLst>
          </p:cNvPr>
          <p:cNvSpPr txBox="1"/>
          <p:nvPr/>
        </p:nvSpPr>
        <p:spPr>
          <a:xfrm>
            <a:off x="6642100" y="3048000"/>
            <a:ext cx="48514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 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89BC9DC-67CA-97E2-2183-88CAD8A9A6A1}"/>
              </a:ext>
            </a:extLst>
          </p:cNvPr>
          <p:cNvCxnSpPr/>
          <p:nvPr/>
        </p:nvCxnSpPr>
        <p:spPr>
          <a:xfrm>
            <a:off x="5562600" y="4292600"/>
            <a:ext cx="5207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B343256-C82A-9DA5-228C-1CFA886E68A4}"/>
              </a:ext>
            </a:extLst>
          </p:cNvPr>
          <p:cNvSpPr txBox="1"/>
          <p:nvPr/>
        </p:nvSpPr>
        <p:spPr>
          <a:xfrm>
            <a:off x="711200" y="4038600"/>
            <a:ext cx="48514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 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5EF61F9-BCEA-9F26-16FD-954CACDC4249}"/>
              </a:ext>
            </a:extLst>
          </p:cNvPr>
          <p:cNvCxnSpPr/>
          <p:nvPr/>
        </p:nvCxnSpPr>
        <p:spPr>
          <a:xfrm>
            <a:off x="6096000" y="5283200"/>
            <a:ext cx="5207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EADC5A-807E-F48A-3003-F8C5694935A8}"/>
              </a:ext>
            </a:extLst>
          </p:cNvPr>
          <p:cNvSpPr txBox="1"/>
          <p:nvPr/>
        </p:nvSpPr>
        <p:spPr>
          <a:xfrm>
            <a:off x="6642100" y="5029200"/>
            <a:ext cx="48514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 </a:t>
            </a:r>
            <a:r>
              <a:rPr kumimoji="1" lang="en-US" altLang="ja-JP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 </a:t>
            </a:r>
            <a:r>
              <a:rPr kumimoji="1" lang="ja-JP" altLang="en-US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5E78C4C-D44A-FB03-B075-BA20AE6CB76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4E392FF-F677-12D8-5CC7-15B5AC0B55F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3687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7AD3CE-6A21-A20B-DA1E-E9D4CECFE04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BF3C95-C4B6-5880-88B0-90A9AFB61E5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時点別の計画列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1390B9B-1653-A0AF-5452-C8DB4001F1D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9BE68E-9C88-F4A8-C343-D717AE6DE32C}"/>
              </a:ext>
            </a:extLst>
          </p:cNvPr>
          <p:cNvSpPr txBox="1"/>
          <p:nvPr/>
        </p:nvSpPr>
        <p:spPr>
          <a:xfrm>
            <a:off x="711200" y="2082800"/>
            <a:ext cx="24511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5D6E84F-8632-B761-6E3D-231CA72070CA}"/>
              </a:ext>
            </a:extLst>
          </p:cNvPr>
          <p:cNvSpPr/>
          <p:nvPr/>
        </p:nvSpPr>
        <p:spPr>
          <a:xfrm>
            <a:off x="711200" y="3098800"/>
            <a:ext cx="2463800" cy="88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42E0C2-B3BB-8189-F788-17885AA7D244}"/>
              </a:ext>
            </a:extLst>
          </p:cNvPr>
          <p:cNvSpPr txBox="1"/>
          <p:nvPr/>
        </p:nvSpPr>
        <p:spPr>
          <a:xfrm>
            <a:off x="711200" y="3492500"/>
            <a:ext cx="2451100" cy="2501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011DE38-1205-B02D-3970-7D0D09E0CAFC}"/>
              </a:ext>
            </a:extLst>
          </p:cNvPr>
          <p:cNvSpPr txBox="1"/>
          <p:nvPr/>
        </p:nvSpPr>
        <p:spPr>
          <a:xfrm>
            <a:off x="3479800" y="2082800"/>
            <a:ext cx="24511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AEAC020-6C9F-0741-93E1-DABE8C7F6647}"/>
              </a:ext>
            </a:extLst>
          </p:cNvPr>
          <p:cNvSpPr/>
          <p:nvPr/>
        </p:nvSpPr>
        <p:spPr>
          <a:xfrm>
            <a:off x="3479800" y="3098800"/>
            <a:ext cx="2463800" cy="88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E7A7DCB-B3EA-7DBC-A254-C1E47175AAEC}"/>
              </a:ext>
            </a:extLst>
          </p:cNvPr>
          <p:cNvSpPr txBox="1"/>
          <p:nvPr/>
        </p:nvSpPr>
        <p:spPr>
          <a:xfrm>
            <a:off x="3479800" y="3492500"/>
            <a:ext cx="2451100" cy="2501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37D962-1627-CD8A-9468-B6E961EE211D}"/>
              </a:ext>
            </a:extLst>
          </p:cNvPr>
          <p:cNvSpPr txBox="1"/>
          <p:nvPr/>
        </p:nvSpPr>
        <p:spPr>
          <a:xfrm>
            <a:off x="6248400" y="2082800"/>
            <a:ext cx="24511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D11D919-AC2B-1602-6C5E-00DEA781BFAB}"/>
              </a:ext>
            </a:extLst>
          </p:cNvPr>
          <p:cNvSpPr/>
          <p:nvPr/>
        </p:nvSpPr>
        <p:spPr>
          <a:xfrm>
            <a:off x="6248400" y="3098800"/>
            <a:ext cx="2463800" cy="88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7B1C1C7-53DF-C216-F19F-5AD1E5378D8A}"/>
              </a:ext>
            </a:extLst>
          </p:cNvPr>
          <p:cNvSpPr txBox="1"/>
          <p:nvPr/>
        </p:nvSpPr>
        <p:spPr>
          <a:xfrm>
            <a:off x="6248400" y="3492500"/>
            <a:ext cx="2451100" cy="2501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A2E2D9-657D-474D-70CC-2D22A8A170D3}"/>
              </a:ext>
            </a:extLst>
          </p:cNvPr>
          <p:cNvSpPr txBox="1"/>
          <p:nvPr/>
        </p:nvSpPr>
        <p:spPr>
          <a:xfrm>
            <a:off x="9017000" y="2082800"/>
            <a:ext cx="24511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8BDAFBF-D194-AA95-A11E-5170A23781F5}"/>
              </a:ext>
            </a:extLst>
          </p:cNvPr>
          <p:cNvSpPr/>
          <p:nvPr/>
        </p:nvSpPr>
        <p:spPr>
          <a:xfrm>
            <a:off x="9017000" y="3098800"/>
            <a:ext cx="2463800" cy="88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7995717-5F99-4CD5-6141-A4C244FE505C}"/>
              </a:ext>
            </a:extLst>
          </p:cNvPr>
          <p:cNvSpPr txBox="1"/>
          <p:nvPr/>
        </p:nvSpPr>
        <p:spPr>
          <a:xfrm>
            <a:off x="9017000" y="3492500"/>
            <a:ext cx="2451100" cy="2501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8891431-4CB1-A774-39BD-A11A90B47B0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A3EC433-C08E-EEEC-1D15-465AC0DF5F3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1741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469A52-CC33-E426-AA9B-D709B4E15F2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FEE459-CCB5-9E60-41A8-D1E6EFB95B8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列ごとの比較パネル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D50528F-A929-4C25-541D-A3E3A6B3FA6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D893DF-8521-8EAB-AE00-7A3B78C6F850}"/>
              </a:ext>
            </a:extLst>
          </p:cNvPr>
          <p:cNvSpPr/>
          <p:nvPr/>
        </p:nvSpPr>
        <p:spPr>
          <a:xfrm>
            <a:off x="711200" y="2032000"/>
            <a:ext cx="3437467" cy="4000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C8579C3-7E3C-8A88-5B28-877E495176B9}"/>
              </a:ext>
            </a:extLst>
          </p:cNvPr>
          <p:cNvSpPr txBox="1"/>
          <p:nvPr/>
        </p:nvSpPr>
        <p:spPr>
          <a:xfrm>
            <a:off x="863600" y="2197100"/>
            <a:ext cx="31326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4E091A-66FF-ED42-91E7-0D828A6B02BA}"/>
              </a:ext>
            </a:extLst>
          </p:cNvPr>
          <p:cNvSpPr txBox="1"/>
          <p:nvPr/>
        </p:nvSpPr>
        <p:spPr>
          <a:xfrm>
            <a:off x="863600" y="3022600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694EDA-0510-1F2A-4B6A-5D9CFD3F35EC}"/>
              </a:ext>
            </a:extLst>
          </p:cNvPr>
          <p:cNvSpPr txBox="1"/>
          <p:nvPr/>
        </p:nvSpPr>
        <p:spPr>
          <a:xfrm>
            <a:off x="863600" y="4021667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C4E345D-08B3-6504-F72C-8069DBED381C}"/>
              </a:ext>
            </a:extLst>
          </p:cNvPr>
          <p:cNvSpPr txBox="1"/>
          <p:nvPr/>
        </p:nvSpPr>
        <p:spPr>
          <a:xfrm>
            <a:off x="863600" y="5020733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9D72AD-D3C2-4BDF-9D4C-F6D923585BD2}"/>
              </a:ext>
            </a:extLst>
          </p:cNvPr>
          <p:cNvSpPr/>
          <p:nvPr/>
        </p:nvSpPr>
        <p:spPr>
          <a:xfrm>
            <a:off x="4402667" y="2032000"/>
            <a:ext cx="3437466" cy="4000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AB47F28-E83E-8D80-327F-9AB5232F400F}"/>
              </a:ext>
            </a:extLst>
          </p:cNvPr>
          <p:cNvSpPr txBox="1"/>
          <p:nvPr/>
        </p:nvSpPr>
        <p:spPr>
          <a:xfrm>
            <a:off x="4555067" y="2197100"/>
            <a:ext cx="31326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D039E70-FF2F-36EA-ECC8-89543B727614}"/>
              </a:ext>
            </a:extLst>
          </p:cNvPr>
          <p:cNvSpPr txBox="1"/>
          <p:nvPr/>
        </p:nvSpPr>
        <p:spPr>
          <a:xfrm>
            <a:off x="4555067" y="3022600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8BB568C-454E-B81F-A474-40FCAA0D2EA1}"/>
              </a:ext>
            </a:extLst>
          </p:cNvPr>
          <p:cNvSpPr txBox="1"/>
          <p:nvPr/>
        </p:nvSpPr>
        <p:spPr>
          <a:xfrm>
            <a:off x="4555067" y="4021667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9D5436-5CBF-8585-82D4-1C86891B8E0E}"/>
              </a:ext>
            </a:extLst>
          </p:cNvPr>
          <p:cNvSpPr txBox="1"/>
          <p:nvPr/>
        </p:nvSpPr>
        <p:spPr>
          <a:xfrm>
            <a:off x="4555067" y="5020733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F7CA816-00F1-024B-8250-9D22740FB719}"/>
              </a:ext>
            </a:extLst>
          </p:cNvPr>
          <p:cNvSpPr/>
          <p:nvPr/>
        </p:nvSpPr>
        <p:spPr>
          <a:xfrm>
            <a:off x="8094133" y="2032000"/>
            <a:ext cx="3437467" cy="4000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5E5E5D6-7F20-2D57-A5C7-153EFE6A44E3}"/>
              </a:ext>
            </a:extLst>
          </p:cNvPr>
          <p:cNvSpPr txBox="1"/>
          <p:nvPr/>
        </p:nvSpPr>
        <p:spPr>
          <a:xfrm>
            <a:off x="8246533" y="2197100"/>
            <a:ext cx="3132667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98CFBD9-FD13-28AC-315B-3600E6CE77D6}"/>
              </a:ext>
            </a:extLst>
          </p:cNvPr>
          <p:cNvSpPr txBox="1"/>
          <p:nvPr/>
        </p:nvSpPr>
        <p:spPr>
          <a:xfrm>
            <a:off x="8246533" y="3022600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C549FB-3771-128E-DCFA-15772251BFE7}"/>
              </a:ext>
            </a:extLst>
          </p:cNvPr>
          <p:cNvSpPr txBox="1"/>
          <p:nvPr/>
        </p:nvSpPr>
        <p:spPr>
          <a:xfrm>
            <a:off x="8246533" y="4021667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192D6A5-C6C1-7A67-FA92-92AEDCFA959C}"/>
              </a:ext>
            </a:extLst>
          </p:cNvPr>
          <p:cNvSpPr txBox="1"/>
          <p:nvPr/>
        </p:nvSpPr>
        <p:spPr>
          <a:xfrm>
            <a:off x="8246533" y="5020733"/>
            <a:ext cx="3132667" cy="8720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DCE9B38-9C53-8B30-2A95-0902BC8C9AB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D13D411-92A7-D63C-6A40-63338637B32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5819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832633-3DA2-F635-79ED-4F25B991196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8EA528-3D7B-63A9-B83A-5F90A9F16B7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表と下の読み取り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6CC8F38-47CE-59CC-9362-C20E2EC043F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652B3CD-4EDB-F251-BC4C-47BFD8876C44}"/>
              </a:ext>
            </a:extLst>
          </p:cNvPr>
          <p:cNvSpPr/>
          <p:nvPr/>
        </p:nvSpPr>
        <p:spPr>
          <a:xfrm>
            <a:off x="711200" y="2006600"/>
            <a:ext cx="10769600" cy="74612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A2A9A8-D9ED-F912-57B0-DEFD6B307CA1}"/>
              </a:ext>
            </a:extLst>
          </p:cNvPr>
          <p:cNvSpPr txBox="1"/>
          <p:nvPr/>
        </p:nvSpPr>
        <p:spPr>
          <a:xfrm>
            <a:off x="838200" y="2120900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8868A7-134F-F8BF-4209-F665B69F6399}"/>
              </a:ext>
            </a:extLst>
          </p:cNvPr>
          <p:cNvSpPr txBox="1"/>
          <p:nvPr/>
        </p:nvSpPr>
        <p:spPr>
          <a:xfrm>
            <a:off x="4428067" y="2120900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3556706-82A8-617A-0DE2-876D0E0FFE75}"/>
              </a:ext>
            </a:extLst>
          </p:cNvPr>
          <p:cNvSpPr txBox="1"/>
          <p:nvPr/>
        </p:nvSpPr>
        <p:spPr>
          <a:xfrm>
            <a:off x="8017933" y="2120900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FB41D93-D4DA-A0A8-CDAF-3941688B9F23}"/>
              </a:ext>
            </a:extLst>
          </p:cNvPr>
          <p:cNvCxnSpPr/>
          <p:nvPr/>
        </p:nvCxnSpPr>
        <p:spPr>
          <a:xfrm>
            <a:off x="711200" y="349885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2F42A84-B24C-BDAE-3EE8-2D0C48BC4066}"/>
              </a:ext>
            </a:extLst>
          </p:cNvPr>
          <p:cNvSpPr txBox="1"/>
          <p:nvPr/>
        </p:nvSpPr>
        <p:spPr>
          <a:xfrm>
            <a:off x="838200" y="2867025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8ED874-CC98-9A45-A12C-6D69B6A94E72}"/>
              </a:ext>
            </a:extLst>
          </p:cNvPr>
          <p:cNvSpPr txBox="1"/>
          <p:nvPr/>
        </p:nvSpPr>
        <p:spPr>
          <a:xfrm>
            <a:off x="4428067" y="2867025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EE1EBA-F07B-9F82-E2FF-898761FDFB15}"/>
              </a:ext>
            </a:extLst>
          </p:cNvPr>
          <p:cNvSpPr txBox="1"/>
          <p:nvPr/>
        </p:nvSpPr>
        <p:spPr>
          <a:xfrm>
            <a:off x="8017933" y="2867025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287758D-870E-26B5-A2E7-FED8E7CFFED2}"/>
              </a:ext>
            </a:extLst>
          </p:cNvPr>
          <p:cNvSpPr/>
          <p:nvPr/>
        </p:nvSpPr>
        <p:spPr>
          <a:xfrm>
            <a:off x="711200" y="3498850"/>
            <a:ext cx="10769600" cy="74612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C2C9FC3-4454-12BA-4B07-2772AD858EB0}"/>
              </a:ext>
            </a:extLst>
          </p:cNvPr>
          <p:cNvCxnSpPr/>
          <p:nvPr/>
        </p:nvCxnSpPr>
        <p:spPr>
          <a:xfrm>
            <a:off x="711200" y="4244975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0DD404F-4ECC-AC94-06CF-9B5713661D1A}"/>
              </a:ext>
            </a:extLst>
          </p:cNvPr>
          <p:cNvSpPr txBox="1"/>
          <p:nvPr/>
        </p:nvSpPr>
        <p:spPr>
          <a:xfrm>
            <a:off x="838200" y="3613150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F13D679-7FED-7AD7-949C-57D595CA37F6}"/>
              </a:ext>
            </a:extLst>
          </p:cNvPr>
          <p:cNvSpPr txBox="1"/>
          <p:nvPr/>
        </p:nvSpPr>
        <p:spPr>
          <a:xfrm>
            <a:off x="4428067" y="3613150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3300ED1-C6DC-FCE2-231C-FF5EA41D4501}"/>
              </a:ext>
            </a:extLst>
          </p:cNvPr>
          <p:cNvSpPr txBox="1"/>
          <p:nvPr/>
        </p:nvSpPr>
        <p:spPr>
          <a:xfrm>
            <a:off x="8017933" y="3613150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BE074E5-31CF-16A4-CAF8-FADD81DA09D5}"/>
              </a:ext>
            </a:extLst>
          </p:cNvPr>
          <p:cNvCxnSpPr/>
          <p:nvPr/>
        </p:nvCxnSpPr>
        <p:spPr>
          <a:xfrm>
            <a:off x="711200" y="49911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8F3A728-CF78-CD0A-8A23-A0365279106B}"/>
              </a:ext>
            </a:extLst>
          </p:cNvPr>
          <p:cNvSpPr txBox="1"/>
          <p:nvPr/>
        </p:nvSpPr>
        <p:spPr>
          <a:xfrm>
            <a:off x="838200" y="4359275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8658207-F4FB-7DC7-8F00-D1F94F442723}"/>
              </a:ext>
            </a:extLst>
          </p:cNvPr>
          <p:cNvSpPr txBox="1"/>
          <p:nvPr/>
        </p:nvSpPr>
        <p:spPr>
          <a:xfrm>
            <a:off x="4428067" y="4359275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767647A-5B97-0CEB-BF6F-C7B8C88C7B03}"/>
              </a:ext>
            </a:extLst>
          </p:cNvPr>
          <p:cNvSpPr txBox="1"/>
          <p:nvPr/>
        </p:nvSpPr>
        <p:spPr>
          <a:xfrm>
            <a:off x="8017933" y="4359275"/>
            <a:ext cx="3335867" cy="5175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074AAAB-5F99-C1A7-D6A0-0D027799FF3D}"/>
              </a:ext>
            </a:extLst>
          </p:cNvPr>
          <p:cNvSpPr/>
          <p:nvPr/>
        </p:nvSpPr>
        <p:spPr>
          <a:xfrm>
            <a:off x="711200" y="5194300"/>
            <a:ext cx="107696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ECC290-1812-BE15-FC38-5FE5BE5B5CE3}"/>
              </a:ext>
            </a:extLst>
          </p:cNvPr>
          <p:cNvSpPr txBox="1"/>
          <p:nvPr/>
        </p:nvSpPr>
        <p:spPr>
          <a:xfrm>
            <a:off x="901700" y="5359400"/>
            <a:ext cx="10388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F13B513-43A6-C505-4014-6E8CB7B97FB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5AE52DB-C1DA-61E3-363C-2BF17E010D5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807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264A04-3A09-0E45-C73D-5B505E0843E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2BA1BE-6184-332F-4FB0-C8B68F0CF5C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行列を入れ替えた比較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B19EA95-FCAA-8E49-B9F9-FCFC0B753DC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5DB524-EABA-9530-2071-908B0C9016FB}"/>
              </a:ext>
            </a:extLst>
          </p:cNvPr>
          <p:cNvSpPr/>
          <p:nvPr/>
        </p:nvSpPr>
        <p:spPr>
          <a:xfrm>
            <a:off x="711200" y="2070100"/>
            <a:ext cx="10769600" cy="1320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A23A39-C63F-9233-3AD0-E998E4D277A4}"/>
              </a:ext>
            </a:extLst>
          </p:cNvPr>
          <p:cNvSpPr txBox="1"/>
          <p:nvPr/>
        </p:nvSpPr>
        <p:spPr>
          <a:xfrm>
            <a:off x="838200" y="21844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3F8534-710F-95E5-DD67-3536954A65E2}"/>
              </a:ext>
            </a:extLst>
          </p:cNvPr>
          <p:cNvSpPr txBox="1"/>
          <p:nvPr/>
        </p:nvSpPr>
        <p:spPr>
          <a:xfrm>
            <a:off x="3530600" y="21844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47C16A-83BD-7708-F5C4-021C09406454}"/>
              </a:ext>
            </a:extLst>
          </p:cNvPr>
          <p:cNvSpPr txBox="1"/>
          <p:nvPr/>
        </p:nvSpPr>
        <p:spPr>
          <a:xfrm>
            <a:off x="6223000" y="21844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E20E40-369B-FB35-141D-490652A78624}"/>
              </a:ext>
            </a:extLst>
          </p:cNvPr>
          <p:cNvSpPr txBox="1"/>
          <p:nvPr/>
        </p:nvSpPr>
        <p:spPr>
          <a:xfrm>
            <a:off x="8915400" y="21844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00BABD3-022E-6F64-3BED-F4447EF1D30D}"/>
              </a:ext>
            </a:extLst>
          </p:cNvPr>
          <p:cNvCxnSpPr/>
          <p:nvPr/>
        </p:nvCxnSpPr>
        <p:spPr>
          <a:xfrm>
            <a:off x="711200" y="47117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594C2B5-3B0F-A247-C8FD-D5203D8B2F1A}"/>
              </a:ext>
            </a:extLst>
          </p:cNvPr>
          <p:cNvSpPr txBox="1"/>
          <p:nvPr/>
        </p:nvSpPr>
        <p:spPr>
          <a:xfrm>
            <a:off x="838200" y="35052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7F010C2-3AE0-7537-6473-00491E69143B}"/>
              </a:ext>
            </a:extLst>
          </p:cNvPr>
          <p:cNvSpPr txBox="1"/>
          <p:nvPr/>
        </p:nvSpPr>
        <p:spPr>
          <a:xfrm>
            <a:off x="3530600" y="35052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F38541-C6C5-E433-3917-DE90D3D000FC}"/>
              </a:ext>
            </a:extLst>
          </p:cNvPr>
          <p:cNvSpPr txBox="1"/>
          <p:nvPr/>
        </p:nvSpPr>
        <p:spPr>
          <a:xfrm>
            <a:off x="6223000" y="35052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DAABFFC-E2E2-F0A9-AE62-1E1C45A4CFDE}"/>
              </a:ext>
            </a:extLst>
          </p:cNvPr>
          <p:cNvSpPr txBox="1"/>
          <p:nvPr/>
        </p:nvSpPr>
        <p:spPr>
          <a:xfrm>
            <a:off x="8915400" y="35052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BABE2F2-FAF4-BD44-5FCB-2052FE94AB12}"/>
              </a:ext>
            </a:extLst>
          </p:cNvPr>
          <p:cNvSpPr/>
          <p:nvPr/>
        </p:nvSpPr>
        <p:spPr>
          <a:xfrm>
            <a:off x="711200" y="4711700"/>
            <a:ext cx="10769600" cy="1320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43E40F6-3662-BB58-6417-15E21D41172D}"/>
              </a:ext>
            </a:extLst>
          </p:cNvPr>
          <p:cNvCxnSpPr/>
          <p:nvPr/>
        </p:nvCxnSpPr>
        <p:spPr>
          <a:xfrm>
            <a:off x="711200" y="60325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4F06CA-DEAA-33CF-7DBE-7375D36C814E}"/>
              </a:ext>
            </a:extLst>
          </p:cNvPr>
          <p:cNvSpPr txBox="1"/>
          <p:nvPr/>
        </p:nvSpPr>
        <p:spPr>
          <a:xfrm>
            <a:off x="838200" y="48260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916870F-1CC4-EC89-B324-D8B66A9DF845}"/>
              </a:ext>
            </a:extLst>
          </p:cNvPr>
          <p:cNvSpPr txBox="1"/>
          <p:nvPr/>
        </p:nvSpPr>
        <p:spPr>
          <a:xfrm>
            <a:off x="3530600" y="48260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9D51FF5-976D-28EB-D15B-5A83D66F2F11}"/>
              </a:ext>
            </a:extLst>
          </p:cNvPr>
          <p:cNvSpPr txBox="1"/>
          <p:nvPr/>
        </p:nvSpPr>
        <p:spPr>
          <a:xfrm>
            <a:off x="6223000" y="48260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0BE88C3-E962-A373-D25A-41F56D456899}"/>
              </a:ext>
            </a:extLst>
          </p:cNvPr>
          <p:cNvSpPr txBox="1"/>
          <p:nvPr/>
        </p:nvSpPr>
        <p:spPr>
          <a:xfrm>
            <a:off x="8915400" y="4826000"/>
            <a:ext cx="24384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B212B2D-8113-B2B9-9E52-205DE702B61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A3F8B1A-F262-FB01-20E3-A892125299D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9126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9DEDD8-CCA6-C944-B9FA-CA73ADB8290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5F80A9-7300-A322-BB9C-4A27679134F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表と左の解説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DD23E45-CAE6-36E0-8E9F-AED70D111B1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13D100-5697-C1CE-9362-167609F6C8BC}"/>
              </a:ext>
            </a:extLst>
          </p:cNvPr>
          <p:cNvSpPr txBox="1"/>
          <p:nvPr/>
        </p:nvSpPr>
        <p:spPr>
          <a:xfrm>
            <a:off x="711200" y="2171700"/>
            <a:ext cx="2692400" cy="3822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
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323F997-3ED1-08EA-EF49-5FE8923D4AD9}"/>
              </a:ext>
            </a:extLst>
          </p:cNvPr>
          <p:cNvSpPr/>
          <p:nvPr/>
        </p:nvSpPr>
        <p:spPr>
          <a:xfrm>
            <a:off x="3695700" y="2082800"/>
            <a:ext cx="12700" cy="3924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3713845-B4A9-854D-C28D-899540BAAE67}"/>
              </a:ext>
            </a:extLst>
          </p:cNvPr>
          <p:cNvSpPr/>
          <p:nvPr/>
        </p:nvSpPr>
        <p:spPr>
          <a:xfrm>
            <a:off x="4038600" y="2057400"/>
            <a:ext cx="7442200" cy="993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39D06F-84CE-9E6C-817B-F79D0FFD999E}"/>
              </a:ext>
            </a:extLst>
          </p:cNvPr>
          <p:cNvSpPr txBox="1"/>
          <p:nvPr/>
        </p:nvSpPr>
        <p:spPr>
          <a:xfrm>
            <a:off x="4165600" y="2171700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782B202-99E4-5B35-D3E1-DA9DDFC64DBC}"/>
              </a:ext>
            </a:extLst>
          </p:cNvPr>
          <p:cNvSpPr txBox="1"/>
          <p:nvPr/>
        </p:nvSpPr>
        <p:spPr>
          <a:xfrm>
            <a:off x="6646333" y="2171700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4E664B8-2052-9BA1-BD74-33F783CC93D4}"/>
              </a:ext>
            </a:extLst>
          </p:cNvPr>
          <p:cNvSpPr txBox="1"/>
          <p:nvPr/>
        </p:nvSpPr>
        <p:spPr>
          <a:xfrm>
            <a:off x="9127067" y="2171700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BA84B32-8D5A-C511-B7DB-60E00652E521}"/>
              </a:ext>
            </a:extLst>
          </p:cNvPr>
          <p:cNvCxnSpPr/>
          <p:nvPr/>
        </p:nvCxnSpPr>
        <p:spPr>
          <a:xfrm>
            <a:off x="4038600" y="4044950"/>
            <a:ext cx="7442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B606209-2937-D5D6-031A-4F818A220180}"/>
              </a:ext>
            </a:extLst>
          </p:cNvPr>
          <p:cNvSpPr txBox="1"/>
          <p:nvPr/>
        </p:nvSpPr>
        <p:spPr>
          <a:xfrm>
            <a:off x="4165600" y="3165475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4C8296D-1E98-9EF1-203D-80A8D7D53211}"/>
              </a:ext>
            </a:extLst>
          </p:cNvPr>
          <p:cNvSpPr txBox="1"/>
          <p:nvPr/>
        </p:nvSpPr>
        <p:spPr>
          <a:xfrm>
            <a:off x="6646333" y="3165475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3F1CBA-1ECB-2E1B-9EE3-1E5D7D59934E}"/>
              </a:ext>
            </a:extLst>
          </p:cNvPr>
          <p:cNvSpPr txBox="1"/>
          <p:nvPr/>
        </p:nvSpPr>
        <p:spPr>
          <a:xfrm>
            <a:off x="9127067" y="3165475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61EA7A0-3D02-7EDB-A7EF-B06CBC51E7E1}"/>
              </a:ext>
            </a:extLst>
          </p:cNvPr>
          <p:cNvSpPr/>
          <p:nvPr/>
        </p:nvSpPr>
        <p:spPr>
          <a:xfrm>
            <a:off x="4038600" y="4044950"/>
            <a:ext cx="7442200" cy="993775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DEFBFE0-45D3-9131-3084-768B8B4173A0}"/>
              </a:ext>
            </a:extLst>
          </p:cNvPr>
          <p:cNvCxnSpPr/>
          <p:nvPr/>
        </p:nvCxnSpPr>
        <p:spPr>
          <a:xfrm>
            <a:off x="4038600" y="5038725"/>
            <a:ext cx="7442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446E20E-526B-A825-D36E-3C8425319F1A}"/>
              </a:ext>
            </a:extLst>
          </p:cNvPr>
          <p:cNvSpPr txBox="1"/>
          <p:nvPr/>
        </p:nvSpPr>
        <p:spPr>
          <a:xfrm>
            <a:off x="4165600" y="4159250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E2A996D-953B-F601-ED85-3AF05F3A4F3C}"/>
              </a:ext>
            </a:extLst>
          </p:cNvPr>
          <p:cNvSpPr txBox="1"/>
          <p:nvPr/>
        </p:nvSpPr>
        <p:spPr>
          <a:xfrm>
            <a:off x="6646333" y="4159250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08ADA9C-B6D6-EA82-BEDD-B3927A0ECFA5}"/>
              </a:ext>
            </a:extLst>
          </p:cNvPr>
          <p:cNvSpPr txBox="1"/>
          <p:nvPr/>
        </p:nvSpPr>
        <p:spPr>
          <a:xfrm>
            <a:off x="9127067" y="4159250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F163484-0F6B-56BA-72E2-9B0BE28F1821}"/>
              </a:ext>
            </a:extLst>
          </p:cNvPr>
          <p:cNvCxnSpPr/>
          <p:nvPr/>
        </p:nvCxnSpPr>
        <p:spPr>
          <a:xfrm>
            <a:off x="4038600" y="6032500"/>
            <a:ext cx="7442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BA8EB30-6273-E671-EB26-463BA70360B7}"/>
              </a:ext>
            </a:extLst>
          </p:cNvPr>
          <p:cNvSpPr txBox="1"/>
          <p:nvPr/>
        </p:nvSpPr>
        <p:spPr>
          <a:xfrm>
            <a:off x="4165600" y="5153025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F9F4C7D-C45C-4BBF-48B6-E43D63427238}"/>
              </a:ext>
            </a:extLst>
          </p:cNvPr>
          <p:cNvSpPr txBox="1"/>
          <p:nvPr/>
        </p:nvSpPr>
        <p:spPr>
          <a:xfrm>
            <a:off x="6646333" y="5153025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A721BF6-DAFC-039E-719E-3E73B0284B7D}"/>
              </a:ext>
            </a:extLst>
          </p:cNvPr>
          <p:cNvSpPr txBox="1"/>
          <p:nvPr/>
        </p:nvSpPr>
        <p:spPr>
          <a:xfrm>
            <a:off x="9127067" y="5153025"/>
            <a:ext cx="2226733" cy="765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8B1C9E84-3CC0-A057-25F7-F47595BE254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0CA8663-0BA0-E553-7647-F4020EE4242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6431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77B6C80-4DF7-6DD2-79DB-9F4FEE70901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925E6D-6175-EBA3-B9E4-C87FA930CED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大きなグラフ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E94E079-15B8-FAC6-D715-74AD82C4704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290EE5E-F520-8D86-F37F-01EFBEDB0C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7012839"/>
              </p:ext>
            </p:extLst>
          </p:nvPr>
        </p:nvGraphicFramePr>
        <p:xfrm>
          <a:off x="711200" y="2032000"/>
          <a:ext cx="10769600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7FF25C-F812-0C9F-0321-259712D86B2A}"/>
              </a:ext>
            </a:extLst>
          </p:cNvPr>
          <p:cNvSpPr txBox="1"/>
          <p:nvPr/>
        </p:nvSpPr>
        <p:spPr>
          <a:xfrm>
            <a:off x="711200" y="52070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13A36D-7722-1316-94AD-7A0382FA823B}"/>
              </a:ext>
            </a:extLst>
          </p:cNvPr>
          <p:cNvSpPr txBox="1"/>
          <p:nvPr/>
        </p:nvSpPr>
        <p:spPr>
          <a:xfrm>
            <a:off x="711200" y="5702300"/>
            <a:ext cx="323088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2DF086-3790-9452-CD81-935E3B0AB177}"/>
              </a:ext>
            </a:extLst>
          </p:cNvPr>
          <p:cNvSpPr txBox="1"/>
          <p:nvPr/>
        </p:nvSpPr>
        <p:spPr>
          <a:xfrm>
            <a:off x="4372864" y="5702300"/>
            <a:ext cx="7107936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AEFC887-7C66-CD7C-F072-45694DC2AA7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411494-0637-5C0C-4DF5-F0991DF40CE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4894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24996C-94D0-A456-DF49-5B3E9F57FC9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343C69-8078-9A71-030F-3E7E09A5C19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左の読み取りと右のグラフ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7E060FD-ED2D-7D02-B460-A50EECAF749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0037BD-7B39-F517-E42F-CC9DCE4BBBD1}"/>
              </a:ext>
            </a:extLst>
          </p:cNvPr>
          <p:cNvSpPr txBox="1"/>
          <p:nvPr/>
        </p:nvSpPr>
        <p:spPr>
          <a:xfrm>
            <a:off x="711200" y="2095500"/>
            <a:ext cx="32131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C773943-5828-A34D-7993-6CA7FE6766C0}"/>
              </a:ext>
            </a:extLst>
          </p:cNvPr>
          <p:cNvSpPr txBox="1"/>
          <p:nvPr/>
        </p:nvSpPr>
        <p:spPr>
          <a:xfrm>
            <a:off x="711200" y="2540000"/>
            <a:ext cx="3213100" cy="6773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AE59368-FDDB-D1A7-05BE-2B02B02F0FA2}"/>
              </a:ext>
            </a:extLst>
          </p:cNvPr>
          <p:cNvCxnSpPr/>
          <p:nvPr/>
        </p:nvCxnSpPr>
        <p:spPr>
          <a:xfrm>
            <a:off x="711200" y="3255433"/>
            <a:ext cx="32131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DC139D1-F9F2-782F-5189-299ACD2E91BC}"/>
              </a:ext>
            </a:extLst>
          </p:cNvPr>
          <p:cNvSpPr txBox="1"/>
          <p:nvPr/>
        </p:nvSpPr>
        <p:spPr>
          <a:xfrm>
            <a:off x="711200" y="3407833"/>
            <a:ext cx="32131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2434653-C09A-4CEA-209B-CC6DC1EC0E02}"/>
              </a:ext>
            </a:extLst>
          </p:cNvPr>
          <p:cNvSpPr txBox="1"/>
          <p:nvPr/>
        </p:nvSpPr>
        <p:spPr>
          <a:xfrm>
            <a:off x="711200" y="3852333"/>
            <a:ext cx="3213100" cy="6773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F05B347-9EFE-5B33-54B1-4B9C5226C40C}"/>
              </a:ext>
            </a:extLst>
          </p:cNvPr>
          <p:cNvCxnSpPr/>
          <p:nvPr/>
        </p:nvCxnSpPr>
        <p:spPr>
          <a:xfrm>
            <a:off x="711200" y="4567767"/>
            <a:ext cx="32131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3A5B5A-7586-C314-ECB5-69E71F96B5BA}"/>
              </a:ext>
            </a:extLst>
          </p:cNvPr>
          <p:cNvSpPr txBox="1"/>
          <p:nvPr/>
        </p:nvSpPr>
        <p:spPr>
          <a:xfrm>
            <a:off x="711200" y="4720167"/>
            <a:ext cx="32131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19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617A22-02E5-0C2B-FA82-D635AE1309C8}"/>
              </a:ext>
            </a:extLst>
          </p:cNvPr>
          <p:cNvSpPr txBox="1"/>
          <p:nvPr/>
        </p:nvSpPr>
        <p:spPr>
          <a:xfrm>
            <a:off x="711200" y="5164667"/>
            <a:ext cx="3213100" cy="6773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graphicFrame>
        <p:nvGraphicFramePr>
          <p:cNvPr id="13" name="グラフ 12">
            <a:extLst>
              <a:ext uri="{FF2B5EF4-FFF2-40B4-BE49-F238E27FC236}">
                <a16:creationId xmlns:a16="http://schemas.microsoft.com/office/drawing/2014/main" id="{916C8A93-5F9A-24E1-1BAE-4A849473B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27518"/>
              </p:ext>
            </p:extLst>
          </p:nvPr>
        </p:nvGraphicFramePr>
        <p:xfrm>
          <a:off x="4406900" y="20828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FCD6E47-912E-3E1B-205F-47D1BC23263D}"/>
              </a:ext>
            </a:extLst>
          </p:cNvPr>
          <p:cNvSpPr txBox="1"/>
          <p:nvPr/>
        </p:nvSpPr>
        <p:spPr>
          <a:xfrm>
            <a:off x="4406900" y="55118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0D7FCCA-6ED8-3613-DC56-3DC08FFD315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C3C9133-C3E7-77AD-3619-73920F50C81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6365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FDB442-C582-001C-FD4C-564EDB4401A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B08524-427A-6D82-15C2-2D0CED348B5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上の要点と下のグラフ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B9330CA-D0BA-2C0C-FD88-874F4059716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D8B5D7-316E-A6E9-81D4-280EDFF77D5F}"/>
              </a:ext>
            </a:extLst>
          </p:cNvPr>
          <p:cNvSpPr txBox="1"/>
          <p:nvPr/>
        </p:nvSpPr>
        <p:spPr>
          <a:xfrm>
            <a:off x="711200" y="1993900"/>
            <a:ext cx="3386667" cy="388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432919-AE01-88E6-53DA-B0BC2B4DA59E}"/>
              </a:ext>
            </a:extLst>
          </p:cNvPr>
          <p:cNvSpPr txBox="1"/>
          <p:nvPr/>
        </p:nvSpPr>
        <p:spPr>
          <a:xfrm>
            <a:off x="711200" y="2471420"/>
            <a:ext cx="3386667" cy="601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73AE312-3EDF-F683-364F-8359DFCCFBB6}"/>
              </a:ext>
            </a:extLst>
          </p:cNvPr>
          <p:cNvSpPr txBox="1"/>
          <p:nvPr/>
        </p:nvSpPr>
        <p:spPr>
          <a:xfrm>
            <a:off x="4402667" y="1993900"/>
            <a:ext cx="3386667" cy="388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172E17-F2B5-DE08-753F-0B2DB27292C9}"/>
              </a:ext>
            </a:extLst>
          </p:cNvPr>
          <p:cNvSpPr txBox="1"/>
          <p:nvPr/>
        </p:nvSpPr>
        <p:spPr>
          <a:xfrm>
            <a:off x="4402667" y="2471420"/>
            <a:ext cx="3386667" cy="601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250069-02C0-E288-9019-39BDAEA152C8}"/>
              </a:ext>
            </a:extLst>
          </p:cNvPr>
          <p:cNvSpPr txBox="1"/>
          <p:nvPr/>
        </p:nvSpPr>
        <p:spPr>
          <a:xfrm>
            <a:off x="8094133" y="1993900"/>
            <a:ext cx="3386667" cy="388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9397A9C-5D16-A0AA-D964-A45D332E48EA}"/>
              </a:ext>
            </a:extLst>
          </p:cNvPr>
          <p:cNvSpPr txBox="1"/>
          <p:nvPr/>
        </p:nvSpPr>
        <p:spPr>
          <a:xfrm>
            <a:off x="8094133" y="2471420"/>
            <a:ext cx="3386667" cy="601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F5F249FC-21B4-ECC6-39F7-ABF6F27449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8337444"/>
              </p:ext>
            </p:extLst>
          </p:nvPr>
        </p:nvGraphicFramePr>
        <p:xfrm>
          <a:off x="711200" y="3365500"/>
          <a:ext cx="10769600" cy="209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F63F04D-57C7-B2B3-929C-29B12565F18F}"/>
              </a:ext>
            </a:extLst>
          </p:cNvPr>
          <p:cNvSpPr txBox="1"/>
          <p:nvPr/>
        </p:nvSpPr>
        <p:spPr>
          <a:xfrm>
            <a:off x="711200" y="55372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641FC0F-B9D1-6DD3-8192-F361E71E59B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535474-6340-BE7A-8509-D1FA1E81238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5537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56B301-CC0F-051B-3FF1-C555C6AD8E2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192B04-65B0-F132-DA2F-4B37B2821AA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グラフの下に並ぶ要点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38BC5AF-C8BC-2B0F-CA0B-FEC47C368AE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86C6F54-BB61-FF1A-6310-010B568AD9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329193"/>
              </p:ext>
            </p:extLst>
          </p:nvPr>
        </p:nvGraphicFramePr>
        <p:xfrm>
          <a:off x="711200" y="2019300"/>
          <a:ext cx="107696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9DF4F3-4E4B-C539-F700-AED93703F433}"/>
              </a:ext>
            </a:extLst>
          </p:cNvPr>
          <p:cNvSpPr txBox="1"/>
          <p:nvPr/>
        </p:nvSpPr>
        <p:spPr>
          <a:xfrm>
            <a:off x="711200" y="42545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204692-6476-ADA2-2743-2265167BDEE2}"/>
              </a:ext>
            </a:extLst>
          </p:cNvPr>
          <p:cNvSpPr txBox="1"/>
          <p:nvPr/>
        </p:nvSpPr>
        <p:spPr>
          <a:xfrm>
            <a:off x="711200" y="4902200"/>
            <a:ext cx="3386667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8279CA-CE11-0375-0C1D-5CDD0228E6F7}"/>
              </a:ext>
            </a:extLst>
          </p:cNvPr>
          <p:cNvSpPr txBox="1"/>
          <p:nvPr/>
        </p:nvSpPr>
        <p:spPr>
          <a:xfrm>
            <a:off x="711200" y="5402580"/>
            <a:ext cx="3386667" cy="642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965D271-365C-1057-8B94-DD4DEF3C7437}"/>
              </a:ext>
            </a:extLst>
          </p:cNvPr>
          <p:cNvSpPr txBox="1"/>
          <p:nvPr/>
        </p:nvSpPr>
        <p:spPr>
          <a:xfrm>
            <a:off x="4402667" y="4902200"/>
            <a:ext cx="3386667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A2F0F2-647F-6752-1B0C-AA275DA38B97}"/>
              </a:ext>
            </a:extLst>
          </p:cNvPr>
          <p:cNvSpPr txBox="1"/>
          <p:nvPr/>
        </p:nvSpPr>
        <p:spPr>
          <a:xfrm>
            <a:off x="4402667" y="5402580"/>
            <a:ext cx="3386667" cy="642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1AB8E81-8863-3EC4-5CE5-577C125BE628}"/>
              </a:ext>
            </a:extLst>
          </p:cNvPr>
          <p:cNvSpPr txBox="1"/>
          <p:nvPr/>
        </p:nvSpPr>
        <p:spPr>
          <a:xfrm>
            <a:off x="8094133" y="4902200"/>
            <a:ext cx="3386667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F0148C5-7CDB-2712-4AA3-C7F488808858}"/>
              </a:ext>
            </a:extLst>
          </p:cNvPr>
          <p:cNvSpPr txBox="1"/>
          <p:nvPr/>
        </p:nvSpPr>
        <p:spPr>
          <a:xfrm>
            <a:off x="8094133" y="5402580"/>
            <a:ext cx="3386667" cy="642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15A2162-C378-D5DA-26A9-ED4B97D8A80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BDFF505-7D5A-B37F-EBB0-8FA119000AC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934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1645EF0-6F88-EA35-DD73-C157695794F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28596C-2026-072E-69A8-F835CE5C032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主指標と補助指標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8A8C933-1B1D-563A-7E97-CDABE2E51E2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720274-5DB4-8436-E02E-18E0D373D405}"/>
              </a:ext>
            </a:extLst>
          </p:cNvPr>
          <p:cNvSpPr txBox="1"/>
          <p:nvPr/>
        </p:nvSpPr>
        <p:spPr>
          <a:xfrm>
            <a:off x="711200" y="2120900"/>
            <a:ext cx="47371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5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5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41D6F4-61E4-846B-A487-2754D60074AD}"/>
              </a:ext>
            </a:extLst>
          </p:cNvPr>
          <p:cNvSpPr txBox="1"/>
          <p:nvPr/>
        </p:nvSpPr>
        <p:spPr>
          <a:xfrm>
            <a:off x="711200" y="3263900"/>
            <a:ext cx="47371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5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5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E49190-AB82-0D4D-6289-01FF925CB744}"/>
              </a:ext>
            </a:extLst>
          </p:cNvPr>
          <p:cNvSpPr txBox="1"/>
          <p:nvPr/>
        </p:nvSpPr>
        <p:spPr>
          <a:xfrm>
            <a:off x="711200" y="4826000"/>
            <a:ext cx="4737100" cy="1193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E1A6BB4-6882-1B9D-0A16-D4C727D7785B}"/>
              </a:ext>
            </a:extLst>
          </p:cNvPr>
          <p:cNvSpPr/>
          <p:nvPr/>
        </p:nvSpPr>
        <p:spPr>
          <a:xfrm>
            <a:off x="5943600" y="2108200"/>
            <a:ext cx="12700" cy="3911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9C36289-2CBF-F820-4DF3-24859CDE513F}"/>
              </a:ext>
            </a:extLst>
          </p:cNvPr>
          <p:cNvSpPr txBox="1"/>
          <p:nvPr/>
        </p:nvSpPr>
        <p:spPr>
          <a:xfrm>
            <a:off x="6388100" y="2108200"/>
            <a:ext cx="1527810" cy="1138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2  36
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4DC9BBB-3B78-7363-3B74-76DD21D4C070}"/>
              </a:ext>
            </a:extLst>
          </p:cNvPr>
          <p:cNvSpPr txBox="1"/>
          <p:nvPr/>
        </p:nvSpPr>
        <p:spPr>
          <a:xfrm>
            <a:off x="8119618" y="2108200"/>
            <a:ext cx="3361182" cy="1138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F8D894B-4EAF-A7BA-7C2B-55723D87813A}"/>
              </a:ext>
            </a:extLst>
          </p:cNvPr>
          <p:cNvCxnSpPr/>
          <p:nvPr/>
        </p:nvCxnSpPr>
        <p:spPr>
          <a:xfrm>
            <a:off x="6388100" y="3323167"/>
            <a:ext cx="50927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B4A4C6-C324-A73B-1FBF-FD652CD9CCEB}"/>
              </a:ext>
            </a:extLst>
          </p:cNvPr>
          <p:cNvSpPr txBox="1"/>
          <p:nvPr/>
        </p:nvSpPr>
        <p:spPr>
          <a:xfrm>
            <a:off x="6388100" y="3412067"/>
            <a:ext cx="1527810" cy="1138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3  48
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B91F877-312B-0015-BE88-0F964FA1EA1B}"/>
              </a:ext>
            </a:extLst>
          </p:cNvPr>
          <p:cNvSpPr txBox="1"/>
          <p:nvPr/>
        </p:nvSpPr>
        <p:spPr>
          <a:xfrm>
            <a:off x="8119618" y="3412067"/>
            <a:ext cx="3361182" cy="1138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B8A3740-583B-EA3A-3C67-50A0D98FE377}"/>
              </a:ext>
            </a:extLst>
          </p:cNvPr>
          <p:cNvCxnSpPr/>
          <p:nvPr/>
        </p:nvCxnSpPr>
        <p:spPr>
          <a:xfrm>
            <a:off x="6388100" y="4627033"/>
            <a:ext cx="50927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87C4E4D-AE21-82B4-1DBB-99611F04E777}"/>
              </a:ext>
            </a:extLst>
          </p:cNvPr>
          <p:cNvSpPr txBox="1"/>
          <p:nvPr/>
        </p:nvSpPr>
        <p:spPr>
          <a:xfrm>
            <a:off x="6388100" y="4715933"/>
            <a:ext cx="1527810" cy="1138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4  60
</a:t>
            </a:r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0BBD2F-1461-BE8A-62E3-621A63CCA1AB}"/>
              </a:ext>
            </a:extLst>
          </p:cNvPr>
          <p:cNvSpPr txBox="1"/>
          <p:nvPr/>
        </p:nvSpPr>
        <p:spPr>
          <a:xfrm>
            <a:off x="8119618" y="4715933"/>
            <a:ext cx="3361182" cy="11387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1B9E0CC-1F7E-E137-3873-439E99233AE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5A7658-FFEC-5C50-970C-752E704C7A5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9695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7F86B7-1929-CB2E-80D8-25EFB9F49C1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B378B0-4CB9-8438-4FA6-DA6B904DE15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横長の指標行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81186BC-1640-B552-0FF0-3FD8C34E297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7CEDC4-7753-8045-1804-B813657A6622}"/>
              </a:ext>
            </a:extLst>
          </p:cNvPr>
          <p:cNvSpPr txBox="1"/>
          <p:nvPr/>
        </p:nvSpPr>
        <p:spPr>
          <a:xfrm>
            <a:off x="711200" y="2082800"/>
            <a:ext cx="29845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3706DE-AADB-062F-E1A9-20186309DADF}"/>
              </a:ext>
            </a:extLst>
          </p:cNvPr>
          <p:cNvSpPr txBox="1"/>
          <p:nvPr/>
        </p:nvSpPr>
        <p:spPr>
          <a:xfrm>
            <a:off x="4051300" y="2082800"/>
            <a:ext cx="29337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CF0034F-E9B0-BD3E-55CA-31E7C7E9DA73}"/>
              </a:ext>
            </a:extLst>
          </p:cNvPr>
          <p:cNvSpPr txBox="1"/>
          <p:nvPr/>
        </p:nvSpPr>
        <p:spPr>
          <a:xfrm>
            <a:off x="7416800" y="2082800"/>
            <a:ext cx="40640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41D0A10-1326-F2AC-4F5B-11862738329E}"/>
              </a:ext>
            </a:extLst>
          </p:cNvPr>
          <p:cNvCxnSpPr/>
          <p:nvPr/>
        </p:nvCxnSpPr>
        <p:spPr>
          <a:xfrm>
            <a:off x="711200" y="29718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435351E-1383-FEE7-4318-B73FFD94930E}"/>
              </a:ext>
            </a:extLst>
          </p:cNvPr>
          <p:cNvSpPr txBox="1"/>
          <p:nvPr/>
        </p:nvSpPr>
        <p:spPr>
          <a:xfrm>
            <a:off x="711200" y="3073400"/>
            <a:ext cx="29845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EAD1D25-5127-6E6B-BE0B-2955405390CC}"/>
              </a:ext>
            </a:extLst>
          </p:cNvPr>
          <p:cNvSpPr txBox="1"/>
          <p:nvPr/>
        </p:nvSpPr>
        <p:spPr>
          <a:xfrm>
            <a:off x="4051300" y="3073400"/>
            <a:ext cx="29337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C2D240-94BC-40A2-CE5D-19EF7BBA8A99}"/>
              </a:ext>
            </a:extLst>
          </p:cNvPr>
          <p:cNvSpPr txBox="1"/>
          <p:nvPr/>
        </p:nvSpPr>
        <p:spPr>
          <a:xfrm>
            <a:off x="7416800" y="3073400"/>
            <a:ext cx="40640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E550EFF-8EDB-F950-7798-16B713CE6965}"/>
              </a:ext>
            </a:extLst>
          </p:cNvPr>
          <p:cNvCxnSpPr/>
          <p:nvPr/>
        </p:nvCxnSpPr>
        <p:spPr>
          <a:xfrm>
            <a:off x="711200" y="3962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DB67A8A-97BA-D46A-3CE1-7BEEFF4757D1}"/>
              </a:ext>
            </a:extLst>
          </p:cNvPr>
          <p:cNvSpPr txBox="1"/>
          <p:nvPr/>
        </p:nvSpPr>
        <p:spPr>
          <a:xfrm>
            <a:off x="711200" y="4064000"/>
            <a:ext cx="29845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BF03901-E4B1-BAB5-0268-318C382A3B8C}"/>
              </a:ext>
            </a:extLst>
          </p:cNvPr>
          <p:cNvSpPr txBox="1"/>
          <p:nvPr/>
        </p:nvSpPr>
        <p:spPr>
          <a:xfrm>
            <a:off x="4051300" y="4064000"/>
            <a:ext cx="29337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91A6E19-B60C-0EE8-2294-1EFE561F3656}"/>
              </a:ext>
            </a:extLst>
          </p:cNvPr>
          <p:cNvSpPr txBox="1"/>
          <p:nvPr/>
        </p:nvSpPr>
        <p:spPr>
          <a:xfrm>
            <a:off x="7416800" y="4064000"/>
            <a:ext cx="40640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650AC55-CDCC-77FD-31E4-E9AC69E6479B}"/>
              </a:ext>
            </a:extLst>
          </p:cNvPr>
          <p:cNvCxnSpPr/>
          <p:nvPr/>
        </p:nvCxnSpPr>
        <p:spPr>
          <a:xfrm>
            <a:off x="711200" y="49530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F287E02-7F6F-0D15-E1C6-A6E4E3847C86}"/>
              </a:ext>
            </a:extLst>
          </p:cNvPr>
          <p:cNvSpPr txBox="1"/>
          <p:nvPr/>
        </p:nvSpPr>
        <p:spPr>
          <a:xfrm>
            <a:off x="711200" y="5054600"/>
            <a:ext cx="29845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2A8172F-8AA0-40F6-B3CA-BAA3F28644E3}"/>
              </a:ext>
            </a:extLst>
          </p:cNvPr>
          <p:cNvSpPr txBox="1"/>
          <p:nvPr/>
        </p:nvSpPr>
        <p:spPr>
          <a:xfrm>
            <a:off x="4051300" y="5054600"/>
            <a:ext cx="29337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60</a:t>
            </a:r>
            <a:r>
              <a:rPr kumimoji="1" lang="ja-JP" altLang="en-US" sz="3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7A1B3E-8FC4-A6B6-EABF-5A66389EBA60}"/>
              </a:ext>
            </a:extLst>
          </p:cNvPr>
          <p:cNvSpPr txBox="1"/>
          <p:nvPr/>
        </p:nvSpPr>
        <p:spPr>
          <a:xfrm>
            <a:off x="7416800" y="5054600"/>
            <a:ext cx="40640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3E36030-A5CB-5D32-0F7E-E1780A1EBAB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0258FAE-D0F0-2947-F47C-EA4D6AB2C36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5877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3667F7-E158-8419-09EF-851CFA4C2C7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40D06B-979F-2B75-221D-2AB9E9757C9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数値の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分割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706E29F-126D-DE68-65B8-8C1487462AD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396131-CD89-0BEA-C819-CB156EA92097}"/>
              </a:ext>
            </a:extLst>
          </p:cNvPr>
          <p:cNvSpPr txBox="1"/>
          <p:nvPr/>
        </p:nvSpPr>
        <p:spPr>
          <a:xfrm>
            <a:off x="711200" y="2032000"/>
            <a:ext cx="5054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746765-8897-D03A-D1C3-87EE423465BB}"/>
              </a:ext>
            </a:extLst>
          </p:cNvPr>
          <p:cNvSpPr txBox="1"/>
          <p:nvPr/>
        </p:nvSpPr>
        <p:spPr>
          <a:xfrm>
            <a:off x="711200" y="2590800"/>
            <a:ext cx="22479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3F7477-0A25-0C01-5070-893A2C896CF7}"/>
              </a:ext>
            </a:extLst>
          </p:cNvPr>
          <p:cNvSpPr txBox="1"/>
          <p:nvPr/>
        </p:nvSpPr>
        <p:spPr>
          <a:xfrm>
            <a:off x="3200400" y="2667000"/>
            <a:ext cx="26035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083A595-823A-4D28-4FF4-D4EEA2A16321}"/>
              </a:ext>
            </a:extLst>
          </p:cNvPr>
          <p:cNvSpPr txBox="1"/>
          <p:nvPr/>
        </p:nvSpPr>
        <p:spPr>
          <a:xfrm>
            <a:off x="6299200" y="2032000"/>
            <a:ext cx="5054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1B956C9-4AB3-7A4D-AD48-4529FE55E744}"/>
              </a:ext>
            </a:extLst>
          </p:cNvPr>
          <p:cNvSpPr txBox="1"/>
          <p:nvPr/>
        </p:nvSpPr>
        <p:spPr>
          <a:xfrm>
            <a:off x="6299200" y="2590800"/>
            <a:ext cx="22479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70FFD83-454D-56C2-E4F3-2D3466A37D6E}"/>
              </a:ext>
            </a:extLst>
          </p:cNvPr>
          <p:cNvSpPr txBox="1"/>
          <p:nvPr/>
        </p:nvSpPr>
        <p:spPr>
          <a:xfrm>
            <a:off x="8788400" y="2667000"/>
            <a:ext cx="26035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910972D-CDEE-96C0-7037-B093A8AC14A6}"/>
              </a:ext>
            </a:extLst>
          </p:cNvPr>
          <p:cNvSpPr txBox="1"/>
          <p:nvPr/>
        </p:nvSpPr>
        <p:spPr>
          <a:xfrm>
            <a:off x="711200" y="4102100"/>
            <a:ext cx="5054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1FA327-260A-DC3F-4E05-182C9C3CA1A4}"/>
              </a:ext>
            </a:extLst>
          </p:cNvPr>
          <p:cNvSpPr txBox="1"/>
          <p:nvPr/>
        </p:nvSpPr>
        <p:spPr>
          <a:xfrm>
            <a:off x="711200" y="4660900"/>
            <a:ext cx="22479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C86633-8C79-EB06-52E8-DF2268C12E35}"/>
              </a:ext>
            </a:extLst>
          </p:cNvPr>
          <p:cNvSpPr txBox="1"/>
          <p:nvPr/>
        </p:nvSpPr>
        <p:spPr>
          <a:xfrm>
            <a:off x="3200400" y="4737100"/>
            <a:ext cx="26035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2F1356B-BDA5-396F-6211-A1719A74BF1A}"/>
              </a:ext>
            </a:extLst>
          </p:cNvPr>
          <p:cNvSpPr txBox="1"/>
          <p:nvPr/>
        </p:nvSpPr>
        <p:spPr>
          <a:xfrm>
            <a:off x="6299200" y="4102100"/>
            <a:ext cx="5054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352A49E-E8E3-48BF-F207-27BE84A1CE39}"/>
              </a:ext>
            </a:extLst>
          </p:cNvPr>
          <p:cNvSpPr txBox="1"/>
          <p:nvPr/>
        </p:nvSpPr>
        <p:spPr>
          <a:xfrm>
            <a:off x="6299200" y="4660900"/>
            <a:ext cx="22479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60</a:t>
            </a:r>
            <a:r>
              <a:rPr kumimoji="1" lang="ja-JP" altLang="en-US" sz="3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761012F-034A-FD55-C19D-41F585B16E9F}"/>
              </a:ext>
            </a:extLst>
          </p:cNvPr>
          <p:cNvSpPr txBox="1"/>
          <p:nvPr/>
        </p:nvSpPr>
        <p:spPr>
          <a:xfrm>
            <a:off x="8788400" y="4737100"/>
            <a:ext cx="260350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34F1B20-DD5C-9357-111A-6247A720E08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D45EF7E-BA33-F33A-D230-6A9072B3722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0906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AA7086-4679-2BC2-C96C-4935AC0CD79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D15329-591E-E15A-6087-2B2DA81FE63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中心を囲む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要素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72C267B-D5A1-AF42-47A5-49A6E3BD0A7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C9ECD503-36F6-0B3A-D7E7-B6967648BB3C}"/>
              </a:ext>
            </a:extLst>
          </p:cNvPr>
          <p:cNvSpPr/>
          <p:nvPr/>
        </p:nvSpPr>
        <p:spPr>
          <a:xfrm>
            <a:off x="4533900" y="3416300"/>
            <a:ext cx="3124200" cy="13716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E20EE2-80A4-A909-BE00-8E2246448ABD}"/>
              </a:ext>
            </a:extLst>
          </p:cNvPr>
          <p:cNvSpPr txBox="1"/>
          <p:nvPr/>
        </p:nvSpPr>
        <p:spPr>
          <a:xfrm>
            <a:off x="4838700" y="3632200"/>
            <a:ext cx="25146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C7203E-46B5-FD1A-2230-D2257D416AF9}"/>
              </a:ext>
            </a:extLst>
          </p:cNvPr>
          <p:cNvSpPr txBox="1"/>
          <p:nvPr/>
        </p:nvSpPr>
        <p:spPr>
          <a:xfrm>
            <a:off x="4203700" y="1968500"/>
            <a:ext cx="3784600" cy="4480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CBACEA7-7D7F-1EE6-3721-7D676D960C2D}"/>
              </a:ext>
            </a:extLst>
          </p:cNvPr>
          <p:cNvSpPr txBox="1"/>
          <p:nvPr/>
        </p:nvSpPr>
        <p:spPr>
          <a:xfrm>
            <a:off x="4203700" y="2505456"/>
            <a:ext cx="3784600" cy="7076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CD8D11-8A44-A551-394D-637252339573}"/>
              </a:ext>
            </a:extLst>
          </p:cNvPr>
          <p:cNvSpPr txBox="1"/>
          <p:nvPr/>
        </p:nvSpPr>
        <p:spPr>
          <a:xfrm>
            <a:off x="8128000" y="3390900"/>
            <a:ext cx="3352800" cy="6080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30E14B-6484-C515-2688-35E18D01A18A}"/>
              </a:ext>
            </a:extLst>
          </p:cNvPr>
          <p:cNvSpPr txBox="1"/>
          <p:nvPr/>
        </p:nvSpPr>
        <p:spPr>
          <a:xfrm>
            <a:off x="8128000" y="4087876"/>
            <a:ext cx="3352800" cy="9921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8085314-EFE0-1752-8FFB-7E2A9656A771}"/>
              </a:ext>
            </a:extLst>
          </p:cNvPr>
          <p:cNvSpPr txBox="1"/>
          <p:nvPr/>
        </p:nvSpPr>
        <p:spPr>
          <a:xfrm>
            <a:off x="4203700" y="4965700"/>
            <a:ext cx="3784600" cy="3886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B1773E8-051B-8804-83EA-A41B443193CA}"/>
              </a:ext>
            </a:extLst>
          </p:cNvPr>
          <p:cNvSpPr txBox="1"/>
          <p:nvPr/>
        </p:nvSpPr>
        <p:spPr>
          <a:xfrm>
            <a:off x="4203700" y="5443220"/>
            <a:ext cx="3784600" cy="6019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8C7EE95-5C7B-7B82-9611-573B60225DE1}"/>
              </a:ext>
            </a:extLst>
          </p:cNvPr>
          <p:cNvSpPr txBox="1"/>
          <p:nvPr/>
        </p:nvSpPr>
        <p:spPr>
          <a:xfrm>
            <a:off x="711200" y="3390900"/>
            <a:ext cx="3352800" cy="6080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85F30CA-FC00-CB45-392A-4290F8DAF9B1}"/>
              </a:ext>
            </a:extLst>
          </p:cNvPr>
          <p:cNvSpPr txBox="1"/>
          <p:nvPr/>
        </p:nvSpPr>
        <p:spPr>
          <a:xfrm>
            <a:off x="711200" y="4087876"/>
            <a:ext cx="3352800" cy="99212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1C16B82-2B5A-7CF9-0315-902B2082302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55307A5-3151-A5FA-C730-BF75BC643CF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7787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C292CE1-A8AB-ECF9-ED26-EBB2B82CDE1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ECC4F2-0B95-F278-F9DE-4741B185CF2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中心と左右の関連一覧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C7B9DC0-46CF-DD9C-6D33-F13A657B819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9B5682F-39B0-7FA3-E591-1A77A55E4031}"/>
              </a:ext>
            </a:extLst>
          </p:cNvPr>
          <p:cNvSpPr/>
          <p:nvPr/>
        </p:nvSpPr>
        <p:spPr>
          <a:xfrm>
            <a:off x="4648200" y="2298700"/>
            <a:ext cx="2895600" cy="350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D216D27-B6D8-2226-40C2-B25320D612A2}"/>
              </a:ext>
            </a:extLst>
          </p:cNvPr>
          <p:cNvSpPr txBox="1"/>
          <p:nvPr/>
        </p:nvSpPr>
        <p:spPr>
          <a:xfrm>
            <a:off x="4940300" y="2895600"/>
            <a:ext cx="2298700" cy="2311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B944F2A-AA4E-F1CB-398D-96927B491B61}"/>
              </a:ext>
            </a:extLst>
          </p:cNvPr>
          <p:cNvSpPr txBox="1"/>
          <p:nvPr/>
        </p:nvSpPr>
        <p:spPr>
          <a:xfrm>
            <a:off x="711200" y="2070100"/>
            <a:ext cx="3429000" cy="6537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39E0FC9-3907-9CA1-8C4D-C4902497F811}"/>
              </a:ext>
            </a:extLst>
          </p:cNvPr>
          <p:cNvSpPr txBox="1"/>
          <p:nvPr/>
        </p:nvSpPr>
        <p:spPr>
          <a:xfrm>
            <a:off x="711200" y="2812796"/>
            <a:ext cx="3429000" cy="107340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7CF906-EDFD-3E53-648D-1533FAF7B910}"/>
              </a:ext>
            </a:extLst>
          </p:cNvPr>
          <p:cNvSpPr txBox="1"/>
          <p:nvPr/>
        </p:nvSpPr>
        <p:spPr>
          <a:xfrm>
            <a:off x="8039100" y="2070100"/>
            <a:ext cx="3429000" cy="6537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6DFE73-C86A-26D3-0A2B-7F5AA440993D}"/>
              </a:ext>
            </a:extLst>
          </p:cNvPr>
          <p:cNvSpPr txBox="1"/>
          <p:nvPr/>
        </p:nvSpPr>
        <p:spPr>
          <a:xfrm>
            <a:off x="8039100" y="2812796"/>
            <a:ext cx="3429000" cy="107340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94EA4C3-9D13-21FA-2242-00DA9E277A17}"/>
              </a:ext>
            </a:extLst>
          </p:cNvPr>
          <p:cNvSpPr txBox="1"/>
          <p:nvPr/>
        </p:nvSpPr>
        <p:spPr>
          <a:xfrm>
            <a:off x="711200" y="4114800"/>
            <a:ext cx="3429000" cy="6537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4A16B65-157D-2E38-7903-C2B85F9E3F0A}"/>
              </a:ext>
            </a:extLst>
          </p:cNvPr>
          <p:cNvSpPr txBox="1"/>
          <p:nvPr/>
        </p:nvSpPr>
        <p:spPr>
          <a:xfrm>
            <a:off x="711200" y="4857496"/>
            <a:ext cx="3429000" cy="107340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E69994A-35E7-6610-EC23-0E5C02B2436A}"/>
              </a:ext>
            </a:extLst>
          </p:cNvPr>
          <p:cNvSpPr txBox="1"/>
          <p:nvPr/>
        </p:nvSpPr>
        <p:spPr>
          <a:xfrm>
            <a:off x="8039100" y="4114800"/>
            <a:ext cx="3429000" cy="65379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BEB28E4-FCDF-000C-B884-C258CFBD992F}"/>
              </a:ext>
            </a:extLst>
          </p:cNvPr>
          <p:cNvSpPr txBox="1"/>
          <p:nvPr/>
        </p:nvSpPr>
        <p:spPr>
          <a:xfrm>
            <a:off x="8039100" y="4857496"/>
            <a:ext cx="3429000" cy="107340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2DF8814-489A-015A-8668-DE7CEE4F877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8149D4A-5AA4-9420-1905-46BD034E863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8952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F7A71D-BC64-297C-BBDD-4F9EE095047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C6D69C-5988-20BE-AF92-20695A54753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階層と横の説明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4A27AB0-1126-49D9-FF70-6D1F157EBE1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77956D2-6D74-2D2E-33AE-798DAADA5E6D}"/>
              </a:ext>
            </a:extLst>
          </p:cNvPr>
          <p:cNvSpPr/>
          <p:nvPr/>
        </p:nvSpPr>
        <p:spPr>
          <a:xfrm>
            <a:off x="2222500" y="2057400"/>
            <a:ext cx="2717800" cy="876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3A105A-222E-0646-B942-E32EFEB68499}"/>
              </a:ext>
            </a:extLst>
          </p:cNvPr>
          <p:cNvSpPr txBox="1"/>
          <p:nvPr/>
        </p:nvSpPr>
        <p:spPr>
          <a:xfrm>
            <a:off x="2374900" y="2209800"/>
            <a:ext cx="2413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F1683E4-925E-25CD-F225-EF7A3FEEEE2C}"/>
              </a:ext>
            </a:extLst>
          </p:cNvPr>
          <p:cNvSpPr txBox="1"/>
          <p:nvPr/>
        </p:nvSpPr>
        <p:spPr>
          <a:xfrm>
            <a:off x="6921500" y="2197100"/>
            <a:ext cx="4559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0B0523A-6F73-7BF8-3544-D37D1934D86B}"/>
              </a:ext>
            </a:extLst>
          </p:cNvPr>
          <p:cNvSpPr/>
          <p:nvPr/>
        </p:nvSpPr>
        <p:spPr>
          <a:xfrm>
            <a:off x="1809750" y="3048000"/>
            <a:ext cx="3543300" cy="876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BBC4D56-7428-5F2D-5D3B-DA320E8DDEA9}"/>
              </a:ext>
            </a:extLst>
          </p:cNvPr>
          <p:cNvSpPr txBox="1"/>
          <p:nvPr/>
        </p:nvSpPr>
        <p:spPr>
          <a:xfrm>
            <a:off x="1962150" y="3200400"/>
            <a:ext cx="3238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8582105-FCB3-FF10-2444-02E7395A33F2}"/>
              </a:ext>
            </a:extLst>
          </p:cNvPr>
          <p:cNvSpPr txBox="1"/>
          <p:nvPr/>
        </p:nvSpPr>
        <p:spPr>
          <a:xfrm>
            <a:off x="6921500" y="3187700"/>
            <a:ext cx="4559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5C1DFF-FF3B-E39E-2AB9-12D06F7ED6C1}"/>
              </a:ext>
            </a:extLst>
          </p:cNvPr>
          <p:cNvSpPr/>
          <p:nvPr/>
        </p:nvSpPr>
        <p:spPr>
          <a:xfrm>
            <a:off x="1397000" y="4038600"/>
            <a:ext cx="4368800" cy="876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D34F33B-11DA-6C66-C124-3A8A6BA15B5B}"/>
              </a:ext>
            </a:extLst>
          </p:cNvPr>
          <p:cNvSpPr txBox="1"/>
          <p:nvPr/>
        </p:nvSpPr>
        <p:spPr>
          <a:xfrm>
            <a:off x="1549400" y="4191000"/>
            <a:ext cx="4064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D2E1E7-17F4-7CB4-F1D5-D828E05432F3}"/>
              </a:ext>
            </a:extLst>
          </p:cNvPr>
          <p:cNvSpPr txBox="1"/>
          <p:nvPr/>
        </p:nvSpPr>
        <p:spPr>
          <a:xfrm>
            <a:off x="6921500" y="4178300"/>
            <a:ext cx="4559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EB7F302-23E0-4B30-FBF8-85E97134B3CF}"/>
              </a:ext>
            </a:extLst>
          </p:cNvPr>
          <p:cNvSpPr/>
          <p:nvPr/>
        </p:nvSpPr>
        <p:spPr>
          <a:xfrm>
            <a:off x="984250" y="5029200"/>
            <a:ext cx="5194300" cy="876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50D8931-BBED-741D-302D-93E1249C72B1}"/>
              </a:ext>
            </a:extLst>
          </p:cNvPr>
          <p:cNvSpPr txBox="1"/>
          <p:nvPr/>
        </p:nvSpPr>
        <p:spPr>
          <a:xfrm>
            <a:off x="1136650" y="5181600"/>
            <a:ext cx="4889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100C6F9-392A-A07D-1E35-17476DE3F398}"/>
              </a:ext>
            </a:extLst>
          </p:cNvPr>
          <p:cNvSpPr txBox="1"/>
          <p:nvPr/>
        </p:nvSpPr>
        <p:spPr>
          <a:xfrm>
            <a:off x="6921500" y="5168900"/>
            <a:ext cx="45593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BFE2B8-E3F0-50D7-1CB7-43E41B8E9E1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35ADF84-182D-CF39-6DC2-55816282172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511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637972-384D-44AF-86EF-0E9F0346B6C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A9CCF9-974A-B2EA-EA46-258830B0084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横に絞る段階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4ACC6F6-010B-7BF8-3280-641366B3685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9C02CF0-FECE-E469-1F3F-B8364AEC993A}"/>
              </a:ext>
            </a:extLst>
          </p:cNvPr>
          <p:cNvSpPr/>
          <p:nvPr/>
        </p:nvSpPr>
        <p:spPr>
          <a:xfrm>
            <a:off x="711200" y="2019300"/>
            <a:ext cx="2501900" cy="2235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0F0FB66-30FD-2E3F-5641-434D5BA8FAA2}"/>
              </a:ext>
            </a:extLst>
          </p:cNvPr>
          <p:cNvSpPr txBox="1"/>
          <p:nvPr/>
        </p:nvSpPr>
        <p:spPr>
          <a:xfrm>
            <a:off x="863600" y="2197100"/>
            <a:ext cx="2171700" cy="187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E25786-A889-2C2D-07D4-44B889560EF0}"/>
              </a:ext>
            </a:extLst>
          </p:cNvPr>
          <p:cNvSpPr txBox="1"/>
          <p:nvPr/>
        </p:nvSpPr>
        <p:spPr>
          <a:xfrm>
            <a:off x="711200" y="4584700"/>
            <a:ext cx="245110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84D96FC-E7EA-05F7-F3F0-7F18EA22285E}"/>
              </a:ext>
            </a:extLst>
          </p:cNvPr>
          <p:cNvSpPr/>
          <p:nvPr/>
        </p:nvSpPr>
        <p:spPr>
          <a:xfrm>
            <a:off x="3479800" y="2197100"/>
            <a:ext cx="2501900" cy="1879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B15310-57A6-B2BA-BA81-A52DEDD30FBE}"/>
              </a:ext>
            </a:extLst>
          </p:cNvPr>
          <p:cNvSpPr txBox="1"/>
          <p:nvPr/>
        </p:nvSpPr>
        <p:spPr>
          <a:xfrm>
            <a:off x="3632200" y="2374900"/>
            <a:ext cx="21717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1B613C0-85EF-3765-EB67-F6E36C872C6C}"/>
              </a:ext>
            </a:extLst>
          </p:cNvPr>
          <p:cNvSpPr txBox="1"/>
          <p:nvPr/>
        </p:nvSpPr>
        <p:spPr>
          <a:xfrm>
            <a:off x="3479800" y="4584700"/>
            <a:ext cx="245110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9C87F42-E3B0-9C25-DC28-4B2EA32A6381}"/>
              </a:ext>
            </a:extLst>
          </p:cNvPr>
          <p:cNvSpPr/>
          <p:nvPr/>
        </p:nvSpPr>
        <p:spPr>
          <a:xfrm>
            <a:off x="6248400" y="2374900"/>
            <a:ext cx="2501900" cy="1524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FBF04F-A723-67B2-C45F-C6608878F840}"/>
              </a:ext>
            </a:extLst>
          </p:cNvPr>
          <p:cNvSpPr txBox="1"/>
          <p:nvPr/>
        </p:nvSpPr>
        <p:spPr>
          <a:xfrm>
            <a:off x="6400800" y="2552700"/>
            <a:ext cx="21717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2E56958-6825-6FAC-4231-E76D7AC1E21E}"/>
              </a:ext>
            </a:extLst>
          </p:cNvPr>
          <p:cNvSpPr txBox="1"/>
          <p:nvPr/>
        </p:nvSpPr>
        <p:spPr>
          <a:xfrm>
            <a:off x="6248400" y="4584700"/>
            <a:ext cx="245110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B3C4E0-9259-334B-C4E0-B91B6385E1F8}"/>
              </a:ext>
            </a:extLst>
          </p:cNvPr>
          <p:cNvSpPr/>
          <p:nvPr/>
        </p:nvSpPr>
        <p:spPr>
          <a:xfrm>
            <a:off x="9017000" y="2552700"/>
            <a:ext cx="2501900" cy="1168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8856923-D43B-C594-6C6A-5AE3E0D564A1}"/>
              </a:ext>
            </a:extLst>
          </p:cNvPr>
          <p:cNvSpPr txBox="1"/>
          <p:nvPr/>
        </p:nvSpPr>
        <p:spPr>
          <a:xfrm>
            <a:off x="9169400" y="2730500"/>
            <a:ext cx="21717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CAA9EEA-9CD7-6482-7A09-180520385826}"/>
              </a:ext>
            </a:extLst>
          </p:cNvPr>
          <p:cNvSpPr txBox="1"/>
          <p:nvPr/>
        </p:nvSpPr>
        <p:spPr>
          <a:xfrm>
            <a:off x="9017000" y="4584700"/>
            <a:ext cx="245110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007ECA7-679A-212B-B270-0D239A920F4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7127E67-7AD2-3C62-406F-CE70EE151AB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283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4771</Words>
  <Application>Microsoft Office PowerPoint</Application>
  <PresentationFormat>ユーザー設定</PresentationFormat>
  <Paragraphs>360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2026-09-28T20:31:28Z</dcterms:created>
  <dcterms:modified xsi:type="dcterms:W3CDTF">2026-09-28T20:31:28Z</dcterms:modified>
</cp:coreProperties>
</file>