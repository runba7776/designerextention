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DC72E-E666-45C0-A844-FA6213C1316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D8368-2DE1-44FD-B465-9FF772DE76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94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文字と図形の改善例 </a:t>
            </a:r>
            <a:r>
              <a:rPr kumimoji="1" lang="en-US" altLang="ja-JP"/>
              <a:t>/ AI</a:t>
            </a:r>
            <a:r>
              <a:rPr kumimoji="1" lang="ja-JP" altLang="en-US"/>
              <a:t>呼び出しなし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074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同じ大きさの円の中にアイコンと大きな項目名、円の下に説明
用途</a:t>
            </a:r>
            <a:r>
              <a:rPr kumimoji="1" lang="en-US" altLang="ja-JP"/>
              <a:t>: </a:t>
            </a:r>
            <a:r>
              <a:rPr kumimoji="1" lang="ja-JP" altLang="en-US"/>
              <a:t>発表で独立した短い要点を</a:t>
            </a:r>
            <a:r>
              <a:rPr kumimoji="1" lang="en-US" altLang="ja-JP"/>
              <a:t>2〜3</a:t>
            </a:r>
            <a:r>
              <a:rPr kumimoji="1" lang="ja-JP" altLang="en-US"/>
              <a:t>つ紹介するとき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6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文字。長い説明は横帯へ。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20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の淡い色面。左に意味を表すアイコン、右に大きな見出しと説明
用途</a:t>
            </a:r>
            <a:r>
              <a:rPr kumimoji="1" lang="en-US" altLang="ja-JP"/>
              <a:t>: </a:t>
            </a:r>
            <a:r>
              <a:rPr kumimoji="1" lang="ja-JP" altLang="en-US"/>
              <a:t>複数の観点を同じ重さで見せ、説明を短く添えるとき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文字。値を含む長い項目名は横帯へ。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9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横長の枠の中にアイコン・太い項目名・説明を同じ位置で配置
用途</a:t>
            </a:r>
            <a:r>
              <a:rPr kumimoji="1" lang="en-US" altLang="ja-JP"/>
              <a:t>: </a:t>
            </a:r>
            <a:r>
              <a:rPr kumimoji="1" lang="ja-JP" altLang="en-US"/>
              <a:t>長めの箇条書きで、項目名と内容の対応を素早く読み取らせるとき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項目では説明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928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左の大きな色面に結論、右に囲まれた根拠や説明。主張と説明の大きさを分ける
用途</a:t>
            </a:r>
            <a:r>
              <a:rPr kumimoji="1" lang="en-US" altLang="ja-JP"/>
              <a:t>: </a:t>
            </a:r>
            <a:r>
              <a:rPr kumimoji="1" lang="ja-JP" altLang="en-US"/>
              <a:t>明示された一つの結論を最初に読ませたいとき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結論が決まっていない列挙には使わない。左の主張は資料・指示で明示された内容だけ。
文字量</a:t>
            </a:r>
            <a:r>
              <a:rPr kumimoji="1" lang="en-US" altLang="ja-JP"/>
              <a:t>: </a:t>
            </a:r>
            <a:r>
              <a:rPr kumimoji="1" lang="ja-JP" altLang="en-US"/>
              <a:t>結論</a:t>
            </a:r>
            <a:r>
              <a:rPr kumimoji="1" lang="en-US" altLang="ja-JP"/>
              <a:t>22</a:t>
            </a:r>
            <a:r>
              <a:rPr kumimoji="1" lang="ja-JP" altLang="en-US"/>
              <a:t>文字、本文</a:t>
            </a:r>
            <a:r>
              <a:rPr kumimoji="1" lang="en-US" altLang="ja-JP"/>
              <a:t>32</a:t>
            </a:r>
            <a:r>
              <a:rPr kumimoji="1" lang="ja-JP" altLang="en-US"/>
              <a:t>文字、項目名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1888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の色面に小さめの指標名、大きく一続きの値、その下に条件
用途</a:t>
            </a:r>
            <a:r>
              <a:rPr kumimoji="1" lang="en-US" altLang="ja-JP"/>
              <a:t>: </a:t>
            </a:r>
            <a:r>
              <a:rPr kumimoji="1" lang="ja-JP" altLang="en-US"/>
              <a:t>同格の金額や指標を</a:t>
            </a:r>
            <a:r>
              <a:rPr kumimoji="1" lang="en-US" altLang="ja-JP"/>
              <a:t>2〜4</a:t>
            </a:r>
            <a:r>
              <a:rPr kumimoji="1" lang="ja-JP" altLang="en-US"/>
              <a:t>つ見せるとき。数値は途中で改行しない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14</a:t>
            </a:r>
            <a:r>
              <a:rPr kumimoji="1" lang="ja-JP" altLang="en-US"/>
              <a:t>文字、値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文字。長い値は横帯へ。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627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左に指標名、中央の広い領域に大きな値、右に条件。行ごとに淡い色面
用途</a:t>
            </a:r>
            <a:r>
              <a:rPr kumimoji="1" lang="en-US" altLang="ja-JP"/>
              <a:t>: </a:t>
            </a:r>
            <a:r>
              <a:rPr kumimoji="1" lang="ja-JP" altLang="en-US"/>
              <a:t>桁数の多い金額や、条件を添えた複数の指標を読むとき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20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文字。単位を含む値は一行で保持。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628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対象ごとに同じ大きさの枠、上にアイコン、中央の色帯に名前、下に説明
用途</a:t>
            </a:r>
            <a:r>
              <a:rPr kumimoji="1" lang="en-US" altLang="ja-JP"/>
              <a:t>: </a:t>
            </a:r>
            <a:r>
              <a:rPr kumimoji="1" lang="ja-JP" altLang="en-US"/>
              <a:t>短い比較を対象名と象徴図形で見分けるとき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文字。比較条件を説明に残す。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18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工程ごとに丸い番号と本文の図形。工程間を矢印で接続
用途</a:t>
            </a:r>
            <a:r>
              <a:rPr kumimoji="1" lang="en-US" altLang="ja-JP"/>
              <a:t>: </a:t>
            </a:r>
            <a:r>
              <a:rPr kumimoji="1" lang="ja-JP" altLang="en-US"/>
              <a:t>順序が明確な短い手順を、段階ごとに理解してもらうとき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工程なら工程名</a:t>
            </a:r>
            <a:r>
              <a:rPr kumimoji="1" lang="en-US" altLang="ja-JP"/>
              <a:t>8</a:t>
            </a:r>
            <a:r>
              <a:rPr kumimoji="1" lang="ja-JP" altLang="en-US"/>
              <a:t>文字・説明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496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左に縦に連なる工程番号、右の枠内に工程名と説明
用途</a:t>
            </a:r>
            <a:r>
              <a:rPr kumimoji="1" lang="en-US" altLang="ja-JP"/>
              <a:t>: </a:t>
            </a:r>
            <a:r>
              <a:rPr kumimoji="1" lang="ja-JP" altLang="en-US"/>
              <a:t>工程の説明が少し長く、横並びでは読みにくいとき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283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左の色面に大きな数式と成立条件、右の枠に具体例と説明
用途</a:t>
            </a:r>
            <a:r>
              <a:rPr kumimoji="1" lang="en-US" altLang="ja-JP"/>
              <a:t>: </a:t>
            </a:r>
            <a:r>
              <a:rPr kumimoji="1" lang="ja-JP" altLang="en-US"/>
              <a:t>数式そのものと、それが意味することを一緒に伝えるとき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数式</a:t>
            </a:r>
            <a:r>
              <a:rPr kumimoji="1" lang="en-US" altLang="ja-JP"/>
              <a:t>30</a:t>
            </a:r>
            <a:r>
              <a:rPr kumimoji="1" lang="ja-JP" altLang="en-US"/>
              <a:t>文字、成立条件</a:t>
            </a:r>
            <a:r>
              <a:rPr kumimoji="1" lang="en-US" altLang="ja-JP"/>
              <a:t>40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8036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用途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8368-2DE1-44FD-B465-9FF772DE764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42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AB2117-9673-9BC5-DE35-F22AF34FC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D37489-1B0B-104D-551E-8E25D86EF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9A9FCA-2E19-9817-EF13-6DC8D69DB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E608B1-8E3C-0601-D9E6-EC32D7779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F50FB8-D13D-EEFB-035F-F5C924ED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438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26FC4-1ACA-3572-F79C-3AE49F8C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A6EE89-2360-2513-16DD-6EE1EDDAC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81F5B5-39DC-96B6-F245-A8F1CE51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717A9E-8FBE-042C-7A0C-C4ABE3FA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653AB4-494F-A8DC-5F10-3D63380A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56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AB810-A6F6-A5C1-816B-1CBF7B7D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DD0166-8E86-2811-863D-0B9A3A6A3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5AF52E-DCEE-7E4D-EBA4-781D58B4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30B7DF-820E-4434-9C5A-A9EA2CC3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A7DCE3-7B40-D3F7-6DB9-50015CA8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17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D7B61-E01F-7C71-BE28-706DA155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085CD2-341A-D885-FDAA-29BEC65E4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177A93-9E20-21EA-9784-CE171047E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05B40B-2C7B-BDF4-AA64-46486C9A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AF9F5B-4791-CC0C-D454-7DECFFA6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7E5676-4C53-6A51-7994-635977A8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07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EDD82-14D5-01B6-0961-DF5C066D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C3A135-0BF6-6581-0300-55F638C4A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35017F-9C79-D641-4520-2C14444CD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C8AB6D-7A2F-BA00-5CCA-D5252A001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41B0706-4F7F-2F31-494E-52E367A9D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11B8C6-C40D-2BD8-FD78-59438AF8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0A2350-EEA5-2E01-2369-19A6ADD4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8064303-FF26-7A53-DF05-A558B1EC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875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E592B-EA4A-E57C-3461-BF029336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B3D261-9103-07CC-09A5-16D22A57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1FD2BD-06F6-D491-52D3-8E5FCDA9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FAE979-90BD-8C6D-0047-74025F4B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9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6F8F328-8F6B-3A9E-F8DA-F6E8986C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C62E74C-F022-D0CA-6DE5-0C46054F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4A499A-3D71-4867-4CB2-B976AF29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20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00343-9435-0A21-3B45-FC4C71CC1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4FAD6A-1EAD-865A-DFFB-E5874D74E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8F6B39-B1B0-CF9E-E52A-6CB9BD2C2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811611-0883-21ED-9576-C426C9837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409469-E330-773F-D258-0BCDD84D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EA5153-5D60-6AC1-9B7C-1B45C83A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29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9D7711-DE0F-F13E-AE2D-A972D86F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777C9C9-F9BE-F725-2559-E1CD634B9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AACA9B-4339-4FF3-706D-3ABDE7C37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74ED39-28C8-2DDF-77CE-5D691588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A90266-A153-293F-EDCF-61C3F0FA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C736A6-A921-2AF4-D76A-8EE43B74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4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6DC9B3-332A-C84A-D2F3-CC45D503F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2701CD6-3A6C-200A-7A41-39AC132CD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F4FEBA-B360-2DC7-DA52-7A558106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8CD437-1BC8-FFBB-57C4-66C530F1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3E411E-F42D-18D5-0CE3-2BFD294F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69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D7580F-C9BF-0878-9CE3-9CB3FC668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E00A2A-2FDD-1F67-237C-45EA43A8E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66AAA-F125-7CF4-B4D3-5CB12A5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05D2BA-C4FD-C01C-68AE-8F0928811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43BD3D-8732-A0DB-3CF3-003EF83B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729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7C11BF-BC42-01E2-4E9A-CB5014D5D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AED1B8-51E6-21C0-34E4-A4C7646EA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B90F15-1E26-8657-31FC-98B3DB992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D51C1-1FC2-4759-B2A0-E9CA3B8B2B7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420FD7-469E-DE56-A261-DF5C0A6FB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B66778-1E2C-12A5-6A52-005711599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982D3-9845-41BC-8253-01D6D09B07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60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80C01A-A902-654B-0B17-D191E21A134E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2047395-5DCC-36F3-86A7-29AC1C3DE136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4B9791-1904-0025-E397-CEC5E1D958CA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主張・数値・説
明に強弱を付ける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298140-0C64-2815-5C3E-C6CD2A3F5898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文字と図形の改善例 </a:t>
            </a:r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/ AI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呼び出しなし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71BFC76-EA49-0C20-0BE2-6B593EF4607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C6CF46-CE9E-9E95-96E6-19743DC4DF7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703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9BDECB-E0A9-8D96-CDB6-1F47997BAB6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004262-5A69-4629-B373-758911D2A5B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円の中にアイコンと要点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382FC84-F7DE-1BFB-B424-AACA9B81586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FB8FDEF0-0A8D-C737-0365-3762C3D3E957}"/>
              </a:ext>
            </a:extLst>
          </p:cNvPr>
          <p:cNvSpPr/>
          <p:nvPr/>
        </p:nvSpPr>
        <p:spPr>
          <a:xfrm>
            <a:off x="1083733" y="2095500"/>
            <a:ext cx="2641600" cy="2641600"/>
          </a:xfrm>
          <a:prstGeom prst="ellipse">
            <a:avLst/>
          </a:prstGeom>
          <a:solidFill>
            <a:srgbClr val="21464D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BA0025D-CB33-7654-9F9E-A7DC9A6A0122}"/>
              </a:ext>
            </a:extLst>
          </p:cNvPr>
          <p:cNvSpPr/>
          <p:nvPr/>
        </p:nvSpPr>
        <p:spPr>
          <a:xfrm>
            <a:off x="2226733" y="24384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9B5BC0F-E4F5-E5FA-1A50-9BA5321FDAEE}"/>
              </a:ext>
            </a:extLst>
          </p:cNvPr>
          <p:cNvCxnSpPr/>
          <p:nvPr/>
        </p:nvCxnSpPr>
        <p:spPr>
          <a:xfrm>
            <a:off x="2302933" y="25654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CC15692-8FFE-F4BA-17BB-E078C1ABE57B}"/>
              </a:ext>
            </a:extLst>
          </p:cNvPr>
          <p:cNvCxnSpPr/>
          <p:nvPr/>
        </p:nvCxnSpPr>
        <p:spPr>
          <a:xfrm>
            <a:off x="2302933" y="26670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E0767DC-2863-7F3A-E878-1F7F81570441}"/>
              </a:ext>
            </a:extLst>
          </p:cNvPr>
          <p:cNvCxnSpPr/>
          <p:nvPr/>
        </p:nvCxnSpPr>
        <p:spPr>
          <a:xfrm>
            <a:off x="2302933" y="27686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DE0FEE-9414-4F30-02F3-A4FDF358D799}"/>
              </a:ext>
            </a:extLst>
          </p:cNvPr>
          <p:cNvSpPr txBox="1"/>
          <p:nvPr/>
        </p:nvSpPr>
        <p:spPr>
          <a:xfrm>
            <a:off x="1337733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CD07DF-AA8C-D112-4618-49181C91C0FF}"/>
              </a:ext>
            </a:extLst>
          </p:cNvPr>
          <p:cNvSpPr txBox="1"/>
          <p:nvPr/>
        </p:nvSpPr>
        <p:spPr>
          <a:xfrm>
            <a:off x="812800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4F4610D-69EC-BE23-73F5-0A057CC25956}"/>
              </a:ext>
            </a:extLst>
          </p:cNvPr>
          <p:cNvSpPr/>
          <p:nvPr/>
        </p:nvSpPr>
        <p:spPr>
          <a:xfrm>
            <a:off x="4775200" y="2095500"/>
            <a:ext cx="2641600" cy="2641600"/>
          </a:xfrm>
          <a:prstGeom prst="ellipse">
            <a:avLst/>
          </a:prstGeom>
          <a:solidFill>
            <a:srgbClr val="344445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2EBAA96-4D37-58CD-FABB-71D9B57D0212}"/>
              </a:ext>
            </a:extLst>
          </p:cNvPr>
          <p:cNvCxnSpPr/>
          <p:nvPr/>
        </p:nvCxnSpPr>
        <p:spPr>
          <a:xfrm>
            <a:off x="5867400" y="2463800"/>
            <a:ext cx="0" cy="45720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4D5E340-9A84-7E96-6261-6DD8D044ABE8}"/>
              </a:ext>
            </a:extLst>
          </p:cNvPr>
          <p:cNvCxnSpPr/>
          <p:nvPr/>
        </p:nvCxnSpPr>
        <p:spPr>
          <a:xfrm>
            <a:off x="5867400" y="2921000"/>
            <a:ext cx="482600" cy="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AC99B6B-A7C3-92D2-6590-1AE7583C53CC}"/>
              </a:ext>
            </a:extLst>
          </p:cNvPr>
          <p:cNvSpPr/>
          <p:nvPr/>
        </p:nvSpPr>
        <p:spPr>
          <a:xfrm>
            <a:off x="5943600" y="26924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47DCD1C-6913-7BDD-764A-8BC4F71F8059}"/>
              </a:ext>
            </a:extLst>
          </p:cNvPr>
          <p:cNvSpPr/>
          <p:nvPr/>
        </p:nvSpPr>
        <p:spPr>
          <a:xfrm>
            <a:off x="6070600" y="25654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A22B146-2A1A-C01A-4F88-F5CBFAD6C8D3}"/>
              </a:ext>
            </a:extLst>
          </p:cNvPr>
          <p:cNvSpPr/>
          <p:nvPr/>
        </p:nvSpPr>
        <p:spPr>
          <a:xfrm>
            <a:off x="6197600" y="24638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6CC7838-A6A0-1240-8AEC-0C375FB7801B}"/>
              </a:ext>
            </a:extLst>
          </p:cNvPr>
          <p:cNvSpPr txBox="1"/>
          <p:nvPr/>
        </p:nvSpPr>
        <p:spPr>
          <a:xfrm>
            <a:off x="5029200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3432721-FE22-DF4C-51A7-F445C4F53D51}"/>
              </a:ext>
            </a:extLst>
          </p:cNvPr>
          <p:cNvSpPr txBox="1"/>
          <p:nvPr/>
        </p:nvSpPr>
        <p:spPr>
          <a:xfrm>
            <a:off x="4504267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9AB5F0E4-CC4E-5A23-FF86-6015048413DC}"/>
              </a:ext>
            </a:extLst>
          </p:cNvPr>
          <p:cNvSpPr/>
          <p:nvPr/>
        </p:nvSpPr>
        <p:spPr>
          <a:xfrm>
            <a:off x="8466667" y="2095500"/>
            <a:ext cx="2641600" cy="2641600"/>
          </a:xfrm>
          <a:prstGeom prst="ellipse">
            <a:avLst/>
          </a:prstGeom>
          <a:solidFill>
            <a:srgbClr val="2C3F54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344C84E-8A6A-F355-0AF7-43BA53209A7D}"/>
              </a:ext>
            </a:extLst>
          </p:cNvPr>
          <p:cNvSpPr/>
          <p:nvPr/>
        </p:nvSpPr>
        <p:spPr>
          <a:xfrm>
            <a:off x="9685867" y="24638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AC07652-11D9-872E-A290-C581D0E48FC6}"/>
              </a:ext>
            </a:extLst>
          </p:cNvPr>
          <p:cNvSpPr/>
          <p:nvPr/>
        </p:nvSpPr>
        <p:spPr>
          <a:xfrm>
            <a:off x="9609667" y="27178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395A99D-88A5-AF69-6177-B5B4EE36BA37}"/>
              </a:ext>
            </a:extLst>
          </p:cNvPr>
          <p:cNvSpPr/>
          <p:nvPr/>
        </p:nvSpPr>
        <p:spPr>
          <a:xfrm>
            <a:off x="95080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B5F8D4D8-BDF7-4FB0-5095-74489299C6B6}"/>
              </a:ext>
            </a:extLst>
          </p:cNvPr>
          <p:cNvSpPr/>
          <p:nvPr/>
        </p:nvSpPr>
        <p:spPr>
          <a:xfrm>
            <a:off x="99652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17A961B-ED63-B98D-D405-257C4F2ED33A}"/>
              </a:ext>
            </a:extLst>
          </p:cNvPr>
          <p:cNvCxnSpPr/>
          <p:nvPr/>
        </p:nvCxnSpPr>
        <p:spPr>
          <a:xfrm>
            <a:off x="9533467" y="27432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BF0F8DA-6087-3E89-E588-8B539FE644DD}"/>
              </a:ext>
            </a:extLst>
          </p:cNvPr>
          <p:cNvCxnSpPr/>
          <p:nvPr/>
        </p:nvCxnSpPr>
        <p:spPr>
          <a:xfrm>
            <a:off x="10041467" y="27432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1207A6E-3AFC-E784-51B1-1FFEE6A4BCEC}"/>
              </a:ext>
            </a:extLst>
          </p:cNvPr>
          <p:cNvSpPr txBox="1"/>
          <p:nvPr/>
        </p:nvSpPr>
        <p:spPr>
          <a:xfrm>
            <a:off x="8720667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8E3912-9E0E-1B0A-1459-B237FF43B378}"/>
              </a:ext>
            </a:extLst>
          </p:cNvPr>
          <p:cNvSpPr txBox="1"/>
          <p:nvPr/>
        </p:nvSpPr>
        <p:spPr>
          <a:xfrm>
            <a:off x="8195733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D016E21-2654-5855-57CB-22A467945AE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4B17C59-283A-818F-0590-7C41EE19CAD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162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D5415A-69CA-8EB1-81BA-FDD18E382D6B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0B96CC-1452-A63E-03FF-032C2A93E00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アイコンと本文を囲む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C8AF883-89AF-E035-3BF4-0F88FCE8B03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893375-8868-AA84-3327-2FED1B2337D9}"/>
              </a:ext>
            </a:extLst>
          </p:cNvPr>
          <p:cNvSpPr/>
          <p:nvPr/>
        </p:nvSpPr>
        <p:spPr>
          <a:xfrm>
            <a:off x="711200" y="2019300"/>
            <a:ext cx="5232400" cy="19304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E426EDE-5FB4-1594-140B-A4803B8CF064}"/>
              </a:ext>
            </a:extLst>
          </p:cNvPr>
          <p:cNvSpPr/>
          <p:nvPr/>
        </p:nvSpPr>
        <p:spPr>
          <a:xfrm>
            <a:off x="711200" y="2019300"/>
            <a:ext cx="38100" cy="19304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F19C7EC-C449-E3BD-8358-CD2865FC22C9}"/>
              </a:ext>
            </a:extLst>
          </p:cNvPr>
          <p:cNvSpPr/>
          <p:nvPr/>
        </p:nvSpPr>
        <p:spPr>
          <a:xfrm>
            <a:off x="1066800" y="25146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13D332E-257A-5436-DED4-4991E510DF16}"/>
              </a:ext>
            </a:extLst>
          </p:cNvPr>
          <p:cNvCxnSpPr/>
          <p:nvPr/>
        </p:nvCxnSpPr>
        <p:spPr>
          <a:xfrm>
            <a:off x="1143000" y="26416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93F5DA9-E972-ADAB-487E-4614376ECBD7}"/>
              </a:ext>
            </a:extLst>
          </p:cNvPr>
          <p:cNvCxnSpPr/>
          <p:nvPr/>
        </p:nvCxnSpPr>
        <p:spPr>
          <a:xfrm>
            <a:off x="1143000" y="27432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AF6EC6F-A895-52C9-E3B3-CD8924D0BA7A}"/>
              </a:ext>
            </a:extLst>
          </p:cNvPr>
          <p:cNvCxnSpPr/>
          <p:nvPr/>
        </p:nvCxnSpPr>
        <p:spPr>
          <a:xfrm>
            <a:off x="1143000" y="28448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889CF0-AC61-6DBE-8254-0B5036C244CA}"/>
              </a:ext>
            </a:extLst>
          </p:cNvPr>
          <p:cNvSpPr txBox="1"/>
          <p:nvPr/>
        </p:nvSpPr>
        <p:spPr>
          <a:xfrm>
            <a:off x="18034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AC19078-BC84-3FB3-63EC-F1E06EB5BE0D}"/>
              </a:ext>
            </a:extLst>
          </p:cNvPr>
          <p:cNvSpPr txBox="1"/>
          <p:nvPr/>
        </p:nvSpPr>
        <p:spPr>
          <a:xfrm>
            <a:off x="18034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91267D6-5FA8-F764-1625-B650FB1D433E}"/>
              </a:ext>
            </a:extLst>
          </p:cNvPr>
          <p:cNvSpPr/>
          <p:nvPr/>
        </p:nvSpPr>
        <p:spPr>
          <a:xfrm>
            <a:off x="6248400" y="2019300"/>
            <a:ext cx="5232400" cy="19304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D8EC5E-C0A2-FAA5-D5B8-7CD11841DBD5}"/>
              </a:ext>
            </a:extLst>
          </p:cNvPr>
          <p:cNvSpPr/>
          <p:nvPr/>
        </p:nvSpPr>
        <p:spPr>
          <a:xfrm>
            <a:off x="6248400" y="2019300"/>
            <a:ext cx="38100" cy="19304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331742F-BB00-3AA3-89A8-530945852254}"/>
              </a:ext>
            </a:extLst>
          </p:cNvPr>
          <p:cNvCxnSpPr/>
          <p:nvPr/>
        </p:nvCxnSpPr>
        <p:spPr>
          <a:xfrm>
            <a:off x="6553200" y="2540000"/>
            <a:ext cx="0" cy="45720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08A70F6-B879-3A81-854E-7DA80023C165}"/>
              </a:ext>
            </a:extLst>
          </p:cNvPr>
          <p:cNvCxnSpPr/>
          <p:nvPr/>
        </p:nvCxnSpPr>
        <p:spPr>
          <a:xfrm>
            <a:off x="6553200" y="2997200"/>
            <a:ext cx="482600" cy="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CFC7A20-1611-2CE8-EEBA-B6E1F689BC5F}"/>
              </a:ext>
            </a:extLst>
          </p:cNvPr>
          <p:cNvSpPr/>
          <p:nvPr/>
        </p:nvSpPr>
        <p:spPr>
          <a:xfrm>
            <a:off x="6629400" y="27686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E6D90B4-4235-76A1-EA47-461B438E7DF2}"/>
              </a:ext>
            </a:extLst>
          </p:cNvPr>
          <p:cNvSpPr/>
          <p:nvPr/>
        </p:nvSpPr>
        <p:spPr>
          <a:xfrm>
            <a:off x="6756400" y="26416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0D6CFC9-94B5-CFC0-80EE-8C003B317F13}"/>
              </a:ext>
            </a:extLst>
          </p:cNvPr>
          <p:cNvSpPr/>
          <p:nvPr/>
        </p:nvSpPr>
        <p:spPr>
          <a:xfrm>
            <a:off x="6883400" y="25400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A101B97-9522-7A36-532D-4D6445BC4E52}"/>
              </a:ext>
            </a:extLst>
          </p:cNvPr>
          <p:cNvSpPr txBox="1"/>
          <p:nvPr/>
        </p:nvSpPr>
        <p:spPr>
          <a:xfrm>
            <a:off x="73406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0506CA0-263B-773F-6801-7F1C9F447C14}"/>
              </a:ext>
            </a:extLst>
          </p:cNvPr>
          <p:cNvSpPr txBox="1"/>
          <p:nvPr/>
        </p:nvSpPr>
        <p:spPr>
          <a:xfrm>
            <a:off x="73406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FB9DD5A-9711-70A2-923F-541A1BD008E8}"/>
              </a:ext>
            </a:extLst>
          </p:cNvPr>
          <p:cNvSpPr/>
          <p:nvPr/>
        </p:nvSpPr>
        <p:spPr>
          <a:xfrm>
            <a:off x="711200" y="4076700"/>
            <a:ext cx="5232400" cy="19304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C08F711-0382-5F73-06B2-997DE7C0C034}"/>
              </a:ext>
            </a:extLst>
          </p:cNvPr>
          <p:cNvSpPr/>
          <p:nvPr/>
        </p:nvSpPr>
        <p:spPr>
          <a:xfrm>
            <a:off x="711200" y="4076700"/>
            <a:ext cx="38100" cy="19304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7BA66EB-7941-D8E6-AFD7-13978D1D23AA}"/>
              </a:ext>
            </a:extLst>
          </p:cNvPr>
          <p:cNvSpPr/>
          <p:nvPr/>
        </p:nvSpPr>
        <p:spPr>
          <a:xfrm>
            <a:off x="1143000" y="45974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B458254-6392-7F8C-B8A4-B797DEE7EC57}"/>
              </a:ext>
            </a:extLst>
          </p:cNvPr>
          <p:cNvSpPr/>
          <p:nvPr/>
        </p:nvSpPr>
        <p:spPr>
          <a:xfrm>
            <a:off x="1066800" y="48514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3BAC7B7-FB26-7917-62AE-B94B377DB275}"/>
              </a:ext>
            </a:extLst>
          </p:cNvPr>
          <p:cNvSpPr/>
          <p:nvPr/>
        </p:nvSpPr>
        <p:spPr>
          <a:xfrm>
            <a:off x="9652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01ECF30B-1468-127C-78D1-D08A248F33A4}"/>
              </a:ext>
            </a:extLst>
          </p:cNvPr>
          <p:cNvSpPr/>
          <p:nvPr/>
        </p:nvSpPr>
        <p:spPr>
          <a:xfrm>
            <a:off x="14224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C5CDBF47-F41B-63F3-838D-BE95DC703AAD}"/>
              </a:ext>
            </a:extLst>
          </p:cNvPr>
          <p:cNvCxnSpPr/>
          <p:nvPr/>
        </p:nvCxnSpPr>
        <p:spPr>
          <a:xfrm>
            <a:off x="990600" y="48768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C4D4096-09E0-418C-619F-87F12BD9B645}"/>
              </a:ext>
            </a:extLst>
          </p:cNvPr>
          <p:cNvCxnSpPr/>
          <p:nvPr/>
        </p:nvCxnSpPr>
        <p:spPr>
          <a:xfrm>
            <a:off x="1498600" y="48768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45EF11E-1758-AE0A-CDD0-308813F7BD29}"/>
              </a:ext>
            </a:extLst>
          </p:cNvPr>
          <p:cNvSpPr txBox="1"/>
          <p:nvPr/>
        </p:nvSpPr>
        <p:spPr>
          <a:xfrm>
            <a:off x="18034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D4CC3AD-B99B-59BC-ABD9-F20511E966FF}"/>
              </a:ext>
            </a:extLst>
          </p:cNvPr>
          <p:cNvSpPr txBox="1"/>
          <p:nvPr/>
        </p:nvSpPr>
        <p:spPr>
          <a:xfrm>
            <a:off x="18034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8E467CC-6A94-9C31-B0A6-329996A12F78}"/>
              </a:ext>
            </a:extLst>
          </p:cNvPr>
          <p:cNvSpPr/>
          <p:nvPr/>
        </p:nvSpPr>
        <p:spPr>
          <a:xfrm>
            <a:off x="6248400" y="4076700"/>
            <a:ext cx="5232400" cy="19304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C507A3E-D4C7-0B4D-E90C-C3F3385DF8A6}"/>
              </a:ext>
            </a:extLst>
          </p:cNvPr>
          <p:cNvSpPr/>
          <p:nvPr/>
        </p:nvSpPr>
        <p:spPr>
          <a:xfrm>
            <a:off x="6248400" y="4076700"/>
            <a:ext cx="38100" cy="19304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ECFB0B95-16EA-342A-2A25-E5B53E1E7DFE}"/>
              </a:ext>
            </a:extLst>
          </p:cNvPr>
          <p:cNvSpPr/>
          <p:nvPr/>
        </p:nvSpPr>
        <p:spPr>
          <a:xfrm>
            <a:off x="6527800" y="4572000"/>
            <a:ext cx="508000" cy="508000"/>
          </a:xfrm>
          <a:prstGeom prst="ellipse">
            <a:avLst/>
          </a:prstGeom>
          <a:noFill/>
          <a:ln w="35560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66801861-F5F0-F131-AE3F-1FE91871CFBF}"/>
              </a:ext>
            </a:extLst>
          </p:cNvPr>
          <p:cNvSpPr/>
          <p:nvPr/>
        </p:nvSpPr>
        <p:spPr>
          <a:xfrm>
            <a:off x="6654800" y="4572000"/>
            <a:ext cx="254000" cy="508000"/>
          </a:xfrm>
          <a:prstGeom prst="ellipse">
            <a:avLst/>
          </a:prstGeom>
          <a:noFill/>
          <a:ln w="35560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ACC07AD-85CC-F82A-433F-25D656AB71BB}"/>
              </a:ext>
            </a:extLst>
          </p:cNvPr>
          <p:cNvCxnSpPr/>
          <p:nvPr/>
        </p:nvCxnSpPr>
        <p:spPr>
          <a:xfrm>
            <a:off x="6527800" y="4826000"/>
            <a:ext cx="508000" cy="0"/>
          </a:xfrm>
          <a:prstGeom prst="line">
            <a:avLst/>
          </a:prstGeom>
          <a:ln w="35560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E578F2C-CA02-49FC-CFB6-804236D57C6F}"/>
              </a:ext>
            </a:extLst>
          </p:cNvPr>
          <p:cNvSpPr txBox="1"/>
          <p:nvPr/>
        </p:nvSpPr>
        <p:spPr>
          <a:xfrm>
            <a:off x="73406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6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2CB7DC1-651D-D20E-0DF7-FC51FBD0FBEB}"/>
              </a:ext>
            </a:extLst>
          </p:cNvPr>
          <p:cNvSpPr txBox="1"/>
          <p:nvPr/>
        </p:nvSpPr>
        <p:spPr>
          <a:xfrm>
            <a:off x="73406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707839BE-8E04-C9E3-342C-BF5C3C1336D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C200240-C113-8930-E0D6-93957450EC7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240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AB8847F-115F-93FB-4208-AD6FF1DD9C4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2B6E07D-B623-816F-8F8C-1E4E1A1460A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アイコンと見出しの横帯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83421E-A345-397A-3C28-F6EED85D0CD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E08D94-3FFE-1B90-371B-4DED4E070A13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CD9533-CB03-21EE-7AD6-D7EAAF0EB1DC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9E3EBDC-7540-9C34-3A06-C685D64901A2}"/>
              </a:ext>
            </a:extLst>
          </p:cNvPr>
          <p:cNvSpPr/>
          <p:nvPr/>
        </p:nvSpPr>
        <p:spPr>
          <a:xfrm>
            <a:off x="1076325" y="2235200"/>
            <a:ext cx="311150" cy="444500"/>
          </a:xfrm>
          <a:prstGeom prst="roundRect">
            <a:avLst/>
          </a:prstGeom>
          <a:noFill/>
          <a:ln w="3111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C256659-4D5B-5760-C9CB-DD8FDB3920AB}"/>
              </a:ext>
            </a:extLst>
          </p:cNvPr>
          <p:cNvCxnSpPr/>
          <p:nvPr/>
        </p:nvCxnSpPr>
        <p:spPr>
          <a:xfrm>
            <a:off x="1143000" y="2346325"/>
            <a:ext cx="177800" cy="0"/>
          </a:xfrm>
          <a:prstGeom prst="line">
            <a:avLst/>
          </a:prstGeom>
          <a:ln w="3111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879FFFC-BA0C-6635-DD18-27AD80BB49C8}"/>
              </a:ext>
            </a:extLst>
          </p:cNvPr>
          <p:cNvCxnSpPr/>
          <p:nvPr/>
        </p:nvCxnSpPr>
        <p:spPr>
          <a:xfrm>
            <a:off x="1143000" y="2435225"/>
            <a:ext cx="177800" cy="0"/>
          </a:xfrm>
          <a:prstGeom prst="line">
            <a:avLst/>
          </a:prstGeom>
          <a:ln w="3111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DA4A142-AD2A-7E1E-E3E4-4E9DEC052405}"/>
              </a:ext>
            </a:extLst>
          </p:cNvPr>
          <p:cNvCxnSpPr/>
          <p:nvPr/>
        </p:nvCxnSpPr>
        <p:spPr>
          <a:xfrm>
            <a:off x="1143000" y="2524125"/>
            <a:ext cx="177800" cy="0"/>
          </a:xfrm>
          <a:prstGeom prst="line">
            <a:avLst/>
          </a:prstGeom>
          <a:ln w="3111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D35902-AE90-8FA1-B089-B9250A942D7D}"/>
              </a:ext>
            </a:extLst>
          </p:cNvPr>
          <p:cNvSpPr txBox="1"/>
          <p:nvPr/>
        </p:nvSpPr>
        <p:spPr>
          <a:xfrm>
            <a:off x="1752600" y="21463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7DFF32D-40C4-CE83-3219-22E91D08C06D}"/>
              </a:ext>
            </a:extLst>
          </p:cNvPr>
          <p:cNvSpPr txBox="1"/>
          <p:nvPr/>
        </p:nvSpPr>
        <p:spPr>
          <a:xfrm>
            <a:off x="5562600" y="21590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E9E183A-B8E4-9322-6363-DBF360F3D454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CB89311-DCFF-B4B6-7B59-D883F036F187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0BA61DA-142C-F8BB-6972-F78D825FFABD}"/>
              </a:ext>
            </a:extLst>
          </p:cNvPr>
          <p:cNvCxnSpPr/>
          <p:nvPr/>
        </p:nvCxnSpPr>
        <p:spPr>
          <a:xfrm>
            <a:off x="1031875" y="3260725"/>
            <a:ext cx="0" cy="400050"/>
          </a:xfrm>
          <a:prstGeom prst="line">
            <a:avLst/>
          </a:prstGeom>
          <a:ln w="3111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13AE5FC-4A90-034D-E3A6-F6821D987A35}"/>
              </a:ext>
            </a:extLst>
          </p:cNvPr>
          <p:cNvCxnSpPr/>
          <p:nvPr/>
        </p:nvCxnSpPr>
        <p:spPr>
          <a:xfrm>
            <a:off x="1031875" y="3660775"/>
            <a:ext cx="422275" cy="0"/>
          </a:xfrm>
          <a:prstGeom prst="line">
            <a:avLst/>
          </a:prstGeom>
          <a:ln w="3111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753340C-2BDB-E53F-4DB4-C399CE129E13}"/>
              </a:ext>
            </a:extLst>
          </p:cNvPr>
          <p:cNvSpPr/>
          <p:nvPr/>
        </p:nvSpPr>
        <p:spPr>
          <a:xfrm>
            <a:off x="1098550" y="3460750"/>
            <a:ext cx="66675" cy="155575"/>
          </a:xfrm>
          <a:prstGeom prst="rect">
            <a:avLst/>
          </a:prstGeom>
          <a:noFill/>
          <a:ln w="3111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427838A-9509-FCF5-5AC1-CEB8FF7F328C}"/>
              </a:ext>
            </a:extLst>
          </p:cNvPr>
          <p:cNvSpPr/>
          <p:nvPr/>
        </p:nvSpPr>
        <p:spPr>
          <a:xfrm>
            <a:off x="1209675" y="3349625"/>
            <a:ext cx="66675" cy="266700"/>
          </a:xfrm>
          <a:prstGeom prst="rect">
            <a:avLst/>
          </a:prstGeom>
          <a:noFill/>
          <a:ln w="3111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2B4AC7A-3E9F-94D1-1E72-87435BBEB9E4}"/>
              </a:ext>
            </a:extLst>
          </p:cNvPr>
          <p:cNvSpPr/>
          <p:nvPr/>
        </p:nvSpPr>
        <p:spPr>
          <a:xfrm>
            <a:off x="1320800" y="3260725"/>
            <a:ext cx="66675" cy="355600"/>
          </a:xfrm>
          <a:prstGeom prst="rect">
            <a:avLst/>
          </a:prstGeom>
          <a:noFill/>
          <a:ln w="3111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B0CD45-ECE5-7FFA-52F7-206EC91DAF12}"/>
              </a:ext>
            </a:extLst>
          </p:cNvPr>
          <p:cNvSpPr txBox="1"/>
          <p:nvPr/>
        </p:nvSpPr>
        <p:spPr>
          <a:xfrm>
            <a:off x="1752600" y="31496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E2352D-7C8F-344E-8F77-6877C0BA21BE}"/>
              </a:ext>
            </a:extLst>
          </p:cNvPr>
          <p:cNvSpPr txBox="1"/>
          <p:nvPr/>
        </p:nvSpPr>
        <p:spPr>
          <a:xfrm>
            <a:off x="5562600" y="31623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09426D9-01F7-1992-F823-4A7E2B392BE9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BA23F3-3303-8C49-BD34-E624BD790C54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B814A4EA-85DA-7687-D495-08F486B8E4CD}"/>
              </a:ext>
            </a:extLst>
          </p:cNvPr>
          <p:cNvSpPr/>
          <p:nvPr/>
        </p:nvSpPr>
        <p:spPr>
          <a:xfrm>
            <a:off x="1143000" y="4264025"/>
            <a:ext cx="177800" cy="177800"/>
          </a:xfrm>
          <a:prstGeom prst="ellipse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3A6B66AD-3E25-C4E6-3539-CB91FEE23303}"/>
              </a:ext>
            </a:extLst>
          </p:cNvPr>
          <p:cNvSpPr/>
          <p:nvPr/>
        </p:nvSpPr>
        <p:spPr>
          <a:xfrm>
            <a:off x="1076325" y="4486275"/>
            <a:ext cx="311150" cy="200025"/>
          </a:xfrm>
          <a:prstGeom prst="roundRect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27700B03-0167-D999-DDEB-98DC38426F11}"/>
              </a:ext>
            </a:extLst>
          </p:cNvPr>
          <p:cNvSpPr/>
          <p:nvPr/>
        </p:nvSpPr>
        <p:spPr>
          <a:xfrm>
            <a:off x="98742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18C3F926-0D9A-AB13-55B0-1E9C6533501F}"/>
              </a:ext>
            </a:extLst>
          </p:cNvPr>
          <p:cNvSpPr/>
          <p:nvPr/>
        </p:nvSpPr>
        <p:spPr>
          <a:xfrm>
            <a:off x="138747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AC6DBFF-CDA5-712A-A3FB-C4B2EA782FDC}"/>
              </a:ext>
            </a:extLst>
          </p:cNvPr>
          <p:cNvCxnSpPr/>
          <p:nvPr/>
        </p:nvCxnSpPr>
        <p:spPr>
          <a:xfrm>
            <a:off x="1009650" y="4508500"/>
            <a:ext cx="0" cy="133350"/>
          </a:xfrm>
          <a:prstGeom prst="line">
            <a:avLst/>
          </a:prstGeom>
          <a:ln w="3111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BB62D67-E3D9-75BA-3199-3694BD42F824}"/>
              </a:ext>
            </a:extLst>
          </p:cNvPr>
          <p:cNvCxnSpPr/>
          <p:nvPr/>
        </p:nvCxnSpPr>
        <p:spPr>
          <a:xfrm>
            <a:off x="1454150" y="4508500"/>
            <a:ext cx="0" cy="133350"/>
          </a:xfrm>
          <a:prstGeom prst="line">
            <a:avLst/>
          </a:prstGeom>
          <a:ln w="3111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815D47D-385B-5399-3FA1-9F1C94B92B5E}"/>
              </a:ext>
            </a:extLst>
          </p:cNvPr>
          <p:cNvSpPr txBox="1"/>
          <p:nvPr/>
        </p:nvSpPr>
        <p:spPr>
          <a:xfrm>
            <a:off x="1752600" y="41529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54241D0-B0CC-8FE3-D0DA-3E53FECAAD07}"/>
              </a:ext>
            </a:extLst>
          </p:cNvPr>
          <p:cNvSpPr txBox="1"/>
          <p:nvPr/>
        </p:nvSpPr>
        <p:spPr>
          <a:xfrm>
            <a:off x="5562600" y="41656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315106E-FFE9-647B-6B5B-1CCC8DBBE01A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E3ADAC7-D816-1F01-87A1-D6E1F844E13B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EF0AD951-CA96-D93D-B5D2-75CACBF74500}"/>
              </a:ext>
            </a:extLst>
          </p:cNvPr>
          <p:cNvSpPr/>
          <p:nvPr/>
        </p:nvSpPr>
        <p:spPr>
          <a:xfrm>
            <a:off x="1009650" y="5245100"/>
            <a:ext cx="444500" cy="444500"/>
          </a:xfrm>
          <a:prstGeom prst="ellipse">
            <a:avLst/>
          </a:prstGeom>
          <a:noFill/>
          <a:ln w="31115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FF85C7A1-5E6D-9EF2-3E90-2711A90D190C}"/>
              </a:ext>
            </a:extLst>
          </p:cNvPr>
          <p:cNvSpPr/>
          <p:nvPr/>
        </p:nvSpPr>
        <p:spPr>
          <a:xfrm>
            <a:off x="1120775" y="5245100"/>
            <a:ext cx="222250" cy="444500"/>
          </a:xfrm>
          <a:prstGeom prst="ellipse">
            <a:avLst/>
          </a:prstGeom>
          <a:noFill/>
          <a:ln w="31115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19ACD2C-1B97-9395-1165-C5BA6BB2E2B6}"/>
              </a:ext>
            </a:extLst>
          </p:cNvPr>
          <p:cNvCxnSpPr/>
          <p:nvPr/>
        </p:nvCxnSpPr>
        <p:spPr>
          <a:xfrm>
            <a:off x="1009650" y="5467350"/>
            <a:ext cx="444500" cy="0"/>
          </a:xfrm>
          <a:prstGeom prst="line">
            <a:avLst/>
          </a:prstGeom>
          <a:ln w="31115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245EC15-D991-0172-6EC0-F389BC260493}"/>
              </a:ext>
            </a:extLst>
          </p:cNvPr>
          <p:cNvSpPr txBox="1"/>
          <p:nvPr/>
        </p:nvSpPr>
        <p:spPr>
          <a:xfrm>
            <a:off x="1752600" y="51562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E3F0F9A-BCCD-53D5-C90F-AD0FE1302630}"/>
              </a:ext>
            </a:extLst>
          </p:cNvPr>
          <p:cNvSpPr txBox="1"/>
          <p:nvPr/>
        </p:nvSpPr>
        <p:spPr>
          <a:xfrm>
            <a:off x="5562600" y="51689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94CD700-A588-328C-C4DA-CFBE95A323A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3C30F7E-D12B-9261-BA48-AE311CED4D7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346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337088-6F5F-F322-5935-A0CE3D1268A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966FB0-49CF-14B8-A8FB-1D73CB0E361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結論を大きな色面に置く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957A549-A354-8723-E9DC-88A4A77CA22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323BAA5-BBF2-0359-66F9-F341F1FE3EC6}"/>
              </a:ext>
            </a:extLst>
          </p:cNvPr>
          <p:cNvSpPr/>
          <p:nvPr/>
        </p:nvSpPr>
        <p:spPr>
          <a:xfrm>
            <a:off x="711200" y="2019300"/>
            <a:ext cx="4699000" cy="4013200"/>
          </a:xfrm>
          <a:prstGeom prst="round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D718768-D712-D38B-4E56-1D71D7E88A2D}"/>
              </a:ext>
            </a:extLst>
          </p:cNvPr>
          <p:cNvSpPr txBox="1"/>
          <p:nvPr/>
        </p:nvSpPr>
        <p:spPr>
          <a:xfrm>
            <a:off x="1016000" y="2400300"/>
            <a:ext cx="40894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8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要点と
根拠を伝える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883E0F1-F8B8-8D26-0D47-151F7F13BDFA}"/>
              </a:ext>
            </a:extLst>
          </p:cNvPr>
          <p:cNvSpPr txBox="1"/>
          <p:nvPr/>
        </p:nvSpPr>
        <p:spPr>
          <a:xfrm>
            <a:off x="1016000" y="5054600"/>
            <a:ext cx="4089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同じ条件で情報を確かめます。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535C737-6A12-AE0C-E1C5-FF1EF660AF9B}"/>
              </a:ext>
            </a:extLst>
          </p:cNvPr>
          <p:cNvSpPr/>
          <p:nvPr/>
        </p:nvSpPr>
        <p:spPr>
          <a:xfrm>
            <a:off x="5765800" y="2019300"/>
            <a:ext cx="5715000" cy="1185333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3069476-75AC-3506-C85C-E2071F58F97E}"/>
              </a:ext>
            </a:extLst>
          </p:cNvPr>
          <p:cNvSpPr/>
          <p:nvPr/>
        </p:nvSpPr>
        <p:spPr>
          <a:xfrm>
            <a:off x="57658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A39A56-F4FA-F27A-98E7-CF0D3DB1360A}"/>
              </a:ext>
            </a:extLst>
          </p:cNvPr>
          <p:cNvSpPr txBox="1"/>
          <p:nvPr/>
        </p:nvSpPr>
        <p:spPr>
          <a:xfrm>
            <a:off x="6019800" y="2159000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E8742E-086A-C63E-A499-516C74676B1E}"/>
              </a:ext>
            </a:extLst>
          </p:cNvPr>
          <p:cNvSpPr txBox="1"/>
          <p:nvPr/>
        </p:nvSpPr>
        <p:spPr>
          <a:xfrm>
            <a:off x="6019800" y="2768600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30E82E7-CFEF-9D5E-4BBD-4EA156C7C4CD}"/>
              </a:ext>
            </a:extLst>
          </p:cNvPr>
          <p:cNvSpPr/>
          <p:nvPr/>
        </p:nvSpPr>
        <p:spPr>
          <a:xfrm>
            <a:off x="5765800" y="3357033"/>
            <a:ext cx="5715000" cy="1185334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5E11FF5-6C59-089C-0E5D-0419A73845F8}"/>
              </a:ext>
            </a:extLst>
          </p:cNvPr>
          <p:cNvSpPr/>
          <p:nvPr/>
        </p:nvSpPr>
        <p:spPr>
          <a:xfrm>
            <a:off x="57658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7F5EF02-DB0D-1FCC-0B6B-5F53FCEBE0C6}"/>
              </a:ext>
            </a:extLst>
          </p:cNvPr>
          <p:cNvSpPr txBox="1"/>
          <p:nvPr/>
        </p:nvSpPr>
        <p:spPr>
          <a:xfrm>
            <a:off x="6019800" y="3496733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DF56C77-C72E-58F2-B554-BCD117E4A85A}"/>
              </a:ext>
            </a:extLst>
          </p:cNvPr>
          <p:cNvSpPr txBox="1"/>
          <p:nvPr/>
        </p:nvSpPr>
        <p:spPr>
          <a:xfrm>
            <a:off x="6019800" y="4106333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BEAF7F3-E5DA-D5B3-EB6B-398F81EE969B}"/>
              </a:ext>
            </a:extLst>
          </p:cNvPr>
          <p:cNvSpPr/>
          <p:nvPr/>
        </p:nvSpPr>
        <p:spPr>
          <a:xfrm>
            <a:off x="5765800" y="4694767"/>
            <a:ext cx="5715000" cy="1185333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59C8A9-C22F-23E3-2675-014A586C0DDC}"/>
              </a:ext>
            </a:extLst>
          </p:cNvPr>
          <p:cNvSpPr/>
          <p:nvPr/>
        </p:nvSpPr>
        <p:spPr>
          <a:xfrm>
            <a:off x="57658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60C20D6-DB79-52F3-A1CF-A832BB904011}"/>
              </a:ext>
            </a:extLst>
          </p:cNvPr>
          <p:cNvSpPr txBox="1"/>
          <p:nvPr/>
        </p:nvSpPr>
        <p:spPr>
          <a:xfrm>
            <a:off x="6019800" y="4834467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238A6F-E693-E0A7-A83C-B71F4D43EB3F}"/>
              </a:ext>
            </a:extLst>
          </p:cNvPr>
          <p:cNvSpPr txBox="1"/>
          <p:nvPr/>
        </p:nvSpPr>
        <p:spPr>
          <a:xfrm>
            <a:off x="6019800" y="5444067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1DEC4C8-2FCF-9103-4F48-1127EBEC3D9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7A63906-6B01-3C6C-20DD-13E5049D5F4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290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A53250-D61D-E32A-1A08-69B7D68998D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8D8956-AC40-459F-C947-56CEDE02F4E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一行の大きな値と条件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60698C6-9915-9026-1D7D-D2C6F29FD1D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1AB4E9F-90E0-92AF-E112-E5A391E3F482}"/>
              </a:ext>
            </a:extLst>
          </p:cNvPr>
          <p:cNvSpPr/>
          <p:nvPr/>
        </p:nvSpPr>
        <p:spPr>
          <a:xfrm>
            <a:off x="711200" y="2019300"/>
            <a:ext cx="5232400" cy="18796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CC01EA9-3EE3-80C5-8AED-F989926C1BF8}"/>
              </a:ext>
            </a:extLst>
          </p:cNvPr>
          <p:cNvSpPr/>
          <p:nvPr/>
        </p:nvSpPr>
        <p:spPr>
          <a:xfrm>
            <a:off x="711200" y="2019300"/>
            <a:ext cx="38100" cy="18796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4DA1398-5F97-B43C-2B73-EFA77E628097}"/>
              </a:ext>
            </a:extLst>
          </p:cNvPr>
          <p:cNvSpPr txBox="1"/>
          <p:nvPr/>
        </p:nvSpPr>
        <p:spPr>
          <a:xfrm>
            <a:off x="9652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60BF7C-FD62-7FC2-FBA3-9FD522F20B54}"/>
              </a:ext>
            </a:extLst>
          </p:cNvPr>
          <p:cNvSpPr txBox="1"/>
          <p:nvPr/>
        </p:nvSpPr>
        <p:spPr>
          <a:xfrm>
            <a:off x="9652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9D1461-8001-C084-6561-319BFFC08A22}"/>
              </a:ext>
            </a:extLst>
          </p:cNvPr>
          <p:cNvSpPr txBox="1"/>
          <p:nvPr/>
        </p:nvSpPr>
        <p:spPr>
          <a:xfrm>
            <a:off x="9652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372DCD4-614F-F8AF-78CD-6EDEDFC64AE8}"/>
              </a:ext>
            </a:extLst>
          </p:cNvPr>
          <p:cNvSpPr/>
          <p:nvPr/>
        </p:nvSpPr>
        <p:spPr>
          <a:xfrm>
            <a:off x="6248400" y="2019300"/>
            <a:ext cx="5232400" cy="18796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8CB3F34-61F4-72B2-07C8-368A9CB74BD7}"/>
              </a:ext>
            </a:extLst>
          </p:cNvPr>
          <p:cNvSpPr/>
          <p:nvPr/>
        </p:nvSpPr>
        <p:spPr>
          <a:xfrm>
            <a:off x="6248400" y="2019300"/>
            <a:ext cx="38100" cy="18796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19AE68A-C90C-1997-F7C8-F926EC3153CD}"/>
              </a:ext>
            </a:extLst>
          </p:cNvPr>
          <p:cNvSpPr txBox="1"/>
          <p:nvPr/>
        </p:nvSpPr>
        <p:spPr>
          <a:xfrm>
            <a:off x="65024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763A20-1A44-3036-BC93-C104BC90E558}"/>
              </a:ext>
            </a:extLst>
          </p:cNvPr>
          <p:cNvSpPr txBox="1"/>
          <p:nvPr/>
        </p:nvSpPr>
        <p:spPr>
          <a:xfrm>
            <a:off x="65024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CAD10A4-5663-5B39-D650-FE665A82D641}"/>
              </a:ext>
            </a:extLst>
          </p:cNvPr>
          <p:cNvSpPr txBox="1"/>
          <p:nvPr/>
        </p:nvSpPr>
        <p:spPr>
          <a:xfrm>
            <a:off x="65024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5228F8A-9E7C-5522-42DF-5E1E8CDBD015}"/>
              </a:ext>
            </a:extLst>
          </p:cNvPr>
          <p:cNvSpPr/>
          <p:nvPr/>
        </p:nvSpPr>
        <p:spPr>
          <a:xfrm>
            <a:off x="711200" y="4025900"/>
            <a:ext cx="5232400" cy="18796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FC41A09-C2BD-14A5-485B-628CF3A7B0D7}"/>
              </a:ext>
            </a:extLst>
          </p:cNvPr>
          <p:cNvSpPr/>
          <p:nvPr/>
        </p:nvSpPr>
        <p:spPr>
          <a:xfrm>
            <a:off x="711200" y="4025900"/>
            <a:ext cx="38100" cy="18796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A2CB921-265D-B9A4-91A8-3770907AC010}"/>
              </a:ext>
            </a:extLst>
          </p:cNvPr>
          <p:cNvSpPr txBox="1"/>
          <p:nvPr/>
        </p:nvSpPr>
        <p:spPr>
          <a:xfrm>
            <a:off x="9652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53EA7CA-ADF2-EA85-36E1-BAD41DA15A92}"/>
              </a:ext>
            </a:extLst>
          </p:cNvPr>
          <p:cNvSpPr txBox="1"/>
          <p:nvPr/>
        </p:nvSpPr>
        <p:spPr>
          <a:xfrm>
            <a:off x="9652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69A05B0-E5A9-C8AA-9A99-9DEEF7634AF4}"/>
              </a:ext>
            </a:extLst>
          </p:cNvPr>
          <p:cNvSpPr txBox="1"/>
          <p:nvPr/>
        </p:nvSpPr>
        <p:spPr>
          <a:xfrm>
            <a:off x="9652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0696AE0-6928-FE67-3798-FEE0B3A976C1}"/>
              </a:ext>
            </a:extLst>
          </p:cNvPr>
          <p:cNvSpPr/>
          <p:nvPr/>
        </p:nvSpPr>
        <p:spPr>
          <a:xfrm>
            <a:off x="6248400" y="4025900"/>
            <a:ext cx="5232400" cy="18796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B167A9D-34D7-982C-C227-EBCC726CC5CF}"/>
              </a:ext>
            </a:extLst>
          </p:cNvPr>
          <p:cNvSpPr/>
          <p:nvPr/>
        </p:nvSpPr>
        <p:spPr>
          <a:xfrm>
            <a:off x="6248400" y="4025900"/>
            <a:ext cx="38100" cy="18796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9FEA4DF-103F-7FF7-CAF6-21D0F52FF0EE}"/>
              </a:ext>
            </a:extLst>
          </p:cNvPr>
          <p:cNvSpPr txBox="1"/>
          <p:nvPr/>
        </p:nvSpPr>
        <p:spPr>
          <a:xfrm>
            <a:off x="65024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718D172-A823-7105-E153-169F4C099747}"/>
              </a:ext>
            </a:extLst>
          </p:cNvPr>
          <p:cNvSpPr txBox="1"/>
          <p:nvPr/>
        </p:nvSpPr>
        <p:spPr>
          <a:xfrm>
            <a:off x="65024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60</a:t>
            </a:r>
            <a:r>
              <a:rPr kumimoji="1" lang="ja-JP" altLang="en-US" sz="38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C5424A0-DF60-D2A7-0374-7CA3671B144E}"/>
              </a:ext>
            </a:extLst>
          </p:cNvPr>
          <p:cNvSpPr txBox="1"/>
          <p:nvPr/>
        </p:nvSpPr>
        <p:spPr>
          <a:xfrm>
            <a:off x="65024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34B57C9-49B6-DC06-E758-43850FAC063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29E9C9E-22BB-53F9-D5AA-B09E902F78B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871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EB2BC4-43D2-603E-1500-FDAA50C441A2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7B5B37-784F-A6BF-3DBD-DE54EACAA32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一続きの数値を横帯で読む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932E849-F813-E6E3-664E-8A7D77604A8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A4D567E-EC26-27D2-1F45-44C3C7841B04}"/>
              </a:ext>
            </a:extLst>
          </p:cNvPr>
          <p:cNvSpPr/>
          <p:nvPr/>
        </p:nvSpPr>
        <p:spPr>
          <a:xfrm>
            <a:off x="711200" y="2019300"/>
            <a:ext cx="10769600" cy="9017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380554E-516B-8376-EA81-92F152FB1FF6}"/>
              </a:ext>
            </a:extLst>
          </p:cNvPr>
          <p:cNvSpPr/>
          <p:nvPr/>
        </p:nvSpPr>
        <p:spPr>
          <a:xfrm>
            <a:off x="711200" y="2019300"/>
            <a:ext cx="38100" cy="9017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BA8D5B-C7B9-DB9D-8C40-C8B15EAFCC90}"/>
              </a:ext>
            </a:extLst>
          </p:cNvPr>
          <p:cNvSpPr txBox="1"/>
          <p:nvPr/>
        </p:nvSpPr>
        <p:spPr>
          <a:xfrm>
            <a:off x="965200" y="21463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1643E9E-7499-F98E-7DB3-40BD580FAF7B}"/>
              </a:ext>
            </a:extLst>
          </p:cNvPr>
          <p:cNvSpPr txBox="1"/>
          <p:nvPr/>
        </p:nvSpPr>
        <p:spPr>
          <a:xfrm>
            <a:off x="4038600" y="21082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24</a:t>
            </a:r>
            <a:r>
              <a:rPr kumimoji="1" lang="ja-JP" altLang="en-US" sz="36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5A4693-0267-A897-AAE5-C9AB38239D8E}"/>
              </a:ext>
            </a:extLst>
          </p:cNvPr>
          <p:cNvSpPr txBox="1"/>
          <p:nvPr/>
        </p:nvSpPr>
        <p:spPr>
          <a:xfrm>
            <a:off x="8966200" y="21463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6B7943-6ABA-556B-1FFF-9410DD83D10E}"/>
              </a:ext>
            </a:extLst>
          </p:cNvPr>
          <p:cNvSpPr/>
          <p:nvPr/>
        </p:nvSpPr>
        <p:spPr>
          <a:xfrm>
            <a:off x="711200" y="3022600"/>
            <a:ext cx="10769600" cy="9017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F35A55-BCC3-C087-CB0B-A7CC7CAF11D2}"/>
              </a:ext>
            </a:extLst>
          </p:cNvPr>
          <p:cNvSpPr/>
          <p:nvPr/>
        </p:nvSpPr>
        <p:spPr>
          <a:xfrm>
            <a:off x="711200" y="3022600"/>
            <a:ext cx="38100" cy="9017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8D4296-B5A0-124D-E48B-3699E749108B}"/>
              </a:ext>
            </a:extLst>
          </p:cNvPr>
          <p:cNvSpPr txBox="1"/>
          <p:nvPr/>
        </p:nvSpPr>
        <p:spPr>
          <a:xfrm>
            <a:off x="965200" y="31496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A4466D3-48DA-71DF-54D2-A9854A8055DF}"/>
              </a:ext>
            </a:extLst>
          </p:cNvPr>
          <p:cNvSpPr txBox="1"/>
          <p:nvPr/>
        </p:nvSpPr>
        <p:spPr>
          <a:xfrm>
            <a:off x="4038600" y="31115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36</a:t>
            </a:r>
            <a:r>
              <a:rPr kumimoji="1" lang="ja-JP" altLang="en-US" sz="36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73440D0-3E48-3609-3898-743A63B6DF44}"/>
              </a:ext>
            </a:extLst>
          </p:cNvPr>
          <p:cNvSpPr txBox="1"/>
          <p:nvPr/>
        </p:nvSpPr>
        <p:spPr>
          <a:xfrm>
            <a:off x="8966200" y="31496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58986F9-7ED6-8AD5-E660-A2C3B0796AF0}"/>
              </a:ext>
            </a:extLst>
          </p:cNvPr>
          <p:cNvSpPr/>
          <p:nvPr/>
        </p:nvSpPr>
        <p:spPr>
          <a:xfrm>
            <a:off x="711200" y="4025900"/>
            <a:ext cx="10769600" cy="9017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3B1E1EB-C45D-7148-591F-2392938431BA}"/>
              </a:ext>
            </a:extLst>
          </p:cNvPr>
          <p:cNvSpPr/>
          <p:nvPr/>
        </p:nvSpPr>
        <p:spPr>
          <a:xfrm>
            <a:off x="711200" y="4025900"/>
            <a:ext cx="38100" cy="9017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869821-CDC9-D142-2FA8-1AA04405C705}"/>
              </a:ext>
            </a:extLst>
          </p:cNvPr>
          <p:cNvSpPr txBox="1"/>
          <p:nvPr/>
        </p:nvSpPr>
        <p:spPr>
          <a:xfrm>
            <a:off x="965200" y="41529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3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4B2D735-3693-44D3-D93F-6C69E04DB890}"/>
              </a:ext>
            </a:extLst>
          </p:cNvPr>
          <p:cNvSpPr txBox="1"/>
          <p:nvPr/>
        </p:nvSpPr>
        <p:spPr>
          <a:xfrm>
            <a:off x="4038600" y="41148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48</a:t>
            </a:r>
            <a:r>
              <a:rPr kumimoji="1" lang="ja-JP" altLang="en-US" sz="36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75F6FBE-D5F5-38FB-20C4-94363F95CF0D}"/>
              </a:ext>
            </a:extLst>
          </p:cNvPr>
          <p:cNvSpPr txBox="1"/>
          <p:nvPr/>
        </p:nvSpPr>
        <p:spPr>
          <a:xfrm>
            <a:off x="8966200" y="41529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803FAF2-560D-3893-95DA-B492A2A3F3C2}"/>
              </a:ext>
            </a:extLst>
          </p:cNvPr>
          <p:cNvSpPr/>
          <p:nvPr/>
        </p:nvSpPr>
        <p:spPr>
          <a:xfrm>
            <a:off x="711200" y="5029200"/>
            <a:ext cx="10769600" cy="9017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82E8417-EE5B-B0D2-30E4-CCEE15049752}"/>
              </a:ext>
            </a:extLst>
          </p:cNvPr>
          <p:cNvSpPr/>
          <p:nvPr/>
        </p:nvSpPr>
        <p:spPr>
          <a:xfrm>
            <a:off x="711200" y="5029200"/>
            <a:ext cx="38100" cy="9017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E9E47FE-768E-E359-72CF-4BF5A9105DF6}"/>
              </a:ext>
            </a:extLst>
          </p:cNvPr>
          <p:cNvSpPr txBox="1"/>
          <p:nvPr/>
        </p:nvSpPr>
        <p:spPr>
          <a:xfrm>
            <a:off x="965200" y="51562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3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767AE8E-3996-1FEB-B023-1D6496FD59A0}"/>
              </a:ext>
            </a:extLst>
          </p:cNvPr>
          <p:cNvSpPr txBox="1"/>
          <p:nvPr/>
        </p:nvSpPr>
        <p:spPr>
          <a:xfrm>
            <a:off x="4038600" y="51181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60</a:t>
            </a:r>
            <a:r>
              <a:rPr kumimoji="1" lang="ja-JP" altLang="en-US" sz="36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EF14151-7D9E-1E67-8A39-030BCFD4FD0F}"/>
              </a:ext>
            </a:extLst>
          </p:cNvPr>
          <p:cNvSpPr txBox="1"/>
          <p:nvPr/>
        </p:nvSpPr>
        <p:spPr>
          <a:xfrm>
            <a:off x="8966200" y="51562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1F73A05-2BC7-3796-E160-C8CC1EFAFE3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0901C1F-862B-189B-CD12-A22C96FAEE8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005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DB8EE0-9B2E-1783-B4F2-043F0D18F90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DB935B-E5F4-8166-11BE-A4E40A9A321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アイコンと色帯で比べる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7E719A2-E840-8AAC-9EE6-91D7408F790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24C83A-8654-2961-9B17-143C3CF2E2AD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F9E80DE-2756-1192-ABFF-04FD5F28370F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2C62119-F7A6-A016-E491-CAF142A1597A}"/>
              </a:ext>
            </a:extLst>
          </p:cNvPr>
          <p:cNvSpPr/>
          <p:nvPr/>
        </p:nvSpPr>
        <p:spPr>
          <a:xfrm>
            <a:off x="2211917" y="2277533"/>
            <a:ext cx="385233" cy="550334"/>
          </a:xfrm>
          <a:prstGeom prst="roundRect">
            <a:avLst/>
          </a:prstGeom>
          <a:noFill/>
          <a:ln w="38523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E732C13-8499-BD68-7F55-759002F73D68}"/>
              </a:ext>
            </a:extLst>
          </p:cNvPr>
          <p:cNvCxnSpPr/>
          <p:nvPr/>
        </p:nvCxnSpPr>
        <p:spPr>
          <a:xfrm>
            <a:off x="2294467" y="2415117"/>
            <a:ext cx="220133" cy="0"/>
          </a:xfrm>
          <a:prstGeom prst="line">
            <a:avLst/>
          </a:prstGeom>
          <a:ln w="38523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CB87AB4-D472-14E3-BDA0-D2A6322F21F8}"/>
              </a:ext>
            </a:extLst>
          </p:cNvPr>
          <p:cNvCxnSpPr/>
          <p:nvPr/>
        </p:nvCxnSpPr>
        <p:spPr>
          <a:xfrm>
            <a:off x="2294467" y="2525183"/>
            <a:ext cx="220133" cy="0"/>
          </a:xfrm>
          <a:prstGeom prst="line">
            <a:avLst/>
          </a:prstGeom>
          <a:ln w="38523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B5A4175-B2AB-2B4D-1E53-B8FFBC910A89}"/>
              </a:ext>
            </a:extLst>
          </p:cNvPr>
          <p:cNvCxnSpPr/>
          <p:nvPr/>
        </p:nvCxnSpPr>
        <p:spPr>
          <a:xfrm>
            <a:off x="2294467" y="2635250"/>
            <a:ext cx="220133" cy="0"/>
          </a:xfrm>
          <a:prstGeom prst="line">
            <a:avLst/>
          </a:prstGeom>
          <a:ln w="38523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99573A8-B30A-11F6-2534-3C72DE5D25D3}"/>
              </a:ext>
            </a:extLst>
          </p:cNvPr>
          <p:cNvSpPr/>
          <p:nvPr/>
        </p:nvSpPr>
        <p:spPr>
          <a:xfrm>
            <a:off x="711200" y="3124200"/>
            <a:ext cx="3386667" cy="9779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437B2AB-820B-123A-ECE1-8E99B8705038}"/>
              </a:ext>
            </a:extLst>
          </p:cNvPr>
          <p:cNvSpPr txBox="1"/>
          <p:nvPr/>
        </p:nvSpPr>
        <p:spPr>
          <a:xfrm>
            <a:off x="889000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A4E1BF-78F6-4EF0-D719-FD06C8058A46}"/>
              </a:ext>
            </a:extLst>
          </p:cNvPr>
          <p:cNvSpPr txBox="1"/>
          <p:nvPr/>
        </p:nvSpPr>
        <p:spPr>
          <a:xfrm>
            <a:off x="965200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6AED252-7F70-961F-E94C-D858F6F55876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9C794AE-EE12-014E-B784-AFD6355E8B6E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2D07EBE-D570-885F-2009-F87C1732585E}"/>
              </a:ext>
            </a:extLst>
          </p:cNvPr>
          <p:cNvCxnSpPr/>
          <p:nvPr/>
        </p:nvCxnSpPr>
        <p:spPr>
          <a:xfrm>
            <a:off x="5848350" y="2305050"/>
            <a:ext cx="0" cy="495300"/>
          </a:xfrm>
          <a:prstGeom prst="line">
            <a:avLst/>
          </a:prstGeom>
          <a:ln w="38523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0A7D73-133B-C3D2-40DB-F4D91515B21B}"/>
              </a:ext>
            </a:extLst>
          </p:cNvPr>
          <p:cNvCxnSpPr/>
          <p:nvPr/>
        </p:nvCxnSpPr>
        <p:spPr>
          <a:xfrm>
            <a:off x="5848350" y="2800350"/>
            <a:ext cx="522817" cy="0"/>
          </a:xfrm>
          <a:prstGeom prst="line">
            <a:avLst/>
          </a:prstGeom>
          <a:ln w="38523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A829CF4-D574-D977-CD85-FD50E7CC0500}"/>
              </a:ext>
            </a:extLst>
          </p:cNvPr>
          <p:cNvSpPr/>
          <p:nvPr/>
        </p:nvSpPr>
        <p:spPr>
          <a:xfrm>
            <a:off x="5930900" y="2552700"/>
            <a:ext cx="82550" cy="192617"/>
          </a:xfrm>
          <a:prstGeom prst="rect">
            <a:avLst/>
          </a:prstGeom>
          <a:noFill/>
          <a:ln w="38523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B74B693-76B3-19B4-09B8-77E784DD2FAD}"/>
              </a:ext>
            </a:extLst>
          </p:cNvPr>
          <p:cNvSpPr/>
          <p:nvPr/>
        </p:nvSpPr>
        <p:spPr>
          <a:xfrm>
            <a:off x="6068483" y="2415117"/>
            <a:ext cx="82550" cy="330200"/>
          </a:xfrm>
          <a:prstGeom prst="rect">
            <a:avLst/>
          </a:prstGeom>
          <a:noFill/>
          <a:ln w="38523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F02CA07-7739-4CA4-707C-29B49BA6FA0A}"/>
              </a:ext>
            </a:extLst>
          </p:cNvPr>
          <p:cNvSpPr/>
          <p:nvPr/>
        </p:nvSpPr>
        <p:spPr>
          <a:xfrm>
            <a:off x="6206067" y="2305050"/>
            <a:ext cx="82550" cy="440267"/>
          </a:xfrm>
          <a:prstGeom prst="rect">
            <a:avLst/>
          </a:prstGeom>
          <a:noFill/>
          <a:ln w="38523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A81669B-D4E8-9601-9AD2-0BC883B05897}"/>
              </a:ext>
            </a:extLst>
          </p:cNvPr>
          <p:cNvSpPr/>
          <p:nvPr/>
        </p:nvSpPr>
        <p:spPr>
          <a:xfrm>
            <a:off x="4402667" y="3124200"/>
            <a:ext cx="3386666" cy="9779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5505C32-E55D-4D38-12BD-8D9C069D7B59}"/>
              </a:ext>
            </a:extLst>
          </p:cNvPr>
          <p:cNvSpPr txBox="1"/>
          <p:nvPr/>
        </p:nvSpPr>
        <p:spPr>
          <a:xfrm>
            <a:off x="4580467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753421A-2403-BFAC-2F7B-85D4391F283C}"/>
              </a:ext>
            </a:extLst>
          </p:cNvPr>
          <p:cNvSpPr txBox="1"/>
          <p:nvPr/>
        </p:nvSpPr>
        <p:spPr>
          <a:xfrm>
            <a:off x="4656667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2B5792B-8E07-62F4-4ABA-2389C72A5DB3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01D842F-3496-46CA-B241-A98210214F37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976B35A8-454E-2A09-EA8B-2C9CE1BA2406}"/>
              </a:ext>
            </a:extLst>
          </p:cNvPr>
          <p:cNvSpPr/>
          <p:nvPr/>
        </p:nvSpPr>
        <p:spPr>
          <a:xfrm>
            <a:off x="9677400" y="2305050"/>
            <a:ext cx="220133" cy="220133"/>
          </a:xfrm>
          <a:prstGeom prst="ellipse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413D6A37-267B-2EFB-91EA-B96FB112DBAE}"/>
              </a:ext>
            </a:extLst>
          </p:cNvPr>
          <p:cNvSpPr/>
          <p:nvPr/>
        </p:nvSpPr>
        <p:spPr>
          <a:xfrm>
            <a:off x="9594850" y="2580217"/>
            <a:ext cx="385233" cy="247650"/>
          </a:xfrm>
          <a:prstGeom prst="roundRect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321D9285-61CA-3210-8247-3D693AAE2258}"/>
              </a:ext>
            </a:extLst>
          </p:cNvPr>
          <p:cNvSpPr/>
          <p:nvPr/>
        </p:nvSpPr>
        <p:spPr>
          <a:xfrm>
            <a:off x="94847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63C07053-B0D2-0A06-A216-819F08CCA7EB}"/>
              </a:ext>
            </a:extLst>
          </p:cNvPr>
          <p:cNvSpPr/>
          <p:nvPr/>
        </p:nvSpPr>
        <p:spPr>
          <a:xfrm>
            <a:off x="99800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4EE6937-596C-D7C1-5401-60E30BBF3C55}"/>
              </a:ext>
            </a:extLst>
          </p:cNvPr>
          <p:cNvCxnSpPr/>
          <p:nvPr/>
        </p:nvCxnSpPr>
        <p:spPr>
          <a:xfrm>
            <a:off x="9512300" y="2607733"/>
            <a:ext cx="0" cy="165100"/>
          </a:xfrm>
          <a:prstGeom prst="line">
            <a:avLst/>
          </a:prstGeom>
          <a:ln w="38523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8A3FAB2-7B8A-F751-A4B2-A4484AB54E01}"/>
              </a:ext>
            </a:extLst>
          </p:cNvPr>
          <p:cNvCxnSpPr/>
          <p:nvPr/>
        </p:nvCxnSpPr>
        <p:spPr>
          <a:xfrm>
            <a:off x="10062633" y="2607733"/>
            <a:ext cx="0" cy="165100"/>
          </a:xfrm>
          <a:prstGeom prst="line">
            <a:avLst/>
          </a:prstGeom>
          <a:ln w="38523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2B5351F-246C-0ADD-CBE6-171DD623144A}"/>
              </a:ext>
            </a:extLst>
          </p:cNvPr>
          <p:cNvSpPr/>
          <p:nvPr/>
        </p:nvSpPr>
        <p:spPr>
          <a:xfrm>
            <a:off x="8094133" y="3124200"/>
            <a:ext cx="3386667" cy="9779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B115DCA-00CE-5E65-99A3-5DC537DCB071}"/>
              </a:ext>
            </a:extLst>
          </p:cNvPr>
          <p:cNvSpPr txBox="1"/>
          <p:nvPr/>
        </p:nvSpPr>
        <p:spPr>
          <a:xfrm>
            <a:off x="8271933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ED69297-5026-413E-443E-17EACC7CDECC}"/>
              </a:ext>
            </a:extLst>
          </p:cNvPr>
          <p:cNvSpPr txBox="1"/>
          <p:nvPr/>
        </p:nvSpPr>
        <p:spPr>
          <a:xfrm>
            <a:off x="8348133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2F82D71-072D-2454-AE02-FBC6CA53121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1639876-AB3D-0790-FF17-D212AFD61FB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588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60AA004-1CE5-3880-D84F-2D6441FA9E3C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0ABB82-7279-28FC-1E29-D6B0CB2A8CA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丸い番号と工程の図形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7D66BA9-25FE-03AE-8F42-1CB97615C17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540FBDBF-928C-BC59-A06C-038E721C77F0}"/>
              </a:ext>
            </a:extLst>
          </p:cNvPr>
          <p:cNvSpPr/>
          <p:nvPr/>
        </p:nvSpPr>
        <p:spPr>
          <a:xfrm>
            <a:off x="1498600" y="2133600"/>
            <a:ext cx="889000" cy="889000"/>
          </a:xfrm>
          <a:prstGeom prst="ellipse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5ECA4A-387B-92D6-2DE0-F5240751E114}"/>
              </a:ext>
            </a:extLst>
          </p:cNvPr>
          <p:cNvSpPr txBox="1"/>
          <p:nvPr/>
        </p:nvSpPr>
        <p:spPr>
          <a:xfrm>
            <a:off x="16002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3B9A820-E94B-9780-7150-DFC67E2498B5}"/>
              </a:ext>
            </a:extLst>
          </p:cNvPr>
          <p:cNvSpPr/>
          <p:nvPr/>
        </p:nvSpPr>
        <p:spPr>
          <a:xfrm>
            <a:off x="711200" y="3327400"/>
            <a:ext cx="2463800" cy="1181100"/>
          </a:xfrm>
          <a:prstGeom prst="roundRect">
            <a:avLst/>
          </a:prstGeom>
          <a:solidFill>
            <a:srgbClr val="21464D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F76AC6-B1FA-081D-E5D4-7FB1A434D303}"/>
              </a:ext>
            </a:extLst>
          </p:cNvPr>
          <p:cNvSpPr txBox="1"/>
          <p:nvPr/>
        </p:nvSpPr>
        <p:spPr>
          <a:xfrm>
            <a:off x="8636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412BFF-41FC-27E9-D8B1-1CE63699EB54}"/>
              </a:ext>
            </a:extLst>
          </p:cNvPr>
          <p:cNvSpPr txBox="1"/>
          <p:nvPr/>
        </p:nvSpPr>
        <p:spPr>
          <a:xfrm>
            <a:off x="8382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A83CB31E-DC20-0F0E-9709-9EDB0551C0DE}"/>
              </a:ext>
            </a:extLst>
          </p:cNvPr>
          <p:cNvSpPr/>
          <p:nvPr/>
        </p:nvSpPr>
        <p:spPr>
          <a:xfrm>
            <a:off x="3225800" y="3759200"/>
            <a:ext cx="203200" cy="228600"/>
          </a:xfrm>
          <a:prstGeom prst="rightArrow">
            <a:avLst/>
          </a:prstGeom>
          <a:solidFill>
            <a:srgbClr val="B9CB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78D16AF-99E2-D061-E0ED-52C2F35FD42B}"/>
              </a:ext>
            </a:extLst>
          </p:cNvPr>
          <p:cNvSpPr/>
          <p:nvPr/>
        </p:nvSpPr>
        <p:spPr>
          <a:xfrm>
            <a:off x="4267200" y="2133600"/>
            <a:ext cx="889000" cy="889000"/>
          </a:xfrm>
          <a:prstGeom prst="ellipse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847020A-2370-826A-4F43-F1945A8364A4}"/>
              </a:ext>
            </a:extLst>
          </p:cNvPr>
          <p:cNvSpPr txBox="1"/>
          <p:nvPr/>
        </p:nvSpPr>
        <p:spPr>
          <a:xfrm>
            <a:off x="43688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2687F98-8D21-B47A-9DE6-0B7D9755731F}"/>
              </a:ext>
            </a:extLst>
          </p:cNvPr>
          <p:cNvSpPr/>
          <p:nvPr/>
        </p:nvSpPr>
        <p:spPr>
          <a:xfrm>
            <a:off x="3479800" y="3327400"/>
            <a:ext cx="2463800" cy="1181100"/>
          </a:xfrm>
          <a:prstGeom prst="roundRect">
            <a:avLst/>
          </a:prstGeom>
          <a:solidFill>
            <a:srgbClr val="344445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F08FC6-5576-012B-5FEC-83B7F59362C1}"/>
              </a:ext>
            </a:extLst>
          </p:cNvPr>
          <p:cNvSpPr txBox="1"/>
          <p:nvPr/>
        </p:nvSpPr>
        <p:spPr>
          <a:xfrm>
            <a:off x="36322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C284DE1-085A-7B97-A120-3A9BA201223D}"/>
              </a:ext>
            </a:extLst>
          </p:cNvPr>
          <p:cNvSpPr txBox="1"/>
          <p:nvPr/>
        </p:nvSpPr>
        <p:spPr>
          <a:xfrm>
            <a:off x="36068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BCF6F1F1-62B3-7E54-ED7C-9C1BA4FEC2A1}"/>
              </a:ext>
            </a:extLst>
          </p:cNvPr>
          <p:cNvSpPr/>
          <p:nvPr/>
        </p:nvSpPr>
        <p:spPr>
          <a:xfrm>
            <a:off x="5994400" y="3759200"/>
            <a:ext cx="203200" cy="228600"/>
          </a:xfrm>
          <a:prstGeom prst="rightArrow">
            <a:avLst/>
          </a:prstGeom>
          <a:solidFill>
            <a:srgbClr val="B9CB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73AAF97A-1B9E-7130-B9F0-7D9940A57B98}"/>
              </a:ext>
            </a:extLst>
          </p:cNvPr>
          <p:cNvSpPr/>
          <p:nvPr/>
        </p:nvSpPr>
        <p:spPr>
          <a:xfrm>
            <a:off x="7035800" y="2133600"/>
            <a:ext cx="889000" cy="889000"/>
          </a:xfrm>
          <a:prstGeom prst="ellipse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D3E61A6-DBAD-2336-6F35-B33BB5785946}"/>
              </a:ext>
            </a:extLst>
          </p:cNvPr>
          <p:cNvSpPr txBox="1"/>
          <p:nvPr/>
        </p:nvSpPr>
        <p:spPr>
          <a:xfrm>
            <a:off x="71374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E314446-EEF5-4C4B-49CE-FB6658AA91F7}"/>
              </a:ext>
            </a:extLst>
          </p:cNvPr>
          <p:cNvSpPr/>
          <p:nvPr/>
        </p:nvSpPr>
        <p:spPr>
          <a:xfrm>
            <a:off x="6248400" y="3327400"/>
            <a:ext cx="2463800" cy="1181100"/>
          </a:xfrm>
          <a:prstGeom prst="roundRect">
            <a:avLst/>
          </a:prstGeom>
          <a:solidFill>
            <a:srgbClr val="2C3F54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566505-7A60-F034-ADF4-E51DDEE16554}"/>
              </a:ext>
            </a:extLst>
          </p:cNvPr>
          <p:cNvSpPr txBox="1"/>
          <p:nvPr/>
        </p:nvSpPr>
        <p:spPr>
          <a:xfrm>
            <a:off x="64008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81A9E4-EA54-609D-F637-ED71AC07126C}"/>
              </a:ext>
            </a:extLst>
          </p:cNvPr>
          <p:cNvSpPr txBox="1"/>
          <p:nvPr/>
        </p:nvSpPr>
        <p:spPr>
          <a:xfrm>
            <a:off x="63754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F19E537A-EE89-4845-CBB6-C98D8499CDF8}"/>
              </a:ext>
            </a:extLst>
          </p:cNvPr>
          <p:cNvSpPr/>
          <p:nvPr/>
        </p:nvSpPr>
        <p:spPr>
          <a:xfrm>
            <a:off x="8763000" y="3759200"/>
            <a:ext cx="203200" cy="228600"/>
          </a:xfrm>
          <a:prstGeom prst="rightArrow">
            <a:avLst/>
          </a:prstGeom>
          <a:solidFill>
            <a:srgbClr val="B9CB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9C06351E-CCFC-E2D1-AEA3-078AB62A3C60}"/>
              </a:ext>
            </a:extLst>
          </p:cNvPr>
          <p:cNvSpPr/>
          <p:nvPr/>
        </p:nvSpPr>
        <p:spPr>
          <a:xfrm>
            <a:off x="9804400" y="2133600"/>
            <a:ext cx="889000" cy="889000"/>
          </a:xfrm>
          <a:prstGeom prst="ellipse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6F590E1-B344-B41B-857C-80B779DB376E}"/>
              </a:ext>
            </a:extLst>
          </p:cNvPr>
          <p:cNvSpPr txBox="1"/>
          <p:nvPr/>
        </p:nvSpPr>
        <p:spPr>
          <a:xfrm>
            <a:off x="99060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9C5FD77-7236-4CD1-97F0-E057BE567E5D}"/>
              </a:ext>
            </a:extLst>
          </p:cNvPr>
          <p:cNvSpPr/>
          <p:nvPr/>
        </p:nvSpPr>
        <p:spPr>
          <a:xfrm>
            <a:off x="9017000" y="3327400"/>
            <a:ext cx="2463800" cy="1181100"/>
          </a:xfrm>
          <a:prstGeom prst="roundRect">
            <a:avLst/>
          </a:prstGeom>
          <a:solidFill>
            <a:srgbClr val="264654"/>
          </a:solidFill>
          <a:ln w="12700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7B7D228-C490-4831-8DE1-6E9D72204FE3}"/>
              </a:ext>
            </a:extLst>
          </p:cNvPr>
          <p:cNvSpPr txBox="1"/>
          <p:nvPr/>
        </p:nvSpPr>
        <p:spPr>
          <a:xfrm>
            <a:off x="91694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90D6683-33FD-62CA-9FFE-A3DF38964069}"/>
              </a:ext>
            </a:extLst>
          </p:cNvPr>
          <p:cNvSpPr txBox="1"/>
          <p:nvPr/>
        </p:nvSpPr>
        <p:spPr>
          <a:xfrm>
            <a:off x="91440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5C44165-1A3F-DFCC-897C-F58F0D4451F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CBFE6C5-97C9-39C9-DBC6-043F3F87D50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9396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9B08B5-733E-1A4F-FBAE-2C05C840E90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B0BDD9-49D0-B508-615A-ED6A43A6B26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縦の工程と大きな段階番号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4999E28-3D58-3D65-C8CC-4A3BCF035CD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C32B107-297D-BD1F-0805-62454AE2E3BC}"/>
              </a:ext>
            </a:extLst>
          </p:cNvPr>
          <p:cNvCxnSpPr/>
          <p:nvPr/>
        </p:nvCxnSpPr>
        <p:spPr>
          <a:xfrm>
            <a:off x="1066800" y="2654300"/>
            <a:ext cx="0" cy="368300"/>
          </a:xfrm>
          <a:prstGeom prst="line">
            <a:avLst/>
          </a:prstGeom>
          <a:ln w="25400">
            <a:solidFill>
              <a:srgbClr val="B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62D41D28-F812-2D8C-53BE-C377FB15460C}"/>
              </a:ext>
            </a:extLst>
          </p:cNvPr>
          <p:cNvSpPr/>
          <p:nvPr/>
        </p:nvSpPr>
        <p:spPr>
          <a:xfrm>
            <a:off x="749300" y="2019300"/>
            <a:ext cx="635000" cy="635000"/>
          </a:xfrm>
          <a:prstGeom prst="ellipse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50638A-7EC3-6981-8E3A-5CD1536DE7F4}"/>
              </a:ext>
            </a:extLst>
          </p:cNvPr>
          <p:cNvSpPr txBox="1"/>
          <p:nvPr/>
        </p:nvSpPr>
        <p:spPr>
          <a:xfrm>
            <a:off x="812800" y="20828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BB5796-C668-52AE-2643-B2D40C3B9F4D}"/>
              </a:ext>
            </a:extLst>
          </p:cNvPr>
          <p:cNvSpPr/>
          <p:nvPr/>
        </p:nvSpPr>
        <p:spPr>
          <a:xfrm>
            <a:off x="1651000" y="20193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5CA2B79-8A8E-CA0B-845A-34A03A20A29B}"/>
              </a:ext>
            </a:extLst>
          </p:cNvPr>
          <p:cNvSpPr/>
          <p:nvPr/>
        </p:nvSpPr>
        <p:spPr>
          <a:xfrm>
            <a:off x="1651000" y="2019300"/>
            <a:ext cx="38100" cy="8763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C699E36-F237-5AA1-3C58-56242EE2D3B7}"/>
              </a:ext>
            </a:extLst>
          </p:cNvPr>
          <p:cNvSpPr txBox="1"/>
          <p:nvPr/>
        </p:nvSpPr>
        <p:spPr>
          <a:xfrm>
            <a:off x="1905000" y="21463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5E2052-76F4-EAED-5C85-C217BF852B47}"/>
              </a:ext>
            </a:extLst>
          </p:cNvPr>
          <p:cNvSpPr txBox="1"/>
          <p:nvPr/>
        </p:nvSpPr>
        <p:spPr>
          <a:xfrm>
            <a:off x="5181600" y="21463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6C5EF1C-F540-B541-EF39-F9599F77384D}"/>
              </a:ext>
            </a:extLst>
          </p:cNvPr>
          <p:cNvCxnSpPr/>
          <p:nvPr/>
        </p:nvCxnSpPr>
        <p:spPr>
          <a:xfrm>
            <a:off x="1066800" y="3657600"/>
            <a:ext cx="0" cy="368300"/>
          </a:xfrm>
          <a:prstGeom prst="line">
            <a:avLst/>
          </a:prstGeom>
          <a:ln w="25400">
            <a:solidFill>
              <a:srgbClr val="B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69F5DFD8-FC7B-D569-5452-793E3ACBD3FD}"/>
              </a:ext>
            </a:extLst>
          </p:cNvPr>
          <p:cNvSpPr/>
          <p:nvPr/>
        </p:nvSpPr>
        <p:spPr>
          <a:xfrm>
            <a:off x="749300" y="3022600"/>
            <a:ext cx="635000" cy="635000"/>
          </a:xfrm>
          <a:prstGeom prst="ellipse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DD8FCDB-96EF-8EB0-BE78-6D016E1AD208}"/>
              </a:ext>
            </a:extLst>
          </p:cNvPr>
          <p:cNvSpPr txBox="1"/>
          <p:nvPr/>
        </p:nvSpPr>
        <p:spPr>
          <a:xfrm>
            <a:off x="812800" y="30861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691DE78-97EA-6510-B939-579A4EEF1C94}"/>
              </a:ext>
            </a:extLst>
          </p:cNvPr>
          <p:cNvSpPr/>
          <p:nvPr/>
        </p:nvSpPr>
        <p:spPr>
          <a:xfrm>
            <a:off x="1651000" y="30226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6E4920A-0BBC-34F5-6806-19C63AFCEADA}"/>
              </a:ext>
            </a:extLst>
          </p:cNvPr>
          <p:cNvSpPr/>
          <p:nvPr/>
        </p:nvSpPr>
        <p:spPr>
          <a:xfrm>
            <a:off x="1651000" y="3022600"/>
            <a:ext cx="38100" cy="8763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C4B694D-CFCA-2258-A498-4F30C7797AF9}"/>
              </a:ext>
            </a:extLst>
          </p:cNvPr>
          <p:cNvSpPr txBox="1"/>
          <p:nvPr/>
        </p:nvSpPr>
        <p:spPr>
          <a:xfrm>
            <a:off x="1905000" y="31496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D54D4E0-A001-6C13-886A-2417A52D3592}"/>
              </a:ext>
            </a:extLst>
          </p:cNvPr>
          <p:cNvSpPr txBox="1"/>
          <p:nvPr/>
        </p:nvSpPr>
        <p:spPr>
          <a:xfrm>
            <a:off x="5181600" y="31496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C23135A-E120-641D-AD85-DC223FD3F37B}"/>
              </a:ext>
            </a:extLst>
          </p:cNvPr>
          <p:cNvCxnSpPr/>
          <p:nvPr/>
        </p:nvCxnSpPr>
        <p:spPr>
          <a:xfrm>
            <a:off x="1066800" y="4660900"/>
            <a:ext cx="0" cy="368300"/>
          </a:xfrm>
          <a:prstGeom prst="line">
            <a:avLst/>
          </a:prstGeom>
          <a:ln w="25400">
            <a:solidFill>
              <a:srgbClr val="B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276744FB-B9A9-8E2D-D143-2223B35455E5}"/>
              </a:ext>
            </a:extLst>
          </p:cNvPr>
          <p:cNvSpPr/>
          <p:nvPr/>
        </p:nvSpPr>
        <p:spPr>
          <a:xfrm>
            <a:off x="749300" y="4025900"/>
            <a:ext cx="635000" cy="635000"/>
          </a:xfrm>
          <a:prstGeom prst="ellipse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4193F6-5381-576C-D211-FC51A199A475}"/>
              </a:ext>
            </a:extLst>
          </p:cNvPr>
          <p:cNvSpPr txBox="1"/>
          <p:nvPr/>
        </p:nvSpPr>
        <p:spPr>
          <a:xfrm>
            <a:off x="812800" y="40894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9CE909B-E922-82F4-D001-242D98A3691F}"/>
              </a:ext>
            </a:extLst>
          </p:cNvPr>
          <p:cNvSpPr/>
          <p:nvPr/>
        </p:nvSpPr>
        <p:spPr>
          <a:xfrm>
            <a:off x="1651000" y="40259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D8E5F59-C857-E177-13F8-C863242C709B}"/>
              </a:ext>
            </a:extLst>
          </p:cNvPr>
          <p:cNvSpPr/>
          <p:nvPr/>
        </p:nvSpPr>
        <p:spPr>
          <a:xfrm>
            <a:off x="1651000" y="4025900"/>
            <a:ext cx="38100" cy="8763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5194014-9D4B-9220-45A4-EF015367EB50}"/>
              </a:ext>
            </a:extLst>
          </p:cNvPr>
          <p:cNvSpPr txBox="1"/>
          <p:nvPr/>
        </p:nvSpPr>
        <p:spPr>
          <a:xfrm>
            <a:off x="1905000" y="41529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A5556C7-8FC8-92A7-7F73-E0856A4D4DF2}"/>
              </a:ext>
            </a:extLst>
          </p:cNvPr>
          <p:cNvSpPr txBox="1"/>
          <p:nvPr/>
        </p:nvSpPr>
        <p:spPr>
          <a:xfrm>
            <a:off x="5181600" y="41529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7018F71-40A1-BBCB-3C17-C8348527706B}"/>
              </a:ext>
            </a:extLst>
          </p:cNvPr>
          <p:cNvSpPr/>
          <p:nvPr/>
        </p:nvSpPr>
        <p:spPr>
          <a:xfrm>
            <a:off x="749300" y="5029200"/>
            <a:ext cx="635000" cy="635000"/>
          </a:xfrm>
          <a:prstGeom prst="ellipse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461EE27-BFEF-4B5D-250C-4CBA9802DBA0}"/>
              </a:ext>
            </a:extLst>
          </p:cNvPr>
          <p:cNvSpPr txBox="1"/>
          <p:nvPr/>
        </p:nvSpPr>
        <p:spPr>
          <a:xfrm>
            <a:off x="812800" y="50927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E901726-EF36-14BA-B8BD-9110159FA0CA}"/>
              </a:ext>
            </a:extLst>
          </p:cNvPr>
          <p:cNvSpPr/>
          <p:nvPr/>
        </p:nvSpPr>
        <p:spPr>
          <a:xfrm>
            <a:off x="1651000" y="50292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34ABF5F9-6EB6-9909-1F0D-A8EA52619018}"/>
              </a:ext>
            </a:extLst>
          </p:cNvPr>
          <p:cNvSpPr/>
          <p:nvPr/>
        </p:nvSpPr>
        <p:spPr>
          <a:xfrm>
            <a:off x="1651000" y="5029200"/>
            <a:ext cx="38100" cy="8763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535C655-2F94-8584-7756-FA149BDB443C}"/>
              </a:ext>
            </a:extLst>
          </p:cNvPr>
          <p:cNvSpPr txBox="1"/>
          <p:nvPr/>
        </p:nvSpPr>
        <p:spPr>
          <a:xfrm>
            <a:off x="1905000" y="51562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3BE0E01-5D7C-3EC2-D577-18D7EEC9D9FF}"/>
              </a:ext>
            </a:extLst>
          </p:cNvPr>
          <p:cNvSpPr txBox="1"/>
          <p:nvPr/>
        </p:nvSpPr>
        <p:spPr>
          <a:xfrm>
            <a:off x="5181600" y="51562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D7FA7B0-434D-9324-1974-6EF5FA6025E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1A19B6E-6F47-D9BD-B9D1-5551DB83198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5317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9145A12-7860-ADC9-F47B-802138D1BD8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6C9AFB-54D1-5E94-0B94-5D11C1DAC10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数式と意味を図形で分ける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2F10715-EC28-AEB7-AE14-F16CC0876A2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DC3ACDB-F67E-C0FA-9546-D30E14BE459B}"/>
              </a:ext>
            </a:extLst>
          </p:cNvPr>
          <p:cNvSpPr/>
          <p:nvPr/>
        </p:nvSpPr>
        <p:spPr>
          <a:xfrm>
            <a:off x="711200" y="2019300"/>
            <a:ext cx="5232400" cy="4013200"/>
          </a:xfrm>
          <a:prstGeom prst="round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AAD02C7-BE8D-83CD-3729-93424CD8FB35}"/>
              </a:ext>
            </a:extLst>
          </p:cNvPr>
          <p:cNvSpPr/>
          <p:nvPr/>
        </p:nvSpPr>
        <p:spPr>
          <a:xfrm>
            <a:off x="1079500" y="2317750"/>
            <a:ext cx="355600" cy="444500"/>
          </a:xfrm>
          <a:prstGeom prst="roundRect">
            <a:avLst/>
          </a:prstGeom>
          <a:noFill/>
          <a:ln w="3111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B387B9B-044D-192A-E442-CBE0C744D255}"/>
              </a:ext>
            </a:extLst>
          </p:cNvPr>
          <p:cNvSpPr/>
          <p:nvPr/>
        </p:nvSpPr>
        <p:spPr>
          <a:xfrm>
            <a:off x="1146175" y="2384425"/>
            <a:ext cx="222250" cy="88900"/>
          </a:xfrm>
          <a:prstGeom prst="rect">
            <a:avLst/>
          </a:prstGeom>
          <a:noFill/>
          <a:ln w="3111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7B12129-0F24-5059-BEB0-35467569AE44}"/>
              </a:ext>
            </a:extLst>
          </p:cNvPr>
          <p:cNvSpPr/>
          <p:nvPr/>
        </p:nvSpPr>
        <p:spPr>
          <a:xfrm>
            <a:off x="1168400" y="2540000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4E55D83-7399-0CC4-801F-D0620F0D8DA9}"/>
              </a:ext>
            </a:extLst>
          </p:cNvPr>
          <p:cNvSpPr/>
          <p:nvPr/>
        </p:nvSpPr>
        <p:spPr>
          <a:xfrm>
            <a:off x="1323975" y="2540000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A5A56FAD-DE4C-41AD-A52E-FAFAD1000D81}"/>
              </a:ext>
            </a:extLst>
          </p:cNvPr>
          <p:cNvSpPr/>
          <p:nvPr/>
        </p:nvSpPr>
        <p:spPr>
          <a:xfrm>
            <a:off x="1168400" y="2651125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70BD92E-5B3C-4460-9DDB-199C06AE5C04}"/>
              </a:ext>
            </a:extLst>
          </p:cNvPr>
          <p:cNvSpPr/>
          <p:nvPr/>
        </p:nvSpPr>
        <p:spPr>
          <a:xfrm>
            <a:off x="1323975" y="2651125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854711-F235-50F7-84DB-3451441CAC6F}"/>
              </a:ext>
            </a:extLst>
          </p:cNvPr>
          <p:cNvSpPr txBox="1"/>
          <p:nvPr/>
        </p:nvSpPr>
        <p:spPr>
          <a:xfrm>
            <a:off x="1016000" y="3111500"/>
            <a:ext cx="46228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600" b="1">
                <a:solidFill>
                  <a:srgbClr val="69D3BC"/>
                </a:solidFill>
                <a:latin typeface="Cambria Math" panose="02040503050406030204" pitchFamily="18" charset="0"/>
                <a:ea typeface="Yu Gothic UI" panose="020B0500000000000000" pitchFamily="50" charset="-128"/>
              </a:rPr>
              <a:t>1 + 3 + 5 = 9</a:t>
            </a:r>
            <a:endParaRPr kumimoji="1" lang="ja-JP" altLang="en-US" sz="3600" b="1">
              <a:solidFill>
                <a:srgbClr val="69D3BC"/>
              </a:solidFill>
              <a:latin typeface="Cambria Math" panose="02040503050406030204" pitchFamily="18" charset="0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A115289-0C4E-8090-ECDD-20F8A192251D}"/>
              </a:ext>
            </a:extLst>
          </p:cNvPr>
          <p:cNvSpPr txBox="1"/>
          <p:nvPr/>
        </p:nvSpPr>
        <p:spPr>
          <a:xfrm>
            <a:off x="1016000" y="5016500"/>
            <a:ext cx="46228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個の奇数の和。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805D0A9-51E4-BE02-1B1B-9514DBBD9813}"/>
              </a:ext>
            </a:extLst>
          </p:cNvPr>
          <p:cNvSpPr/>
          <p:nvPr/>
        </p:nvSpPr>
        <p:spPr>
          <a:xfrm>
            <a:off x="6273800" y="2019300"/>
            <a:ext cx="5207000" cy="1185333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468B10-562B-A157-E361-5D2977E6858C}"/>
              </a:ext>
            </a:extLst>
          </p:cNvPr>
          <p:cNvSpPr/>
          <p:nvPr/>
        </p:nvSpPr>
        <p:spPr>
          <a:xfrm>
            <a:off x="62738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490E06-AD1F-19EC-D670-DFBCB0814A97}"/>
              </a:ext>
            </a:extLst>
          </p:cNvPr>
          <p:cNvSpPr txBox="1"/>
          <p:nvPr/>
        </p:nvSpPr>
        <p:spPr>
          <a:xfrm>
            <a:off x="6527800" y="2133600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D4D80D-8EF1-421D-4AF0-4FFD6A66C154}"/>
              </a:ext>
            </a:extLst>
          </p:cNvPr>
          <p:cNvSpPr txBox="1"/>
          <p:nvPr/>
        </p:nvSpPr>
        <p:spPr>
          <a:xfrm>
            <a:off x="6527800" y="2641600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6C3CE72-F6DA-D85A-2CA3-EDD5A0284E17}"/>
              </a:ext>
            </a:extLst>
          </p:cNvPr>
          <p:cNvSpPr/>
          <p:nvPr/>
        </p:nvSpPr>
        <p:spPr>
          <a:xfrm>
            <a:off x="6273800" y="3357033"/>
            <a:ext cx="5207000" cy="1185334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58C9E27-34FD-40E7-290C-5146ECC98F3E}"/>
              </a:ext>
            </a:extLst>
          </p:cNvPr>
          <p:cNvSpPr/>
          <p:nvPr/>
        </p:nvSpPr>
        <p:spPr>
          <a:xfrm>
            <a:off x="62738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43BACDC-85FE-AF3A-D13F-69FEA7B71012}"/>
              </a:ext>
            </a:extLst>
          </p:cNvPr>
          <p:cNvSpPr txBox="1"/>
          <p:nvPr/>
        </p:nvSpPr>
        <p:spPr>
          <a:xfrm>
            <a:off x="6527800" y="3471333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295F7EE-1F54-B2F7-19DD-CCCEA2179863}"/>
              </a:ext>
            </a:extLst>
          </p:cNvPr>
          <p:cNvSpPr txBox="1"/>
          <p:nvPr/>
        </p:nvSpPr>
        <p:spPr>
          <a:xfrm>
            <a:off x="6527800" y="3979333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67A584C-7100-3439-6697-505C8AE154A4}"/>
              </a:ext>
            </a:extLst>
          </p:cNvPr>
          <p:cNvSpPr/>
          <p:nvPr/>
        </p:nvSpPr>
        <p:spPr>
          <a:xfrm>
            <a:off x="6273800" y="4694767"/>
            <a:ext cx="5207000" cy="1185333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A4E971F-4155-85FB-0868-1F5563FB5D4D}"/>
              </a:ext>
            </a:extLst>
          </p:cNvPr>
          <p:cNvSpPr/>
          <p:nvPr/>
        </p:nvSpPr>
        <p:spPr>
          <a:xfrm>
            <a:off x="62738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DF8A12-39A0-AFB0-C86D-639C8E2EB579}"/>
              </a:ext>
            </a:extLst>
          </p:cNvPr>
          <p:cNvSpPr txBox="1"/>
          <p:nvPr/>
        </p:nvSpPr>
        <p:spPr>
          <a:xfrm>
            <a:off x="6527800" y="4809067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3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D14FABB-5163-033D-15D2-DDF3A71D1E89}"/>
              </a:ext>
            </a:extLst>
          </p:cNvPr>
          <p:cNvSpPr txBox="1"/>
          <p:nvPr/>
        </p:nvSpPr>
        <p:spPr>
          <a:xfrm>
            <a:off x="6527800" y="5317067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5EA178F-DBF6-0EA7-B610-E773391F7F0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91C3790-2B90-2EE7-099A-8813C8757E7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6085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12F691-ACC3-2CE5-182F-989E06461195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6784CC-569F-1DE1-C3D6-D7182DD167B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意味を表す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</a:t>
            </a:r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種類のアイコン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B8D04CF-AF34-271D-041C-5B008FEECB0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32AECA0E-D7B1-E56C-EA49-D4C939971E30}"/>
              </a:ext>
            </a:extLst>
          </p:cNvPr>
          <p:cNvSpPr/>
          <p:nvPr/>
        </p:nvSpPr>
        <p:spPr>
          <a:xfrm>
            <a:off x="1492250" y="2282825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0BA8BB9-1750-3154-E4D5-21BABF6A1101}"/>
              </a:ext>
            </a:extLst>
          </p:cNvPr>
          <p:cNvCxnSpPr/>
          <p:nvPr/>
        </p:nvCxnSpPr>
        <p:spPr>
          <a:xfrm>
            <a:off x="1590675" y="2643717"/>
            <a:ext cx="0" cy="13123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B14BE82-476D-89AD-B244-F8A7A10B4006}"/>
              </a:ext>
            </a:extLst>
          </p:cNvPr>
          <p:cNvCxnSpPr/>
          <p:nvPr/>
        </p:nvCxnSpPr>
        <p:spPr>
          <a:xfrm>
            <a:off x="1787525" y="2643717"/>
            <a:ext cx="0" cy="13123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B246ED7-E128-04ED-0FC7-04E2141E663F}"/>
              </a:ext>
            </a:extLst>
          </p:cNvPr>
          <p:cNvCxnSpPr/>
          <p:nvPr/>
        </p:nvCxnSpPr>
        <p:spPr>
          <a:xfrm>
            <a:off x="1590675" y="2807758"/>
            <a:ext cx="196850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E7BBB1F-F92E-A5EA-FDF7-C6B71E3DE46F}"/>
              </a:ext>
            </a:extLst>
          </p:cNvPr>
          <p:cNvCxnSpPr/>
          <p:nvPr/>
        </p:nvCxnSpPr>
        <p:spPr>
          <a:xfrm>
            <a:off x="1623483" y="2906183"/>
            <a:ext cx="131234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1CF866E-3E67-936C-FD9E-E646DF1E41BD}"/>
              </a:ext>
            </a:extLst>
          </p:cNvPr>
          <p:cNvCxnSpPr/>
          <p:nvPr/>
        </p:nvCxnSpPr>
        <p:spPr>
          <a:xfrm>
            <a:off x="1328208" y="2446867"/>
            <a:ext cx="6561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8B7B8EA-85A1-EDB7-97D0-80AE7D53F86E}"/>
              </a:ext>
            </a:extLst>
          </p:cNvPr>
          <p:cNvCxnSpPr/>
          <p:nvPr/>
        </p:nvCxnSpPr>
        <p:spPr>
          <a:xfrm>
            <a:off x="1984375" y="2446867"/>
            <a:ext cx="6561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3FD4B01-1F6E-4736-BA94-0F81ED4C3B46}"/>
              </a:ext>
            </a:extLst>
          </p:cNvPr>
          <p:cNvCxnSpPr/>
          <p:nvPr/>
        </p:nvCxnSpPr>
        <p:spPr>
          <a:xfrm>
            <a:off x="1689100" y="2184400"/>
            <a:ext cx="0" cy="3280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4284172-6DA3-E402-2844-2A371F455EF5}"/>
              </a:ext>
            </a:extLst>
          </p:cNvPr>
          <p:cNvSpPr txBox="1"/>
          <p:nvPr/>
        </p:nvSpPr>
        <p:spPr>
          <a:xfrm>
            <a:off x="863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0BF530A-DA34-D43C-DD84-27FF33656924}"/>
              </a:ext>
            </a:extLst>
          </p:cNvPr>
          <p:cNvSpPr/>
          <p:nvPr/>
        </p:nvSpPr>
        <p:spPr>
          <a:xfrm>
            <a:off x="3300942" y="2250017"/>
            <a:ext cx="459316" cy="656166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27BAE09-CE5C-081D-B629-0E5E5C87230D}"/>
              </a:ext>
            </a:extLst>
          </p:cNvPr>
          <p:cNvCxnSpPr/>
          <p:nvPr/>
        </p:nvCxnSpPr>
        <p:spPr>
          <a:xfrm>
            <a:off x="3399367" y="2414058"/>
            <a:ext cx="262466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A0B7594-7776-79B4-8057-BFDE7FD944C2}"/>
              </a:ext>
            </a:extLst>
          </p:cNvPr>
          <p:cNvCxnSpPr/>
          <p:nvPr/>
        </p:nvCxnSpPr>
        <p:spPr>
          <a:xfrm>
            <a:off x="3399367" y="2545292"/>
            <a:ext cx="262466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C50E81D-07B2-CC09-8FDF-B62EDBCDF1EE}"/>
              </a:ext>
            </a:extLst>
          </p:cNvPr>
          <p:cNvCxnSpPr/>
          <p:nvPr/>
        </p:nvCxnSpPr>
        <p:spPr>
          <a:xfrm>
            <a:off x="3399367" y="2676525"/>
            <a:ext cx="262466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0813BE-27C9-A7CF-6950-A6AF414C4CDF}"/>
              </a:ext>
            </a:extLst>
          </p:cNvPr>
          <p:cNvSpPr txBox="1"/>
          <p:nvPr/>
        </p:nvSpPr>
        <p:spPr>
          <a:xfrm>
            <a:off x="2705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FA8B998-52B5-F6DA-C2C5-E5754B99535F}"/>
              </a:ext>
            </a:extLst>
          </p:cNvPr>
          <p:cNvCxnSpPr/>
          <p:nvPr/>
        </p:nvCxnSpPr>
        <p:spPr>
          <a:xfrm>
            <a:off x="5076825" y="2282825"/>
            <a:ext cx="0" cy="59055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86C78A1-122C-4901-F2CD-A0E348322FED}"/>
              </a:ext>
            </a:extLst>
          </p:cNvPr>
          <p:cNvCxnSpPr/>
          <p:nvPr/>
        </p:nvCxnSpPr>
        <p:spPr>
          <a:xfrm>
            <a:off x="5076825" y="2873375"/>
            <a:ext cx="623358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1133CB6-6547-E7E4-36FC-B8C24EDCB4B7}"/>
              </a:ext>
            </a:extLst>
          </p:cNvPr>
          <p:cNvSpPr/>
          <p:nvPr/>
        </p:nvSpPr>
        <p:spPr>
          <a:xfrm>
            <a:off x="5175250" y="2578100"/>
            <a:ext cx="98425" cy="229658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B0EDBAC-36A9-E8FD-4D97-2F70D5FE6844}"/>
              </a:ext>
            </a:extLst>
          </p:cNvPr>
          <p:cNvSpPr/>
          <p:nvPr/>
        </p:nvSpPr>
        <p:spPr>
          <a:xfrm>
            <a:off x="5339292" y="2414058"/>
            <a:ext cx="98425" cy="393700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13A79BA-0B08-9017-D1A5-6BCBA12535C0}"/>
              </a:ext>
            </a:extLst>
          </p:cNvPr>
          <p:cNvSpPr/>
          <p:nvPr/>
        </p:nvSpPr>
        <p:spPr>
          <a:xfrm>
            <a:off x="5503333" y="2282825"/>
            <a:ext cx="98425" cy="524933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8399DF0-63E8-E843-6E05-E824C0696BF3}"/>
              </a:ext>
            </a:extLst>
          </p:cNvPr>
          <p:cNvSpPr txBox="1"/>
          <p:nvPr/>
        </p:nvSpPr>
        <p:spPr>
          <a:xfrm>
            <a:off x="4546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B67749DF-EA16-5E1C-7CD5-9F3A59C8AB9C}"/>
              </a:ext>
            </a:extLst>
          </p:cNvPr>
          <p:cNvSpPr/>
          <p:nvPr/>
        </p:nvSpPr>
        <p:spPr>
          <a:xfrm>
            <a:off x="7082367" y="2282825"/>
            <a:ext cx="262467" cy="262467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E8E714B-3020-C27E-4BE9-9BA83D635850}"/>
              </a:ext>
            </a:extLst>
          </p:cNvPr>
          <p:cNvSpPr/>
          <p:nvPr/>
        </p:nvSpPr>
        <p:spPr>
          <a:xfrm>
            <a:off x="6983942" y="2610908"/>
            <a:ext cx="459317" cy="295275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17F9BF-7331-5926-B71A-B24169A24757}"/>
              </a:ext>
            </a:extLst>
          </p:cNvPr>
          <p:cNvSpPr/>
          <p:nvPr/>
        </p:nvSpPr>
        <p:spPr>
          <a:xfrm>
            <a:off x="685270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4416742C-CC07-4FFC-C389-047AA51BE13F}"/>
              </a:ext>
            </a:extLst>
          </p:cNvPr>
          <p:cNvSpPr/>
          <p:nvPr/>
        </p:nvSpPr>
        <p:spPr>
          <a:xfrm>
            <a:off x="744325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E21311D-C8F4-A496-9A2D-CAE22EB001E6}"/>
              </a:ext>
            </a:extLst>
          </p:cNvPr>
          <p:cNvCxnSpPr/>
          <p:nvPr/>
        </p:nvCxnSpPr>
        <p:spPr>
          <a:xfrm>
            <a:off x="6885517" y="2643717"/>
            <a:ext cx="0" cy="19685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80D77C2-18E9-B1C7-8CCE-7A1A827102D8}"/>
              </a:ext>
            </a:extLst>
          </p:cNvPr>
          <p:cNvCxnSpPr/>
          <p:nvPr/>
        </p:nvCxnSpPr>
        <p:spPr>
          <a:xfrm>
            <a:off x="7541683" y="2643717"/>
            <a:ext cx="0" cy="19685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32235EE-9461-E63B-E743-36DDDF4EE673}"/>
              </a:ext>
            </a:extLst>
          </p:cNvPr>
          <p:cNvSpPr txBox="1"/>
          <p:nvPr/>
        </p:nvSpPr>
        <p:spPr>
          <a:xfrm>
            <a:off x="6388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B24F573-539A-6455-0379-E909CB14F2BD}"/>
              </a:ext>
            </a:extLst>
          </p:cNvPr>
          <p:cNvSpPr/>
          <p:nvPr/>
        </p:nvSpPr>
        <p:spPr>
          <a:xfrm>
            <a:off x="8727017" y="2250017"/>
            <a:ext cx="656167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37CF3295-11AF-BAD6-87A7-87553588A578}"/>
              </a:ext>
            </a:extLst>
          </p:cNvPr>
          <p:cNvSpPr/>
          <p:nvPr/>
        </p:nvSpPr>
        <p:spPr>
          <a:xfrm>
            <a:off x="8891058" y="2250017"/>
            <a:ext cx="328083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6BF3E90C-1997-781A-71AA-E337604EF99C}"/>
              </a:ext>
            </a:extLst>
          </p:cNvPr>
          <p:cNvCxnSpPr/>
          <p:nvPr/>
        </p:nvCxnSpPr>
        <p:spPr>
          <a:xfrm>
            <a:off x="8727017" y="2578100"/>
            <a:ext cx="65616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2A437DD-ED83-763C-9771-7BB589E40D88}"/>
              </a:ext>
            </a:extLst>
          </p:cNvPr>
          <p:cNvSpPr txBox="1"/>
          <p:nvPr/>
        </p:nvSpPr>
        <p:spPr>
          <a:xfrm>
            <a:off x="8229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7E76119-A079-0C68-1CC7-1ADCD233402A}"/>
              </a:ext>
            </a:extLst>
          </p:cNvPr>
          <p:cNvCxnSpPr/>
          <p:nvPr/>
        </p:nvCxnSpPr>
        <p:spPr>
          <a:xfrm>
            <a:off x="10896600" y="2250017"/>
            <a:ext cx="295275" cy="98425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61D5BC9-3AF0-35E0-2283-92F9639E29DC}"/>
              </a:ext>
            </a:extLst>
          </p:cNvPr>
          <p:cNvCxnSpPr/>
          <p:nvPr/>
        </p:nvCxnSpPr>
        <p:spPr>
          <a:xfrm flipV="1">
            <a:off x="11159067" y="2348442"/>
            <a:ext cx="32808" cy="32808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7B16258D-E409-B7B2-68B7-D3FB01B53EBD}"/>
              </a:ext>
            </a:extLst>
          </p:cNvPr>
          <p:cNvCxnSpPr/>
          <p:nvPr/>
        </p:nvCxnSpPr>
        <p:spPr>
          <a:xfrm flipV="1">
            <a:off x="10896600" y="2676525"/>
            <a:ext cx="262467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D6993548-5B64-C32C-3870-2BA106B04CEE}"/>
              </a:ext>
            </a:extLst>
          </p:cNvPr>
          <p:cNvCxnSpPr/>
          <p:nvPr/>
        </p:nvCxnSpPr>
        <p:spPr>
          <a:xfrm>
            <a:off x="10634133" y="2676525"/>
            <a:ext cx="262467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4986BA6A-218A-09F9-3A62-13A227024C0D}"/>
              </a:ext>
            </a:extLst>
          </p:cNvPr>
          <p:cNvCxnSpPr/>
          <p:nvPr/>
        </p:nvCxnSpPr>
        <p:spPr>
          <a:xfrm>
            <a:off x="10601325" y="2348442"/>
            <a:ext cx="32808" cy="32808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2722083-1256-0B23-3B84-7E5F5F0D6EED}"/>
              </a:ext>
            </a:extLst>
          </p:cNvPr>
          <p:cNvCxnSpPr/>
          <p:nvPr/>
        </p:nvCxnSpPr>
        <p:spPr>
          <a:xfrm flipV="1">
            <a:off x="10601325" y="2250017"/>
            <a:ext cx="295275" cy="98425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054AE3EB-CD6C-04C9-DB7F-51F7FE0692EC}"/>
              </a:ext>
            </a:extLst>
          </p:cNvPr>
          <p:cNvSpPr/>
          <p:nvPr/>
        </p:nvSpPr>
        <p:spPr>
          <a:xfrm>
            <a:off x="10798175" y="2479675"/>
            <a:ext cx="196850" cy="196850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4254D155-AB9D-A795-E26F-CF8683707C05}"/>
              </a:ext>
            </a:extLst>
          </p:cNvPr>
          <p:cNvCxnSpPr/>
          <p:nvPr/>
        </p:nvCxnSpPr>
        <p:spPr>
          <a:xfrm>
            <a:off x="10896600" y="2545292"/>
            <a:ext cx="0" cy="65616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1BB96AC-D8FA-DAE8-5C6B-19508EFC2F03}"/>
              </a:ext>
            </a:extLst>
          </p:cNvPr>
          <p:cNvSpPr txBox="1"/>
          <p:nvPr/>
        </p:nvSpPr>
        <p:spPr>
          <a:xfrm>
            <a:off x="10071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93760F80-38B5-A05D-65D0-E6A20A9064FD}"/>
              </a:ext>
            </a:extLst>
          </p:cNvPr>
          <p:cNvSpPr/>
          <p:nvPr/>
        </p:nvSpPr>
        <p:spPr>
          <a:xfrm>
            <a:off x="1426633" y="4193117"/>
            <a:ext cx="524934" cy="656166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E457345-C407-15BF-FCC7-EB6EA932999B}"/>
              </a:ext>
            </a:extLst>
          </p:cNvPr>
          <p:cNvSpPr/>
          <p:nvPr/>
        </p:nvSpPr>
        <p:spPr>
          <a:xfrm>
            <a:off x="1525058" y="4291542"/>
            <a:ext cx="328084" cy="131233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7638E362-9271-70CD-DE39-91B66E290164}"/>
              </a:ext>
            </a:extLst>
          </p:cNvPr>
          <p:cNvSpPr/>
          <p:nvPr/>
        </p:nvSpPr>
        <p:spPr>
          <a:xfrm>
            <a:off x="1557867" y="4521200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8B087966-8A64-2376-6771-253830B123E9}"/>
              </a:ext>
            </a:extLst>
          </p:cNvPr>
          <p:cNvSpPr/>
          <p:nvPr/>
        </p:nvSpPr>
        <p:spPr>
          <a:xfrm>
            <a:off x="1787525" y="4521200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2EBA49A1-D826-AB66-EDBA-A8A33ED9F01F}"/>
              </a:ext>
            </a:extLst>
          </p:cNvPr>
          <p:cNvSpPr/>
          <p:nvPr/>
        </p:nvSpPr>
        <p:spPr>
          <a:xfrm>
            <a:off x="1557867" y="4685242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65F5E1CE-849B-685F-A128-16DF46F816E5}"/>
              </a:ext>
            </a:extLst>
          </p:cNvPr>
          <p:cNvSpPr/>
          <p:nvPr/>
        </p:nvSpPr>
        <p:spPr>
          <a:xfrm>
            <a:off x="1787525" y="4685242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84D34EF-F199-9BF0-3CC4-6896DA4E9E32}"/>
              </a:ext>
            </a:extLst>
          </p:cNvPr>
          <p:cNvSpPr txBox="1"/>
          <p:nvPr/>
        </p:nvSpPr>
        <p:spPr>
          <a:xfrm>
            <a:off x="863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91B60D68-5A0C-DF6C-4959-9360929B571A}"/>
              </a:ext>
            </a:extLst>
          </p:cNvPr>
          <p:cNvSpPr/>
          <p:nvPr/>
        </p:nvSpPr>
        <p:spPr>
          <a:xfrm>
            <a:off x="32025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3109394A-A01D-CF9A-69ED-2419DBB47A9D}"/>
              </a:ext>
            </a:extLst>
          </p:cNvPr>
          <p:cNvCxnSpPr/>
          <p:nvPr/>
        </p:nvCxnSpPr>
        <p:spPr>
          <a:xfrm>
            <a:off x="3530600" y="4291542"/>
            <a:ext cx="0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E6B21459-45EE-3D7A-70E0-7B6A084FB842}"/>
              </a:ext>
            </a:extLst>
          </p:cNvPr>
          <p:cNvCxnSpPr/>
          <p:nvPr/>
        </p:nvCxnSpPr>
        <p:spPr>
          <a:xfrm>
            <a:off x="3530600" y="4521200"/>
            <a:ext cx="164042" cy="98425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6F4AB54-672A-6EF5-2BF8-EE297F2DCBFE}"/>
              </a:ext>
            </a:extLst>
          </p:cNvPr>
          <p:cNvSpPr txBox="1"/>
          <p:nvPr/>
        </p:nvSpPr>
        <p:spPr>
          <a:xfrm>
            <a:off x="2705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75EFFCCF-CD79-1FCE-50F6-1BCC413D6465}"/>
              </a:ext>
            </a:extLst>
          </p:cNvPr>
          <p:cNvSpPr/>
          <p:nvPr/>
        </p:nvSpPr>
        <p:spPr>
          <a:xfrm>
            <a:off x="50440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92440FB6-1A35-FC46-DE68-F096AE59A1B6}"/>
              </a:ext>
            </a:extLst>
          </p:cNvPr>
          <p:cNvSpPr/>
          <p:nvPr/>
        </p:nvSpPr>
        <p:spPr>
          <a:xfrm>
            <a:off x="5175250" y="4324350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997E4F60-9C0F-E467-AC5B-A535A0D6D446}"/>
              </a:ext>
            </a:extLst>
          </p:cNvPr>
          <p:cNvSpPr/>
          <p:nvPr/>
        </p:nvSpPr>
        <p:spPr>
          <a:xfrm>
            <a:off x="5306483" y="4455583"/>
            <a:ext cx="131234" cy="131234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997BEF3-9178-5CFB-7DBD-A4C464A4075C}"/>
              </a:ext>
            </a:extLst>
          </p:cNvPr>
          <p:cNvSpPr txBox="1"/>
          <p:nvPr/>
        </p:nvSpPr>
        <p:spPr>
          <a:xfrm>
            <a:off x="4546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16275E95-AB33-34BE-1540-1636F717354E}"/>
              </a:ext>
            </a:extLst>
          </p:cNvPr>
          <p:cNvSpPr/>
          <p:nvPr/>
        </p:nvSpPr>
        <p:spPr>
          <a:xfrm>
            <a:off x="6983942" y="4193117"/>
            <a:ext cx="459317" cy="656166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C9BA8F4-0237-17BA-69AD-BF153DD2C2A7}"/>
              </a:ext>
            </a:extLst>
          </p:cNvPr>
          <p:cNvSpPr/>
          <p:nvPr/>
        </p:nvSpPr>
        <p:spPr>
          <a:xfrm>
            <a:off x="708236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E2EFC8B-7B38-EA72-075F-8A01DF979B7F}"/>
              </a:ext>
            </a:extLst>
          </p:cNvPr>
          <p:cNvSpPr/>
          <p:nvPr/>
        </p:nvSpPr>
        <p:spPr>
          <a:xfrm>
            <a:off x="727921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597CC806-5E03-4E73-6A4D-1645629339F9}"/>
              </a:ext>
            </a:extLst>
          </p:cNvPr>
          <p:cNvSpPr/>
          <p:nvPr/>
        </p:nvSpPr>
        <p:spPr>
          <a:xfrm>
            <a:off x="708236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A1B08D1E-C3EF-0B2A-6D90-44A26F819B58}"/>
              </a:ext>
            </a:extLst>
          </p:cNvPr>
          <p:cNvSpPr/>
          <p:nvPr/>
        </p:nvSpPr>
        <p:spPr>
          <a:xfrm>
            <a:off x="727921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880206B-31AE-2A04-721B-644B7C113769}"/>
              </a:ext>
            </a:extLst>
          </p:cNvPr>
          <p:cNvSpPr/>
          <p:nvPr/>
        </p:nvSpPr>
        <p:spPr>
          <a:xfrm>
            <a:off x="708236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23ACFABD-A1F4-8E6D-07BC-03D582683244}"/>
              </a:ext>
            </a:extLst>
          </p:cNvPr>
          <p:cNvSpPr/>
          <p:nvPr/>
        </p:nvSpPr>
        <p:spPr>
          <a:xfrm>
            <a:off x="727921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004CA49D-DFD6-A08E-4487-B5C91796E568}"/>
              </a:ext>
            </a:extLst>
          </p:cNvPr>
          <p:cNvCxnSpPr/>
          <p:nvPr/>
        </p:nvCxnSpPr>
        <p:spPr>
          <a:xfrm>
            <a:off x="6885517" y="4849283"/>
            <a:ext cx="65616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19DA017-CA44-52C9-C4D9-2872C2038910}"/>
              </a:ext>
            </a:extLst>
          </p:cNvPr>
          <p:cNvSpPr txBox="1"/>
          <p:nvPr/>
        </p:nvSpPr>
        <p:spPr>
          <a:xfrm>
            <a:off x="6388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3887A920-9415-CC9F-1157-8FBB185E332C}"/>
              </a:ext>
            </a:extLst>
          </p:cNvPr>
          <p:cNvSpPr/>
          <p:nvPr/>
        </p:nvSpPr>
        <p:spPr>
          <a:xfrm>
            <a:off x="8759825" y="4324350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4B2CD374-E3A2-1CC7-27C2-852ECE73992D}"/>
              </a:ext>
            </a:extLst>
          </p:cNvPr>
          <p:cNvSpPr/>
          <p:nvPr/>
        </p:nvSpPr>
        <p:spPr>
          <a:xfrm>
            <a:off x="8759825" y="4455583"/>
            <a:ext cx="590550" cy="229659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38FC9D8A-C3F6-AD96-0FC3-9A8753A33EF9}"/>
              </a:ext>
            </a:extLst>
          </p:cNvPr>
          <p:cNvSpPr/>
          <p:nvPr/>
        </p:nvSpPr>
        <p:spPr>
          <a:xfrm>
            <a:off x="8759825" y="4586817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1013D752-50CC-2CC4-E0D4-7833F9AF1F3B}"/>
              </a:ext>
            </a:extLst>
          </p:cNvPr>
          <p:cNvSpPr txBox="1"/>
          <p:nvPr/>
        </p:nvSpPr>
        <p:spPr>
          <a:xfrm>
            <a:off x="8229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3254C822-ACFA-D806-AC15-6364F1699810}"/>
              </a:ext>
            </a:extLst>
          </p:cNvPr>
          <p:cNvSpPr/>
          <p:nvPr/>
        </p:nvSpPr>
        <p:spPr>
          <a:xfrm>
            <a:off x="10568517" y="4193117"/>
            <a:ext cx="459317" cy="45931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F6E8D54D-474A-919A-AE63-AA269AC0E538}"/>
              </a:ext>
            </a:extLst>
          </p:cNvPr>
          <p:cNvCxnSpPr/>
          <p:nvPr/>
        </p:nvCxnSpPr>
        <p:spPr>
          <a:xfrm>
            <a:off x="10995025" y="4619625"/>
            <a:ext cx="229658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1B6E40DD-76F7-F81A-3CEB-71474160DD5F}"/>
              </a:ext>
            </a:extLst>
          </p:cNvPr>
          <p:cNvSpPr txBox="1"/>
          <p:nvPr/>
        </p:nvSpPr>
        <p:spPr>
          <a:xfrm>
            <a:off x="10071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6893C3DD-5187-FE34-0939-C0B3B35D3EF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F39B4D8E-9C02-A051-90D6-CA0DDC1E36D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288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2079</Words>
  <Application>Microsoft Office PowerPoint</Application>
  <PresentationFormat>ユーザー設定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Yu Gothic UI</vt:lpstr>
      <vt:lpstr>游ゴシック</vt:lpstr>
      <vt:lpstr>游ゴシック Light</vt:lpstr>
      <vt:lpstr>Arial</vt:lpstr>
      <vt:lpstr>Cambria Math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2026-10-01T06:14:17Z</dcterms:created>
  <dcterms:modified xsi:type="dcterms:W3CDTF">2026-10-01T06:14:17Z</dcterms:modified>
</cp:coreProperties>
</file>