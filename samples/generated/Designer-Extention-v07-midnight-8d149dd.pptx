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7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C1-41EF-BDD3-1B3A9335084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72240000"/>
        <c:axId val="788095568"/>
      </c:barChart>
      <c:catAx>
        <c:axId val="772240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8095568"/>
        <c:crosses val="autoZero"/>
        <c:auto val="1"/>
        <c:lblAlgn val="ctr"/>
        <c:lblOffset val="100"/>
        <c:tickLblSkip val="1"/>
        <c:noMultiLvlLbl val="0"/>
      </c:catAx>
      <c:valAx>
        <c:axId val="78809556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7224000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02-4B63-9F4E-F4D24C93BFC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15662768"/>
        <c:axId val="788104688"/>
      </c:barChart>
      <c:catAx>
        <c:axId val="111566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8104688"/>
        <c:crosses val="autoZero"/>
        <c:auto val="1"/>
        <c:lblAlgn val="ctr"/>
        <c:lblOffset val="100"/>
        <c:tickLblSkip val="1"/>
        <c:noMultiLvlLbl val="0"/>
      </c:catAx>
      <c:valAx>
        <c:axId val="78810468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1115662768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ln w="31750" cap="rnd">
              <a:solidFill>
                <a:srgbClr val="69D3BC"/>
              </a:solidFill>
              <a:round/>
            </a:ln>
            <a:effectLst/>
          </c:spPr>
          <c:marker>
            <c:symbol val="circle"/>
            <c:size val="7"/>
            <c:spPr>
              <a:solidFill>
                <a:srgbClr val="69D3BC"/>
              </a:solidFill>
              <a:ln w="31750">
                <a:solidFill>
                  <a:srgbClr val="69D3BC"/>
                </a:solidFill>
                <a:prstDash val="solid"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4月</c:v>
                </c:pt>
                <c:pt idx="1">
                  <c:v>5月</c:v>
                </c:pt>
                <c:pt idx="2">
                  <c:v>6月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3E-445C-93FA-7CA6E99E7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86022240"/>
        <c:axId val="788129168"/>
      </c:lineChart>
      <c:catAx>
        <c:axId val="7860222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8129168"/>
        <c:crosses val="autoZero"/>
        <c:auto val="1"/>
        <c:lblAlgn val="ctr"/>
        <c:lblOffset val="100"/>
        <c:tickLblSkip val="1"/>
        <c:noMultiLvlLbl val="0"/>
      </c:catAx>
      <c:valAx>
        <c:axId val="7881291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602224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69D3BC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69D3BC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06E-4BA1-8E2A-BA8B20264921}"/>
              </c:ext>
            </c:extLst>
          </c:dPt>
          <c:dPt>
            <c:idx val="1"/>
            <c:bubble3D val="0"/>
            <c:spPr>
              <a:solidFill>
                <a:srgbClr val="F4C382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E06E-4BA1-8E2A-BA8B20264921}"/>
              </c:ext>
            </c:extLst>
          </c:dPt>
          <c:dPt>
            <c:idx val="2"/>
            <c:bubble3D val="0"/>
            <c:spPr>
              <a:solidFill>
                <a:srgbClr val="9467C9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06E-4BA1-8E2A-BA8B20264921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E06E-4BA1-8E2A-BA8B20264921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E06E-4BA1-8E2A-BA8B20264921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E06E-4BA1-8E2A-BA8B20264921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6E-4BA1-8E2A-BA8B202649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'Sheet1'!$B$1</c:f>
              <c:strCache>
                <c:ptCount val="1"/>
                <c:pt idx="0">
                  <c:v>全体の内訳</c:v>
                </c:pt>
              </c:strCache>
            </c:strRef>
          </c:tx>
          <c:spPr>
            <a:solidFill>
              <a:srgbClr val="69D3BC"/>
            </a:solidFill>
            <a:ln w="19050"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prstClr val="white"/>
                  </a:solidFill>
                </a14:hiddenLine>
              </a:ext>
            </a:extLst>
          </c:spPr>
          <c:dPt>
            <c:idx val="0"/>
            <c:bubble3D val="0"/>
            <c:spPr>
              <a:solidFill>
                <a:srgbClr val="69D3BC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2695-4D9F-8C69-41948B4BC555}"/>
              </c:ext>
            </c:extLst>
          </c:dPt>
          <c:dPt>
            <c:idx val="1"/>
            <c:bubble3D val="0"/>
            <c:spPr>
              <a:solidFill>
                <a:srgbClr val="F4C382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2695-4D9F-8C69-41948B4BC555}"/>
              </c:ext>
            </c:extLst>
          </c:dPt>
          <c:dPt>
            <c:idx val="2"/>
            <c:bubble3D val="0"/>
            <c:spPr>
              <a:solidFill>
                <a:srgbClr val="9467C9"/>
              </a:solidFill>
              <a:ln w="19050">
                <a:solidFill>
                  <a:srgbClr val="152F3B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2695-4D9F-8C69-41948B4BC555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2695-4D9F-8C69-41948B4BC555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2-2695-4D9F-8C69-41948B4BC555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1" i="0" u="none" strike="noStrike" kern="1200" baseline="0">
                      <a:solidFill>
                        <a:srgbClr val="172D4A"/>
                      </a:solidFill>
                      <a:latin typeface="Yu Gothic UI"/>
                      <a:ea typeface="Yu Gothic UI"/>
                      <a:cs typeface="Yu Gothic UI"/>
                    </a:defRPr>
                  </a:pPr>
                  <a:endParaRPr lang="ja-JP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2695-4D9F-8C69-41948B4BC555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95-4D9F-8C69-41948B4BC5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2"/>
      </c:doughnutChart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07-4ACE-859F-D81D145075CE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F4C3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A07-4ACE-859F-D81D145075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86064000"/>
        <c:axId val="788115728"/>
      </c:barChart>
      <c:catAx>
        <c:axId val="7860640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8115728"/>
        <c:crosses val="autoZero"/>
        <c:auto val="1"/>
        <c:lblAlgn val="ctr"/>
        <c:lblOffset val="100"/>
        <c:tickLblSkip val="1"/>
        <c:noMultiLvlLbl val="0"/>
      </c:catAx>
      <c:valAx>
        <c:axId val="78811572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6064000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内訳A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24</c:v>
                </c:pt>
                <c:pt idx="1">
                  <c:v>36</c:v>
                </c:pt>
                <c:pt idx="2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B6-4DCE-BEEF-01B9793F86DB}"/>
            </c:ext>
          </c:extLst>
        </c:ser>
        <c:ser>
          <c:idx val="1"/>
          <c:order val="1"/>
          <c:tx>
            <c:strRef>
              <c:f>'Sheet1'!$C$1</c:f>
              <c:strCache>
                <c:ptCount val="1"/>
                <c:pt idx="0">
                  <c:v>内訳B</c:v>
                </c:pt>
              </c:strCache>
            </c:strRef>
          </c:tx>
          <c:spPr>
            <a:solidFill>
              <a:srgbClr val="F4C38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rgbClr val="172D4A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対象A</c:v>
                </c:pt>
                <c:pt idx="1">
                  <c:v>対象B</c:v>
                </c:pt>
                <c:pt idx="2">
                  <c:v>対象C</c:v>
                </c:pt>
              </c:strCache>
            </c:strRef>
          </c:cat>
          <c:val>
            <c:numRef>
              <c:f>'Sheet1'!$C$2:$C$4</c:f>
              <c:numCache>
                <c:formatCode>General</c:formatCode>
                <c:ptCount val="3"/>
                <c:pt idx="0">
                  <c:v>12</c:v>
                </c:pt>
                <c:pt idx="1">
                  <c:v>18</c:v>
                </c:pt>
                <c:pt idx="2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B6-4DCE-BEEF-01B9793F86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786030128"/>
        <c:axId val="788127248"/>
      </c:barChart>
      <c:catAx>
        <c:axId val="78603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8127248"/>
        <c:crosses val="autoZero"/>
        <c:auto val="1"/>
        <c:lblAlgn val="ctr"/>
        <c:lblOffset val="100"/>
        <c:tickLblSkip val="1"/>
        <c:noMultiLvlLbl val="0"/>
      </c:catAx>
      <c:valAx>
        <c:axId val="78812724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件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6030128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rgbClr val="F6F8F6"/>
              </a:solidFill>
              <a:latin typeface="Yu Gothic UI"/>
              <a:ea typeface="Yu Gothic UI"/>
              <a:cs typeface="Yu Gothic UI"/>
            </a:defRPr>
          </a:pPr>
          <a:endParaRPr lang="ja-JP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'Sheet1'!$B$1</c:f>
              <c:strCache>
                <c:ptCount val="1"/>
                <c:pt idx="0">
                  <c:v>参考値</c:v>
                </c:pt>
              </c:strCache>
            </c:strRef>
          </c:tx>
          <c:spPr>
            <a:solidFill>
              <a:srgbClr val="69D3BC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>
                  <a:noFill/>
                </a14:hiddenLine>
              </a:ext>
            </a:extLst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endParaRPr lang="ja-JP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'Sheet1'!$A$2:$A$4</c:f>
              <c:strCache>
                <c:ptCount val="3"/>
                <c:pt idx="0">
                  <c:v>学習</c:v>
                </c:pt>
                <c:pt idx="1">
                  <c:v>運動</c:v>
                </c:pt>
                <c:pt idx="2">
                  <c:v>休息</c:v>
                </c:pt>
              </c:strCache>
            </c:strRef>
          </c:cat>
          <c:val>
            <c:numRef>
              <c:f>'Sheet1'!$B$2:$B$4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7E-4252-9E7E-9B9A8720BD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786054256"/>
        <c:axId val="788132048"/>
      </c:barChart>
      <c:catAx>
        <c:axId val="7860542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8132048"/>
        <c:crosses val="autoZero"/>
        <c:auto val="1"/>
        <c:lblAlgn val="ctr"/>
        <c:lblOffset val="100"/>
        <c:tickLblSkip val="1"/>
        <c:noMultiLvlLbl val="0"/>
      </c:catAx>
      <c:valAx>
        <c:axId val="788132048"/>
        <c:scaling>
          <c:orientation val="minMax"/>
          <c:min val="0"/>
        </c:scaling>
        <c:delete val="0"/>
        <c:axPos val="b"/>
        <c:majorGridlines>
          <c:spPr>
            <a:ln w="9525" cap="flat" cmpd="sng" algn="ctr">
              <a:solidFill>
                <a:srgbClr val="354B55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en-US" sz="1200" b="0" i="0" u="none" strike="noStrike" kern="1200" baseline="0">
                    <a:solidFill>
                      <a:srgbClr val="F6F8F6"/>
                    </a:solidFill>
                    <a:latin typeface="Yu Gothic UI"/>
                    <a:ea typeface="Yu Gothic UI"/>
                    <a:cs typeface="Yu Gothic UI"/>
                  </a:defRPr>
                </a:pPr>
                <a:r>
                  <a:rPr lang="ja-JP"/>
                  <a:t>時間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en-US" sz="1200" b="0" i="0" u="none" strike="noStrike" kern="1200" baseline="0">
                  <a:solidFill>
                    <a:srgbClr val="F6F8F6"/>
                  </a:solidFill>
                  <a:latin typeface="Yu Gothic UI"/>
                  <a:ea typeface="Yu Gothic UI"/>
                  <a:cs typeface="Yu Gothic UI"/>
                </a:defRPr>
              </a:pPr>
              <a:endParaRPr lang="ja-JP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rgbClr val="F6F8F6"/>
                </a:solidFill>
                <a:latin typeface="Yu Gothic UI"/>
                <a:ea typeface="Yu Gothic UI"/>
                <a:cs typeface="Yu Gothic UI"/>
              </a:defRPr>
            </a:pPr>
            <a:endParaRPr lang="ja-JP"/>
          </a:p>
        </c:txPr>
        <c:crossAx val="786054256"/>
        <c:crosses val="autoZero"/>
        <c:crossBetween val="between"/>
      </c:valAx>
      <c:spPr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noFill/>
            </a14:hiddenFill>
          </a:ex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09E8E84-426E-40DD-AFC4-6F175D3DCCD1}">
        <a14:hiddenFill xmlns:a14="http://schemas.microsoft.com/office/drawing/2010/main">
          <a:noFill/>
        </a14:hiddenFill>
      </a:ex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400">
          <a:solidFill>
            <a:srgbClr val="F6F8F6"/>
          </a:solidFill>
          <a:latin typeface="Yu Gothic UI"/>
          <a:ea typeface="Yu Gothic UI"/>
          <a:cs typeface="Yu Gothic UI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36BBA-148A-462B-A2D0-64017A3E4DA5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BDE354-B363-4D53-A684-BD0C35A0111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4027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48</a:t>
            </a:r>
            <a:r>
              <a:rPr kumimoji="1" lang="ja-JP" altLang="en-US"/>
              <a:t>種類のアイコンと</a:t>
            </a:r>
            <a:r>
              <a:rPr kumimoji="1" lang="en-US" altLang="ja-JP"/>
              <a:t>7</a:t>
            </a:r>
            <a:r>
              <a:rPr kumimoji="1" lang="ja-JP" altLang="en-US"/>
              <a:t>種類のグラフ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208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52313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1850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19689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05794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38955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2441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53319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学習 </a:t>
            </a:r>
            <a:r>
              <a:rPr kumimoji="1" lang="en-US" altLang="ja-JP"/>
              <a:t>— </a:t>
            </a:r>
            <a:r>
              <a:rPr kumimoji="1" lang="ja-JP" altLang="en-US"/>
              <a:t>数値を比較して見る。
運動 </a:t>
            </a:r>
            <a:r>
              <a:rPr kumimoji="1" lang="en-US" altLang="ja-JP"/>
              <a:t>— </a:t>
            </a:r>
            <a:r>
              <a:rPr kumimoji="1" lang="ja-JP" altLang="en-US"/>
              <a:t>違いを棒の長さで読む。
休息 </a:t>
            </a:r>
            <a:r>
              <a:rPr kumimoji="1" lang="en-US" altLang="ja-JP"/>
              <a:t>— </a:t>
            </a:r>
            <a:r>
              <a:rPr kumimoji="1" lang="ja-JP" altLang="en-US"/>
              <a:t>全体との関係を確かめる。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15185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アイデア・発想
資料・記録
グラフ・分析
人・チーム
地域・国際
機密・保護
数学・計算
時間・予定
目的・目標
会社・組織
金額・費用・資産
確認・調査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623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PC</a:t>
            </a:r>
            <a:r>
              <a:rPr kumimoji="1" lang="ja-JP" altLang="en-US"/>
              <a:t>・作業環境
スマートフォン・モバイル
サーバー・基盤
データベース・保管
クラウド
接続・ネットワーク
プログラム・開発
</a:t>
            </a:r>
            <a:r>
              <a:rPr kumimoji="1" lang="en-US" altLang="ja-JP"/>
              <a:t>AI</a:t>
            </a:r>
            <a:r>
              <a:rPr kumimoji="1" lang="ja-JP" altLang="en-US"/>
              <a:t>・半導体
本・学習
学校・進学
化学・実験
物理・原子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8489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図形・幾何
組み合わせ・パズル
自然・環境
再利用・資源循環
電力・エネルギー
水・水資源
太陽・太陽光
健康・ケア
医療・病院
利用しやすさ・バリアフリー
製造・工場
修理・保守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18840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表示例の数値は架空です。入力資料の分析結果ではありません。
内容</a:t>
            </a:r>
            <a:r>
              <a:rPr kumimoji="1" lang="en-US" altLang="ja-JP"/>
              <a:t>:
</a:t>
            </a:r>
            <a:r>
              <a:rPr kumimoji="1" lang="ja-JP" altLang="en-US"/>
              <a:t>物流・配送
鉄道・交通
航空・旅行
買い物・小売
製品・荷物
対話・発信
メール・連絡
写真・撮影
場所・拠点
暦・日付
節目・開始
法務・公平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BDE354-B363-4D53-A684-BD0C35A01116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340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9FCDA7-0911-0209-A207-1FABF7F0E3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ED48479-6130-EE98-14EF-4AE4148C03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61D855-569C-2A3C-E92C-246C8B69E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AB0D65-A05E-A169-6437-BBC5E8ECD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EA223F-5A5C-1560-2518-F5C753342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6539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A8829E-7DB6-3EEB-0766-255FCE74E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A7B475-64A8-7B49-1A79-9CFA695E3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D673598-D1D1-C4D1-D4DF-FDA2B10C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BD415F-343D-ED19-C7E3-05E9137FF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595DCA-A173-0A8C-5739-15C32F832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82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B900A6-EAFB-C887-FDF2-1715A103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EFFF9CC-90A0-31C8-90BA-53956C41E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9E7947-4B84-B971-D45D-4263F8147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3A44BB-F1FA-CAEE-59FF-DF903D16D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475BA78-F7BB-4578-2B7D-9FCA577A8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7554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F88F75-DD4E-2EAA-2859-7F90C7CF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EF06EE-CCCB-BC4F-6C2E-4F039AFD26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41977D4-77ED-6CF5-35C9-8AC816814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917C1C3-A45C-9065-9764-1175C4E68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A8424D8-2DB1-4CBD-3590-6A2225D01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F3C7FE-9AB3-1021-5B3B-01C8C244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2614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21722F-317C-C8EA-C231-907A9188E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DCAC15D-43E2-37B7-3BFE-6B64FCBB9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5F4985A-E0B2-7979-9407-28717FC5E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FC085CD-7BCC-5283-FEA2-060790730F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7362E50-D60F-7331-02E9-884BB84CFE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972CC2B-25AC-4693-6E52-7195ABF7E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3788294-22F4-ED99-8A6F-89D6194DC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39CB23D-20D4-FF34-D204-FB8D4E902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0783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08FC4D-8A93-2EC3-1A3B-4AD939B72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EAEEE01-C5BA-381C-26D9-3516A4683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5FB1328-85F0-E812-F39F-15D88025B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54053C-B6E7-BC36-7C43-281624B4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13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DA84B66-FB13-4C29-044C-39717878D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AEB8BB8-E012-6F3E-4DA7-FF3213D9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6E0CB45-0E4E-20D8-2505-52D528C6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81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BC8951-9289-5C3F-7AD2-8A7796969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0EF8995-EB72-958F-27BB-FB91D40F6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52135D8-8DC5-1D75-FD20-F9FC15D3F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BA951E7-5003-EA77-1EBA-C1874A5B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D5C3334-CDE0-59A2-9356-05D33DC93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B31E7B-F302-8C42-7ACC-08887827F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475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381394-7686-DF8D-75AD-1ED34BA0A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FFF1BB1-12BE-BB06-9EBE-43AC2DAF567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F88795-88C0-2A2E-52EA-041D6866C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E8DAE97-149C-DDF0-86E4-071937A84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0C1528-7917-6CEB-B5B0-85F9509E0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0FA019-CDEE-387C-4575-33619CDCA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057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9704AD-5717-93E7-4D27-8BF4D339A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6D3543-5CFB-5473-1B01-98DC30E3C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5190B04-6E19-E298-8993-DD1E342D9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FEBA02-7A27-69F2-793D-F7DF0F2C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349D6C0-957B-0C18-E6F9-A8332142E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82355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1ADF41C-B463-9128-73E3-B775868E3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6A1A520-FA84-DB43-29D0-418E29471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6C75A6E-9BEF-54E6-C00D-B1AAF76A3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CF3BF8-E4C0-4AFE-8386-BA14A0F52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3E8484-A473-3060-CF76-C9A01971A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728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ACFB327-9D0C-A9EB-D73D-208ECA43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9D6159A-E22C-122B-4E58-A3F55324F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AF8F66-D05C-B6A6-05BE-6EEDC52B6B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9CDEED-7768-4E4B-9434-B52B51CFA54B}" type="datetimeFigureOut">
              <a:rPr kumimoji="1" lang="ja-JP" altLang="en-US" smtClean="0"/>
              <a:t>2026/10/3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0464924-6729-EEE4-2F81-4B6AF0BB1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15A979-4876-DB1A-05AE-986BB8DCF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F5C832-8F8C-4C16-BA81-2F4B8AFA412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3234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D365ED3-7D6B-6C42-6F68-47DF32AC7897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3229311E-B643-F705-E353-C9F0CE127DA3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9E8BED6-29F0-93CF-BB63-14AF80725DD2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図で伝える選択肢を増やす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76381F-1818-D5BA-77EB-E588808D13C0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48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種類のアイコンと</a:t>
            </a:r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種類のグラフ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80C16431-91FB-A42C-B838-B4A5423417F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ED9B335-91F9-9BC7-49FE-2C88B9E6245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3597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DCD2F39-EB1F-3D7D-25B6-3E7C0390111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CBFF401-902F-362F-F4F6-36BBFFA68ED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横棒グラフ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03F9029-5EC7-66AA-988E-CC20F323664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2F95ED63-5979-E6FE-99D8-51CCE958E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2754255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E7E4B70-3E9C-7C70-3A39-85F3C88FF944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E86A282-065E-5D54-505B-FA53BF2510B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5418C0C-2FC2-3F9D-F52E-87EDA2133A8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6135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891E5CA-C44E-9BDC-A6D9-F12CA1191F35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56BE4C-BABF-D070-5487-8F0A2FC91D4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縦棒グラフ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10C05BA-B8B5-C4A0-0EFD-A0A75212F6F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1FCD32E3-2789-B5C1-403E-7A4368D5CD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255185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F2DC0C1-0DD0-F407-C24B-1976D7AE15D3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0757C14-2BBE-C728-AB8A-C120205368D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F44FB13-68C2-9AC0-9406-DF69B0095E1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4798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3E8BC3B-9B62-7C94-13A0-D72235EC0A59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D3A2926-D0D6-4E65-700A-4C892D2139C1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折れ線グラフ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EDD0AB9-9E54-5EA6-9D74-2F9630AD0B4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B38E6C3B-FA8D-F0C3-2DB3-CF5AAB111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3065675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3C1EB4A-7C4B-4AFC-CA09-3A4C2CA1DC69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D33DE39B-4487-1715-9C15-369C1860E41F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ABA1B11-3744-76F4-1E3A-C22F737D5EE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9758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DF1F34-5F3B-8DC1-5E5F-B214540F78D7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D79789-508C-FD85-5F97-F73988D1DD2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円グラフ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4BE9858E-96CB-CC44-4543-260EDE32AF7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00A152F3-DBC5-2A05-3C7E-32615C93DC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9282757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5316657-F9FE-2B32-FE24-4D559D954FA7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27F6BC-5E4C-B0A3-F5BD-614A46E4582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EE710BC-A460-7ECA-7761-3CFCF7CEB278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9411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42A7A0-C1DA-B5EC-D058-9FBC80B1B039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CB363F-722F-1F7A-35C8-697DFC47537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ドーナツグラフ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1D1BE1B-419A-4E32-076F-382866C19CB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53AF4A52-B8B0-095D-55D3-4323BE6C4B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001790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6C8800-190A-DA9D-89FD-98084D2E41B3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EE5F3AF1-BA9D-3F19-8509-96ADDFB1E59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59BBF32-F67A-2959-40FC-A306EF14A98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08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445926AE-8FF7-EA2A-8964-E3537A4A75AE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6B839F8-EC48-73E2-4035-F1836BCE44C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積み上げ横棒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26F52C0-99D3-CBC3-B8CE-7DB9EB0350A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F7D2DEBD-C065-8202-E0A0-64E70E84EB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085224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FB000E1-2E7F-4A58-0610-86CEACEECD3C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2F9786BF-006E-5E45-F618-ED3CFD9D662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659261B4-9312-EFC2-5324-473A56511E54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2627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345B8EC-36F7-B9D2-B493-8717BD9DE780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795F58-EA4E-A415-4A6F-3E6BD437DB8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積み上げ縦棒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E1AA1218-E7A9-D6F9-6B2A-DF89322BEB2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C5408C2B-7534-28C1-368A-89EB6B1AA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7939334"/>
              </p:ext>
            </p:extLst>
          </p:nvPr>
        </p:nvGraphicFramePr>
        <p:xfrm>
          <a:off x="711200" y="2006600"/>
          <a:ext cx="10769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98BFBF4-D90B-0179-1853-CCA4402599A8}"/>
              </a:ext>
            </a:extLst>
          </p:cNvPr>
          <p:cNvSpPr txBox="1"/>
          <p:nvPr/>
        </p:nvSpPr>
        <p:spPr>
          <a:xfrm>
            <a:off x="711200" y="5740400"/>
            <a:ext cx="107696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説明用の架空データ。各項目の単位と条件は同じ。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C2B60EC-1366-A878-BAA8-E60A8888A7D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B73EEFE-541C-84B5-1BA0-6816B40981D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313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66C8E38-8D43-EA0D-7CC4-655D267C9D98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A4E9D4B-4811-01F9-E8C4-9F1C36D3B9B3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数値と読み取りを一緒に見せる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6E3BD8D5-EEA1-D056-5F6F-FFD4D4C60FF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6A0F1742-418A-E63D-E1FF-9FFA151302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4960563"/>
              </p:ext>
            </p:extLst>
          </p:nvPr>
        </p:nvGraphicFramePr>
        <p:xfrm>
          <a:off x="711200" y="2044700"/>
          <a:ext cx="7048500" cy="3352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BBCF95A-5E36-7269-5424-BE047B79D732}"/>
              </a:ext>
            </a:extLst>
          </p:cNvPr>
          <p:cNvSpPr txBox="1"/>
          <p:nvPr/>
        </p:nvSpPr>
        <p:spPr>
          <a:xfrm>
            <a:off x="711200" y="5473700"/>
            <a:ext cx="70485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説明用の例：同じ期間の時間配分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F2021FF-39E2-EA52-0F35-0562D24231C5}"/>
              </a:ext>
            </a:extLst>
          </p:cNvPr>
          <p:cNvSpPr/>
          <p:nvPr/>
        </p:nvSpPr>
        <p:spPr>
          <a:xfrm>
            <a:off x="8166100" y="2019300"/>
            <a:ext cx="3314700" cy="1185333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E1E6432-BF66-78EF-EC70-5DD3E32F2BEF}"/>
              </a:ext>
            </a:extLst>
          </p:cNvPr>
          <p:cNvSpPr/>
          <p:nvPr/>
        </p:nvSpPr>
        <p:spPr>
          <a:xfrm>
            <a:off x="8166100" y="2019300"/>
            <a:ext cx="38100" cy="1185333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5AC17C11-96F7-87EB-1C6F-491A1EA8FF8F}"/>
              </a:ext>
            </a:extLst>
          </p:cNvPr>
          <p:cNvSpPr/>
          <p:nvPr/>
        </p:nvSpPr>
        <p:spPr>
          <a:xfrm>
            <a:off x="8337550" y="2244725"/>
            <a:ext cx="317500" cy="285750"/>
          </a:xfrm>
          <a:prstGeom prst="roundRect">
            <a:avLst/>
          </a:prstGeom>
          <a:noFill/>
          <a:ln w="2222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3FBE255-B3CE-9B40-ABF4-BA3221AF2EEF}"/>
              </a:ext>
            </a:extLst>
          </p:cNvPr>
          <p:cNvCxnSpPr/>
          <p:nvPr/>
        </p:nvCxnSpPr>
        <p:spPr>
          <a:xfrm>
            <a:off x="8496300" y="2244725"/>
            <a:ext cx="0" cy="28575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5FFC7E41-4A92-8660-0DDE-99291936692B}"/>
              </a:ext>
            </a:extLst>
          </p:cNvPr>
          <p:cNvCxnSpPr/>
          <p:nvPr/>
        </p:nvCxnSpPr>
        <p:spPr>
          <a:xfrm>
            <a:off x="8385175" y="2324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B08CD0A-68F3-2E8A-00CF-1268D6CCCE68}"/>
              </a:ext>
            </a:extLst>
          </p:cNvPr>
          <p:cNvCxnSpPr/>
          <p:nvPr/>
        </p:nvCxnSpPr>
        <p:spPr>
          <a:xfrm>
            <a:off x="8543925" y="2324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283162D8-8BE3-A706-12EF-4E07EBA5EC0B}"/>
              </a:ext>
            </a:extLst>
          </p:cNvPr>
          <p:cNvCxnSpPr/>
          <p:nvPr/>
        </p:nvCxnSpPr>
        <p:spPr>
          <a:xfrm>
            <a:off x="8385175" y="23876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776C0F5A-5991-0841-E25C-201FB407C7AE}"/>
              </a:ext>
            </a:extLst>
          </p:cNvPr>
          <p:cNvCxnSpPr/>
          <p:nvPr/>
        </p:nvCxnSpPr>
        <p:spPr>
          <a:xfrm>
            <a:off x="8543925" y="23876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4D2F634B-F2A9-6E0A-0179-92312DCE43D7}"/>
              </a:ext>
            </a:extLst>
          </p:cNvPr>
          <p:cNvCxnSpPr/>
          <p:nvPr/>
        </p:nvCxnSpPr>
        <p:spPr>
          <a:xfrm>
            <a:off x="8385175" y="2451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9E778D9-3634-784B-8735-2306D48F842B}"/>
              </a:ext>
            </a:extLst>
          </p:cNvPr>
          <p:cNvCxnSpPr/>
          <p:nvPr/>
        </p:nvCxnSpPr>
        <p:spPr>
          <a:xfrm>
            <a:off x="8543925" y="2451100"/>
            <a:ext cx="63500" cy="0"/>
          </a:xfrm>
          <a:prstGeom prst="line">
            <a:avLst/>
          </a:prstGeom>
          <a:ln w="2222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D80BE04-4F15-1108-7E2B-886DBE3AF0F8}"/>
              </a:ext>
            </a:extLst>
          </p:cNvPr>
          <p:cNvSpPr txBox="1"/>
          <p:nvPr/>
        </p:nvSpPr>
        <p:spPr>
          <a:xfrm>
            <a:off x="8826500" y="2171700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学習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5E85B4A-CA19-2E91-5B8A-1DA4DDB24BC1}"/>
              </a:ext>
            </a:extLst>
          </p:cNvPr>
          <p:cNvSpPr txBox="1"/>
          <p:nvPr/>
        </p:nvSpPr>
        <p:spPr>
          <a:xfrm>
            <a:off x="8394700" y="2743200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数値を比較して見る。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8A4C011B-3DE2-D756-8848-3EDFF9C7F598}"/>
              </a:ext>
            </a:extLst>
          </p:cNvPr>
          <p:cNvSpPr/>
          <p:nvPr/>
        </p:nvSpPr>
        <p:spPr>
          <a:xfrm>
            <a:off x="8166100" y="3357033"/>
            <a:ext cx="3314700" cy="1185334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88E0EC74-DC9E-32FC-3FFE-F09594C63F58}"/>
              </a:ext>
            </a:extLst>
          </p:cNvPr>
          <p:cNvSpPr/>
          <p:nvPr/>
        </p:nvSpPr>
        <p:spPr>
          <a:xfrm>
            <a:off x="8166100" y="3357033"/>
            <a:ext cx="38100" cy="1185334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187C4742-1080-4184-3BA0-5CC2643A25F3}"/>
              </a:ext>
            </a:extLst>
          </p:cNvPr>
          <p:cNvCxnSpPr/>
          <p:nvPr/>
        </p:nvCxnSpPr>
        <p:spPr>
          <a:xfrm>
            <a:off x="8353425" y="3741208"/>
            <a:ext cx="142875" cy="142875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2C80CB41-962D-247A-890E-FF4827FCF8A5}"/>
              </a:ext>
            </a:extLst>
          </p:cNvPr>
          <p:cNvCxnSpPr/>
          <p:nvPr/>
        </p:nvCxnSpPr>
        <p:spPr>
          <a:xfrm>
            <a:off x="8321675" y="3677708"/>
            <a:ext cx="3175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C6803705-8121-F3D0-F01C-AEF38913B46E}"/>
              </a:ext>
            </a:extLst>
          </p:cNvPr>
          <p:cNvCxnSpPr/>
          <p:nvPr/>
        </p:nvCxnSpPr>
        <p:spPr>
          <a:xfrm flipV="1">
            <a:off x="8321675" y="3614208"/>
            <a:ext cx="15875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6013E931-3850-EAF4-DCF9-624B11B7C7A0}"/>
              </a:ext>
            </a:extLst>
          </p:cNvPr>
          <p:cNvCxnSpPr/>
          <p:nvPr/>
        </p:nvCxnSpPr>
        <p:spPr>
          <a:xfrm flipV="1">
            <a:off x="8337550" y="3582458"/>
            <a:ext cx="47625" cy="3175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5CC2118-020F-7242-9F7C-35FDE6F70AD2}"/>
              </a:ext>
            </a:extLst>
          </p:cNvPr>
          <p:cNvCxnSpPr/>
          <p:nvPr/>
        </p:nvCxnSpPr>
        <p:spPr>
          <a:xfrm>
            <a:off x="8385175" y="3582458"/>
            <a:ext cx="47625" cy="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24C7A9F-4B94-1BA5-6DF6-A32886D90A4A}"/>
              </a:ext>
            </a:extLst>
          </p:cNvPr>
          <p:cNvCxnSpPr/>
          <p:nvPr/>
        </p:nvCxnSpPr>
        <p:spPr>
          <a:xfrm>
            <a:off x="8432800" y="3582458"/>
            <a:ext cx="6350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A0CEE818-1FA4-3665-E2A8-123D65EA828E}"/>
              </a:ext>
            </a:extLst>
          </p:cNvPr>
          <p:cNvCxnSpPr/>
          <p:nvPr/>
        </p:nvCxnSpPr>
        <p:spPr>
          <a:xfrm flipV="1">
            <a:off x="8496300" y="3582458"/>
            <a:ext cx="6350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C152C7B1-CF00-208B-E787-8DC9ECC4FF98}"/>
              </a:ext>
            </a:extLst>
          </p:cNvPr>
          <p:cNvCxnSpPr/>
          <p:nvPr/>
        </p:nvCxnSpPr>
        <p:spPr>
          <a:xfrm>
            <a:off x="8559800" y="3582458"/>
            <a:ext cx="47625" cy="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C9566B86-1F47-6EED-53C1-EFF1B17DA47E}"/>
              </a:ext>
            </a:extLst>
          </p:cNvPr>
          <p:cNvCxnSpPr/>
          <p:nvPr/>
        </p:nvCxnSpPr>
        <p:spPr>
          <a:xfrm>
            <a:off x="8607425" y="3582458"/>
            <a:ext cx="47625" cy="3175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107B45A5-EB93-7057-DD00-B530E76A5709}"/>
              </a:ext>
            </a:extLst>
          </p:cNvPr>
          <p:cNvCxnSpPr/>
          <p:nvPr/>
        </p:nvCxnSpPr>
        <p:spPr>
          <a:xfrm>
            <a:off x="8655050" y="3614208"/>
            <a:ext cx="15875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83A08871-6A95-4A7C-1EF8-0F374D390874}"/>
              </a:ext>
            </a:extLst>
          </p:cNvPr>
          <p:cNvCxnSpPr/>
          <p:nvPr/>
        </p:nvCxnSpPr>
        <p:spPr>
          <a:xfrm flipV="1">
            <a:off x="8639175" y="3677708"/>
            <a:ext cx="31750" cy="63500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CCBB29B4-95DD-2264-4A1B-F71859B860D4}"/>
              </a:ext>
            </a:extLst>
          </p:cNvPr>
          <p:cNvCxnSpPr/>
          <p:nvPr/>
        </p:nvCxnSpPr>
        <p:spPr>
          <a:xfrm flipV="1">
            <a:off x="8496300" y="3741208"/>
            <a:ext cx="142875" cy="142875"/>
          </a:xfrm>
          <a:prstGeom prst="line">
            <a:avLst/>
          </a:prstGeom>
          <a:ln w="2222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74AC3940-A4AC-C76F-EF3E-4178554350D9}"/>
              </a:ext>
            </a:extLst>
          </p:cNvPr>
          <p:cNvSpPr txBox="1"/>
          <p:nvPr/>
        </p:nvSpPr>
        <p:spPr>
          <a:xfrm>
            <a:off x="8826500" y="3509433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運動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C671A9-7D56-5465-6E53-6F7E53F92064}"/>
              </a:ext>
            </a:extLst>
          </p:cNvPr>
          <p:cNvSpPr txBox="1"/>
          <p:nvPr/>
        </p:nvSpPr>
        <p:spPr>
          <a:xfrm>
            <a:off x="8394700" y="4080933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違いを棒の長さで読む。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3456586-48C6-126F-5A43-7BB47B69625A}"/>
              </a:ext>
            </a:extLst>
          </p:cNvPr>
          <p:cNvSpPr/>
          <p:nvPr/>
        </p:nvSpPr>
        <p:spPr>
          <a:xfrm>
            <a:off x="8166100" y="4694767"/>
            <a:ext cx="3314700" cy="1185333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5D71202-CC6E-37D0-57BA-35AAE8CBACF0}"/>
              </a:ext>
            </a:extLst>
          </p:cNvPr>
          <p:cNvSpPr/>
          <p:nvPr/>
        </p:nvSpPr>
        <p:spPr>
          <a:xfrm>
            <a:off x="8166100" y="4694767"/>
            <a:ext cx="38100" cy="1185333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8862AFB5-81F2-676A-8051-ED0434F5A737}"/>
              </a:ext>
            </a:extLst>
          </p:cNvPr>
          <p:cNvSpPr/>
          <p:nvPr/>
        </p:nvSpPr>
        <p:spPr>
          <a:xfrm>
            <a:off x="8337550" y="4904317"/>
            <a:ext cx="317500" cy="317500"/>
          </a:xfrm>
          <a:prstGeom prst="ellipse">
            <a:avLst/>
          </a:prstGeom>
          <a:noFill/>
          <a:ln w="2222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592B69F0-06AB-E271-EF23-E4967DD48B81}"/>
              </a:ext>
            </a:extLst>
          </p:cNvPr>
          <p:cNvCxnSpPr/>
          <p:nvPr/>
        </p:nvCxnSpPr>
        <p:spPr>
          <a:xfrm>
            <a:off x="8496300" y="4951942"/>
            <a:ext cx="0" cy="111125"/>
          </a:xfrm>
          <a:prstGeom prst="line">
            <a:avLst/>
          </a:prstGeom>
          <a:ln w="2222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180B0D4E-BD0D-54CE-ECD8-171634C02377}"/>
              </a:ext>
            </a:extLst>
          </p:cNvPr>
          <p:cNvCxnSpPr/>
          <p:nvPr/>
        </p:nvCxnSpPr>
        <p:spPr>
          <a:xfrm>
            <a:off x="8496300" y="5063067"/>
            <a:ext cx="79375" cy="47625"/>
          </a:xfrm>
          <a:prstGeom prst="line">
            <a:avLst/>
          </a:prstGeom>
          <a:ln w="2222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D88AA87-FA4A-1288-E992-0F89A873F9E9}"/>
              </a:ext>
            </a:extLst>
          </p:cNvPr>
          <p:cNvSpPr txBox="1"/>
          <p:nvPr/>
        </p:nvSpPr>
        <p:spPr>
          <a:xfrm>
            <a:off x="8826500" y="4847167"/>
            <a:ext cx="2451100" cy="482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休息</a:t>
            </a:r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257BC88D-0C13-5FCB-6FAD-50501F06D457}"/>
              </a:ext>
            </a:extLst>
          </p:cNvPr>
          <p:cNvSpPr txBox="1"/>
          <p:nvPr/>
        </p:nvSpPr>
        <p:spPr>
          <a:xfrm>
            <a:off x="8394700" y="5418667"/>
            <a:ext cx="2882900" cy="3725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全体との関係を確かめる。</a:t>
            </a:r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7277DEA7-4550-C397-B357-9FF575B159D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D7869550-D587-67B5-EF79-753520B92F9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94940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1C051931-8F4C-4E1F-A87A-81371EE8234C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F04EC51-8100-B381-093A-1FD073B3522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1〜12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A66B2BB-6F7D-D750-9397-CC343A5369C3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C56F0506-032A-7313-5951-4AF7689F7CC9}"/>
              </a:ext>
            </a:extLst>
          </p:cNvPr>
          <p:cNvSpPr/>
          <p:nvPr/>
        </p:nvSpPr>
        <p:spPr>
          <a:xfrm>
            <a:off x="1460500" y="21336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B6ADE22A-3140-7037-3745-7CDBDE0CA956}"/>
              </a:ext>
            </a:extLst>
          </p:cNvPr>
          <p:cNvCxnSpPr/>
          <p:nvPr/>
        </p:nvCxnSpPr>
        <p:spPr>
          <a:xfrm>
            <a:off x="1549400" y="2459567"/>
            <a:ext cx="0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7F99A16F-986D-4127-0A69-26CB00C15D0E}"/>
              </a:ext>
            </a:extLst>
          </p:cNvPr>
          <p:cNvCxnSpPr/>
          <p:nvPr/>
        </p:nvCxnSpPr>
        <p:spPr>
          <a:xfrm>
            <a:off x="1727200" y="2459567"/>
            <a:ext cx="0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F4ABDCF8-E42F-EA51-1947-ED9A36F8C667}"/>
              </a:ext>
            </a:extLst>
          </p:cNvPr>
          <p:cNvCxnSpPr/>
          <p:nvPr/>
        </p:nvCxnSpPr>
        <p:spPr>
          <a:xfrm>
            <a:off x="1549400" y="2607733"/>
            <a:ext cx="177800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DE97C8E-490D-F8F0-2662-5D5E139DB8EB}"/>
              </a:ext>
            </a:extLst>
          </p:cNvPr>
          <p:cNvCxnSpPr/>
          <p:nvPr/>
        </p:nvCxnSpPr>
        <p:spPr>
          <a:xfrm>
            <a:off x="1579033" y="2696633"/>
            <a:ext cx="1185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A2D5E3CA-CF16-D242-0221-C36BF0911213}"/>
              </a:ext>
            </a:extLst>
          </p:cNvPr>
          <p:cNvCxnSpPr/>
          <p:nvPr/>
        </p:nvCxnSpPr>
        <p:spPr>
          <a:xfrm>
            <a:off x="1312333" y="2281767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AE8A43ED-3571-CDC9-ED69-4B2EA05BA396}"/>
              </a:ext>
            </a:extLst>
          </p:cNvPr>
          <p:cNvCxnSpPr/>
          <p:nvPr/>
        </p:nvCxnSpPr>
        <p:spPr>
          <a:xfrm>
            <a:off x="1905000" y="2281767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53504D73-CFD0-BE5F-B91F-4EBA4A9DD55A}"/>
              </a:ext>
            </a:extLst>
          </p:cNvPr>
          <p:cNvCxnSpPr/>
          <p:nvPr/>
        </p:nvCxnSpPr>
        <p:spPr>
          <a:xfrm>
            <a:off x="1638300" y="2044700"/>
            <a:ext cx="0" cy="296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3B11964-315D-A0CC-2E74-73F7C5B0183E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629D3536-A9D3-E939-8DD9-525A566E1377}"/>
              </a:ext>
            </a:extLst>
          </p:cNvPr>
          <p:cNvSpPr/>
          <p:nvPr/>
        </p:nvSpPr>
        <p:spPr>
          <a:xfrm>
            <a:off x="3272367" y="2103967"/>
            <a:ext cx="414866" cy="592666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5240916-4673-9107-851F-13B3AFFDD15D}"/>
              </a:ext>
            </a:extLst>
          </p:cNvPr>
          <p:cNvCxnSpPr/>
          <p:nvPr/>
        </p:nvCxnSpPr>
        <p:spPr>
          <a:xfrm>
            <a:off x="3361267" y="2252133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E785D2C-0733-AE36-99E1-A9CD09F1418C}"/>
              </a:ext>
            </a:extLst>
          </p:cNvPr>
          <p:cNvCxnSpPr/>
          <p:nvPr/>
        </p:nvCxnSpPr>
        <p:spPr>
          <a:xfrm>
            <a:off x="3361267" y="2370667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2E41029-2997-B665-AC8B-1831C59D7D2E}"/>
              </a:ext>
            </a:extLst>
          </p:cNvPr>
          <p:cNvCxnSpPr/>
          <p:nvPr/>
        </p:nvCxnSpPr>
        <p:spPr>
          <a:xfrm>
            <a:off x="3361267" y="2489200"/>
            <a:ext cx="2370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B5C2AFB-F75F-829D-2487-74B65D15E71C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BB7D175-DA97-D166-3F9E-A1C38763BCFE}"/>
              </a:ext>
            </a:extLst>
          </p:cNvPr>
          <p:cNvCxnSpPr/>
          <p:nvPr/>
        </p:nvCxnSpPr>
        <p:spPr>
          <a:xfrm>
            <a:off x="5054600" y="2133600"/>
            <a:ext cx="0" cy="5334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D9CDDF79-D179-C21E-7543-3C8929EB72F8}"/>
              </a:ext>
            </a:extLst>
          </p:cNvPr>
          <p:cNvCxnSpPr/>
          <p:nvPr/>
        </p:nvCxnSpPr>
        <p:spPr>
          <a:xfrm>
            <a:off x="5054600" y="2667000"/>
            <a:ext cx="5630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4FD4E7C9-614A-9D2E-AAE2-D72377367C49}"/>
              </a:ext>
            </a:extLst>
          </p:cNvPr>
          <p:cNvSpPr/>
          <p:nvPr/>
        </p:nvSpPr>
        <p:spPr>
          <a:xfrm>
            <a:off x="5143500" y="2400300"/>
            <a:ext cx="88900" cy="2074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713642A0-71BD-DF18-CF51-03BC14F4E028}"/>
              </a:ext>
            </a:extLst>
          </p:cNvPr>
          <p:cNvSpPr/>
          <p:nvPr/>
        </p:nvSpPr>
        <p:spPr>
          <a:xfrm>
            <a:off x="5291667" y="2252133"/>
            <a:ext cx="88900" cy="355600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60FBEEC-15C8-8D80-9CC8-A35FEDA34B72}"/>
              </a:ext>
            </a:extLst>
          </p:cNvPr>
          <p:cNvSpPr/>
          <p:nvPr/>
        </p:nvSpPr>
        <p:spPr>
          <a:xfrm>
            <a:off x="5439833" y="2133600"/>
            <a:ext cx="88900" cy="4741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B846EA5-2680-A2DE-DAFC-F5C878D8F14B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F2AF385F-365A-4B82-5CC1-B10AB969CDA9}"/>
              </a:ext>
            </a:extLst>
          </p:cNvPr>
          <p:cNvSpPr/>
          <p:nvPr/>
        </p:nvSpPr>
        <p:spPr>
          <a:xfrm>
            <a:off x="7044267" y="2133600"/>
            <a:ext cx="237067" cy="2370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762F4310-3C2B-9B6F-F260-337F4CC0909F}"/>
              </a:ext>
            </a:extLst>
          </p:cNvPr>
          <p:cNvSpPr/>
          <p:nvPr/>
        </p:nvSpPr>
        <p:spPr>
          <a:xfrm>
            <a:off x="6955367" y="2429933"/>
            <a:ext cx="414867" cy="266700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AE19B24B-37F1-22B6-EC79-D0BCB0D8947D}"/>
              </a:ext>
            </a:extLst>
          </p:cNvPr>
          <p:cNvSpPr/>
          <p:nvPr/>
        </p:nvSpPr>
        <p:spPr>
          <a:xfrm>
            <a:off x="68368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BF617A85-D625-C78B-08FA-5D71C459C2F2}"/>
              </a:ext>
            </a:extLst>
          </p:cNvPr>
          <p:cNvSpPr/>
          <p:nvPr/>
        </p:nvSpPr>
        <p:spPr>
          <a:xfrm>
            <a:off x="7370233" y="2252133"/>
            <a:ext cx="118533" cy="118534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B7A2D05-AAC4-C30A-3381-0BF75202564E}"/>
              </a:ext>
            </a:extLst>
          </p:cNvPr>
          <p:cNvCxnSpPr/>
          <p:nvPr/>
        </p:nvCxnSpPr>
        <p:spPr>
          <a:xfrm>
            <a:off x="6866467" y="2459567"/>
            <a:ext cx="0" cy="1778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30AC59C1-6532-023F-709D-C64651E3C645}"/>
              </a:ext>
            </a:extLst>
          </p:cNvPr>
          <p:cNvCxnSpPr/>
          <p:nvPr/>
        </p:nvCxnSpPr>
        <p:spPr>
          <a:xfrm>
            <a:off x="7459133" y="2459567"/>
            <a:ext cx="0" cy="1778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234092F3-3AEE-EC92-9A92-E4084EE5FFEB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83055503-C48F-CC8A-B645-8CB6E0BE4054}"/>
              </a:ext>
            </a:extLst>
          </p:cNvPr>
          <p:cNvSpPr/>
          <p:nvPr/>
        </p:nvSpPr>
        <p:spPr>
          <a:xfrm>
            <a:off x="8707967" y="2103967"/>
            <a:ext cx="592667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C998D20C-A9CC-0C11-2030-F1B6615E87B9}"/>
              </a:ext>
            </a:extLst>
          </p:cNvPr>
          <p:cNvSpPr/>
          <p:nvPr/>
        </p:nvSpPr>
        <p:spPr>
          <a:xfrm>
            <a:off x="8856133" y="2103967"/>
            <a:ext cx="296333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F03C24F0-F9E0-A798-31FE-16A2EAD3592E}"/>
              </a:ext>
            </a:extLst>
          </p:cNvPr>
          <p:cNvCxnSpPr/>
          <p:nvPr/>
        </p:nvCxnSpPr>
        <p:spPr>
          <a:xfrm>
            <a:off x="8707967" y="2400300"/>
            <a:ext cx="5926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913734E7-CEAC-45F4-BD14-8E33D6C6A922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73AC7E76-7E4E-F2D3-5ACF-DCABFD8D7804}"/>
              </a:ext>
            </a:extLst>
          </p:cNvPr>
          <p:cNvCxnSpPr/>
          <p:nvPr/>
        </p:nvCxnSpPr>
        <p:spPr>
          <a:xfrm>
            <a:off x="10845800" y="2103967"/>
            <a:ext cx="2667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BD32A766-8F55-5F19-B298-69815067FC2C}"/>
              </a:ext>
            </a:extLst>
          </p:cNvPr>
          <p:cNvCxnSpPr/>
          <p:nvPr/>
        </p:nvCxnSpPr>
        <p:spPr>
          <a:xfrm flipV="1">
            <a:off x="11082867" y="2192867"/>
            <a:ext cx="29633" cy="2963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9DAF107A-FD43-585E-775E-70C46706F4C0}"/>
              </a:ext>
            </a:extLst>
          </p:cNvPr>
          <p:cNvCxnSpPr/>
          <p:nvPr/>
        </p:nvCxnSpPr>
        <p:spPr>
          <a:xfrm flipV="1">
            <a:off x="10845800" y="2489200"/>
            <a:ext cx="237067" cy="2074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8ABC8BCB-1B72-0AE8-B9CD-BED1773D51C0}"/>
              </a:ext>
            </a:extLst>
          </p:cNvPr>
          <p:cNvCxnSpPr/>
          <p:nvPr/>
        </p:nvCxnSpPr>
        <p:spPr>
          <a:xfrm>
            <a:off x="10608733" y="2489200"/>
            <a:ext cx="237067" cy="2074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F4EE9DC2-20DE-0B2E-CE87-ADCB78A7F562}"/>
              </a:ext>
            </a:extLst>
          </p:cNvPr>
          <p:cNvCxnSpPr/>
          <p:nvPr/>
        </p:nvCxnSpPr>
        <p:spPr>
          <a:xfrm>
            <a:off x="10579100" y="2192867"/>
            <a:ext cx="29633" cy="2963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64EBED4B-2236-73A2-0957-FEEFC9DB0439}"/>
              </a:ext>
            </a:extLst>
          </p:cNvPr>
          <p:cNvCxnSpPr/>
          <p:nvPr/>
        </p:nvCxnSpPr>
        <p:spPr>
          <a:xfrm flipV="1">
            <a:off x="10579100" y="2103967"/>
            <a:ext cx="2667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60133FAF-46D9-B284-78CF-9300F7D7D5ED}"/>
              </a:ext>
            </a:extLst>
          </p:cNvPr>
          <p:cNvSpPr/>
          <p:nvPr/>
        </p:nvSpPr>
        <p:spPr>
          <a:xfrm>
            <a:off x="10756900" y="2311400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661D0DC6-CBDA-D10D-7757-6A5825206E31}"/>
              </a:ext>
            </a:extLst>
          </p:cNvPr>
          <p:cNvCxnSpPr/>
          <p:nvPr/>
        </p:nvCxnSpPr>
        <p:spPr>
          <a:xfrm>
            <a:off x="10845800" y="2370667"/>
            <a:ext cx="0" cy="592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447803D-2004-B64C-758E-F750148C8D85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AA948E31-A265-4FB9-D3C3-D614CB5712BC}"/>
              </a:ext>
            </a:extLst>
          </p:cNvPr>
          <p:cNvSpPr/>
          <p:nvPr/>
        </p:nvSpPr>
        <p:spPr>
          <a:xfrm>
            <a:off x="1401233" y="4123267"/>
            <a:ext cx="474134" cy="592666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EC3DB1E2-6C01-6EC3-DB0D-9ABC9549F16E}"/>
              </a:ext>
            </a:extLst>
          </p:cNvPr>
          <p:cNvSpPr/>
          <p:nvPr/>
        </p:nvSpPr>
        <p:spPr>
          <a:xfrm>
            <a:off x="1490133" y="4212167"/>
            <a:ext cx="296334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50F4B1C8-C583-0750-2EBE-137E3A5B186A}"/>
              </a:ext>
            </a:extLst>
          </p:cNvPr>
          <p:cNvSpPr/>
          <p:nvPr/>
        </p:nvSpPr>
        <p:spPr>
          <a:xfrm>
            <a:off x="1519767" y="44196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6A908B65-C73C-72C2-88B6-9F9177991D70}"/>
              </a:ext>
            </a:extLst>
          </p:cNvPr>
          <p:cNvSpPr/>
          <p:nvPr/>
        </p:nvSpPr>
        <p:spPr>
          <a:xfrm>
            <a:off x="1727200" y="44196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B48B9E25-A316-89F5-356B-673B2F9FA954}"/>
              </a:ext>
            </a:extLst>
          </p:cNvPr>
          <p:cNvSpPr/>
          <p:nvPr/>
        </p:nvSpPr>
        <p:spPr>
          <a:xfrm>
            <a:off x="1519767" y="45677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F90C891-F08A-7B9C-89CA-69A57624C7B2}"/>
              </a:ext>
            </a:extLst>
          </p:cNvPr>
          <p:cNvSpPr/>
          <p:nvPr/>
        </p:nvSpPr>
        <p:spPr>
          <a:xfrm>
            <a:off x="1727200" y="45677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0CB2B474-4026-87CE-1DB9-994761DF54E5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290A1474-9925-AA84-75D0-FAD2C52868CD}"/>
              </a:ext>
            </a:extLst>
          </p:cNvPr>
          <p:cNvSpPr/>
          <p:nvPr/>
        </p:nvSpPr>
        <p:spPr>
          <a:xfrm>
            <a:off x="31834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BFD89DF1-BF99-949C-CF9D-78EE138B1EE5}"/>
              </a:ext>
            </a:extLst>
          </p:cNvPr>
          <p:cNvCxnSpPr/>
          <p:nvPr/>
        </p:nvCxnSpPr>
        <p:spPr>
          <a:xfrm>
            <a:off x="3479800" y="4212167"/>
            <a:ext cx="0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E817F18E-0125-8CEC-C35F-31F8035CC37F}"/>
              </a:ext>
            </a:extLst>
          </p:cNvPr>
          <p:cNvCxnSpPr/>
          <p:nvPr/>
        </p:nvCxnSpPr>
        <p:spPr>
          <a:xfrm>
            <a:off x="3479800" y="4419600"/>
            <a:ext cx="1481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D2FDDA7E-662B-C3CB-A9F7-ED319BFCBBF5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5AC50FDE-3A09-8551-6B11-102D7D0982FF}"/>
              </a:ext>
            </a:extLst>
          </p:cNvPr>
          <p:cNvSpPr/>
          <p:nvPr/>
        </p:nvSpPr>
        <p:spPr>
          <a:xfrm>
            <a:off x="5024967" y="4123267"/>
            <a:ext cx="592666" cy="592666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41780852-1FF7-E024-67BD-DDEFD18411B5}"/>
              </a:ext>
            </a:extLst>
          </p:cNvPr>
          <p:cNvSpPr/>
          <p:nvPr/>
        </p:nvSpPr>
        <p:spPr>
          <a:xfrm>
            <a:off x="5143500" y="4241800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107C71A6-31D4-5098-7CFE-754955FC86C2}"/>
              </a:ext>
            </a:extLst>
          </p:cNvPr>
          <p:cNvSpPr/>
          <p:nvPr/>
        </p:nvSpPr>
        <p:spPr>
          <a:xfrm>
            <a:off x="5262033" y="4360333"/>
            <a:ext cx="118534" cy="1185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627E6C6-F8DA-B030-0669-4F51424BE080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7E6FF6D2-B394-7C5F-05A6-1A47E1E8A843}"/>
              </a:ext>
            </a:extLst>
          </p:cNvPr>
          <p:cNvSpPr/>
          <p:nvPr/>
        </p:nvSpPr>
        <p:spPr>
          <a:xfrm>
            <a:off x="6955367" y="4123267"/>
            <a:ext cx="414867" cy="5926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8422DD48-9F9F-0164-F672-A386A7A1FA76}"/>
              </a:ext>
            </a:extLst>
          </p:cNvPr>
          <p:cNvSpPr/>
          <p:nvPr/>
        </p:nvSpPr>
        <p:spPr>
          <a:xfrm>
            <a:off x="70442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1C135B52-5E68-11AB-D20B-4DFABC1FE039}"/>
              </a:ext>
            </a:extLst>
          </p:cNvPr>
          <p:cNvSpPr/>
          <p:nvPr/>
        </p:nvSpPr>
        <p:spPr>
          <a:xfrm>
            <a:off x="7222067" y="4241800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2DA09612-473E-03E1-134F-74B1BFE23625}"/>
              </a:ext>
            </a:extLst>
          </p:cNvPr>
          <p:cNvSpPr/>
          <p:nvPr/>
        </p:nvSpPr>
        <p:spPr>
          <a:xfrm>
            <a:off x="70442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9AB868F-B5B3-99F6-3DCC-9AC6AAE0719C}"/>
              </a:ext>
            </a:extLst>
          </p:cNvPr>
          <p:cNvSpPr/>
          <p:nvPr/>
        </p:nvSpPr>
        <p:spPr>
          <a:xfrm>
            <a:off x="7222067" y="43899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5BC430A7-13E3-8175-E544-FB4DAD41BDAB}"/>
              </a:ext>
            </a:extLst>
          </p:cNvPr>
          <p:cNvSpPr/>
          <p:nvPr/>
        </p:nvSpPr>
        <p:spPr>
          <a:xfrm>
            <a:off x="70442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53C65E18-895A-2C8C-7E85-2E507E33E247}"/>
              </a:ext>
            </a:extLst>
          </p:cNvPr>
          <p:cNvSpPr/>
          <p:nvPr/>
        </p:nvSpPr>
        <p:spPr>
          <a:xfrm>
            <a:off x="7222067" y="45381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F75AFDDF-C3C4-6895-68E9-93A750226893}"/>
              </a:ext>
            </a:extLst>
          </p:cNvPr>
          <p:cNvCxnSpPr/>
          <p:nvPr/>
        </p:nvCxnSpPr>
        <p:spPr>
          <a:xfrm>
            <a:off x="6866467" y="4715933"/>
            <a:ext cx="592667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8D38252B-E05F-60F8-F6AC-5A3E307D68C6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5974EFF7-F50F-A5D2-6C3C-56A51DAC08BB}"/>
              </a:ext>
            </a:extLst>
          </p:cNvPr>
          <p:cNvSpPr/>
          <p:nvPr/>
        </p:nvSpPr>
        <p:spPr>
          <a:xfrm>
            <a:off x="8737600" y="4241800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3AABCE88-DB38-194B-8187-C280A5B8EF15}"/>
              </a:ext>
            </a:extLst>
          </p:cNvPr>
          <p:cNvSpPr/>
          <p:nvPr/>
        </p:nvSpPr>
        <p:spPr>
          <a:xfrm>
            <a:off x="8737600" y="4360333"/>
            <a:ext cx="533400" cy="207434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B94398FF-232D-E96B-8083-E0F89389FAD3}"/>
              </a:ext>
            </a:extLst>
          </p:cNvPr>
          <p:cNvSpPr/>
          <p:nvPr/>
        </p:nvSpPr>
        <p:spPr>
          <a:xfrm>
            <a:off x="8737600" y="4478867"/>
            <a:ext cx="533400" cy="2074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6ABCCDBB-585F-C1DB-C398-3E71AC9E2C39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金額・費
用・資産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F7582074-44B8-185C-92F1-18E96798EE44}"/>
              </a:ext>
            </a:extLst>
          </p:cNvPr>
          <p:cNvSpPr/>
          <p:nvPr/>
        </p:nvSpPr>
        <p:spPr>
          <a:xfrm>
            <a:off x="10549467" y="4123267"/>
            <a:ext cx="414867" cy="4148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DED31E40-700C-2A89-A8E2-4C8ECB573F13}"/>
              </a:ext>
            </a:extLst>
          </p:cNvPr>
          <p:cNvCxnSpPr/>
          <p:nvPr/>
        </p:nvCxnSpPr>
        <p:spPr>
          <a:xfrm>
            <a:off x="10934700" y="4508500"/>
            <a:ext cx="207433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F62A6972-FEA9-CF8C-D003-8A7372A88592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23055CE6-5417-B835-B82E-8728E8B894B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A2DCECA3-E441-C26C-921D-42E98F53336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8493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8209965-2A6F-F57B-6B72-22150413227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A2F893-AD4C-9C2C-502D-C10D16FEF809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13〜24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7D2E174F-8A28-5D81-FF10-0BF76F70B13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D5E4A3EC-1781-7FA1-1C4A-9322B1EA3383}"/>
              </a:ext>
            </a:extLst>
          </p:cNvPr>
          <p:cNvSpPr/>
          <p:nvPr/>
        </p:nvSpPr>
        <p:spPr>
          <a:xfrm>
            <a:off x="1401233" y="2133600"/>
            <a:ext cx="474134" cy="385233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0CE3CD2D-B11B-694B-F523-79B744195B1A}"/>
              </a:ext>
            </a:extLst>
          </p:cNvPr>
          <p:cNvCxnSpPr/>
          <p:nvPr/>
        </p:nvCxnSpPr>
        <p:spPr>
          <a:xfrm flipV="1">
            <a:off x="1312333" y="2518833"/>
            <a:ext cx="88900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047821B-B75D-7A69-2774-6C7FCC906A78}"/>
              </a:ext>
            </a:extLst>
          </p:cNvPr>
          <p:cNvCxnSpPr/>
          <p:nvPr/>
        </p:nvCxnSpPr>
        <p:spPr>
          <a:xfrm>
            <a:off x="1312333" y="2667000"/>
            <a:ext cx="6519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CD3EE61-4862-2628-BC27-493CF6B2E41B}"/>
              </a:ext>
            </a:extLst>
          </p:cNvPr>
          <p:cNvCxnSpPr/>
          <p:nvPr/>
        </p:nvCxnSpPr>
        <p:spPr>
          <a:xfrm>
            <a:off x="1875367" y="2518833"/>
            <a:ext cx="88900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B32800CE-704A-6467-DD3F-F9C4430E4944}"/>
              </a:ext>
            </a:extLst>
          </p:cNvPr>
          <p:cNvCxnSpPr/>
          <p:nvPr/>
        </p:nvCxnSpPr>
        <p:spPr>
          <a:xfrm>
            <a:off x="1579033" y="2578100"/>
            <a:ext cx="1185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BBD37AF-375B-03B1-4E6F-A9A84C9ED07E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PC</a:t>
            </a:r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・作業環境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2C10C81-5686-4955-58DB-8986C5A659E8}"/>
              </a:ext>
            </a:extLst>
          </p:cNvPr>
          <p:cNvSpPr/>
          <p:nvPr/>
        </p:nvSpPr>
        <p:spPr>
          <a:xfrm>
            <a:off x="3302000" y="2074333"/>
            <a:ext cx="355600" cy="651934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B77E4BB-ADDC-AC1C-80AC-F2CF73AA4E5C}"/>
              </a:ext>
            </a:extLst>
          </p:cNvPr>
          <p:cNvCxnSpPr/>
          <p:nvPr/>
        </p:nvCxnSpPr>
        <p:spPr>
          <a:xfrm>
            <a:off x="3420533" y="2163233"/>
            <a:ext cx="118534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90273DBF-985A-F006-353A-5605C3B61CE9}"/>
              </a:ext>
            </a:extLst>
          </p:cNvPr>
          <p:cNvCxnSpPr/>
          <p:nvPr/>
        </p:nvCxnSpPr>
        <p:spPr>
          <a:xfrm>
            <a:off x="3450167" y="2637367"/>
            <a:ext cx="59266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D148565-C2AB-2C7B-EE49-88E713C2808B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スマートフォン
・モバイル</a:t>
            </a: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00811195-ADC1-79CB-86D0-A18E3176F0C0}"/>
              </a:ext>
            </a:extLst>
          </p:cNvPr>
          <p:cNvSpPr/>
          <p:nvPr/>
        </p:nvSpPr>
        <p:spPr>
          <a:xfrm>
            <a:off x="5054600" y="2103967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425D620E-4C7A-CECB-7720-D971B7A8BD45}"/>
              </a:ext>
            </a:extLst>
          </p:cNvPr>
          <p:cNvSpPr/>
          <p:nvPr/>
        </p:nvSpPr>
        <p:spPr>
          <a:xfrm>
            <a:off x="5143500" y="2163233"/>
            <a:ext cx="29633" cy="29634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2A91A500-F1D2-F33B-C0D6-C2732C3B33C1}"/>
              </a:ext>
            </a:extLst>
          </p:cNvPr>
          <p:cNvCxnSpPr/>
          <p:nvPr/>
        </p:nvCxnSpPr>
        <p:spPr>
          <a:xfrm>
            <a:off x="5291667" y="2192867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四角形: 角を丸くする 17">
            <a:extLst>
              <a:ext uri="{FF2B5EF4-FFF2-40B4-BE49-F238E27FC236}">
                <a16:creationId xmlns:a16="http://schemas.microsoft.com/office/drawing/2014/main" id="{6BC39946-0FFB-4CFF-2B0D-50656983514F}"/>
              </a:ext>
            </a:extLst>
          </p:cNvPr>
          <p:cNvSpPr/>
          <p:nvPr/>
        </p:nvSpPr>
        <p:spPr>
          <a:xfrm>
            <a:off x="5054600" y="2311400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89995289-CBD4-C600-8BB5-1678AE7CB29B}"/>
              </a:ext>
            </a:extLst>
          </p:cNvPr>
          <p:cNvSpPr/>
          <p:nvPr/>
        </p:nvSpPr>
        <p:spPr>
          <a:xfrm>
            <a:off x="5143500" y="2370667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AA9EC8E7-549B-1D66-6955-10F6E1A57C66}"/>
              </a:ext>
            </a:extLst>
          </p:cNvPr>
          <p:cNvCxnSpPr/>
          <p:nvPr/>
        </p:nvCxnSpPr>
        <p:spPr>
          <a:xfrm>
            <a:off x="5291667" y="2400300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D19AD0DA-AB8A-4905-8435-C80ACA1321E5}"/>
              </a:ext>
            </a:extLst>
          </p:cNvPr>
          <p:cNvSpPr/>
          <p:nvPr/>
        </p:nvSpPr>
        <p:spPr>
          <a:xfrm>
            <a:off x="5054600" y="2518833"/>
            <a:ext cx="533400" cy="177800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楕円 21">
            <a:extLst>
              <a:ext uri="{FF2B5EF4-FFF2-40B4-BE49-F238E27FC236}">
                <a16:creationId xmlns:a16="http://schemas.microsoft.com/office/drawing/2014/main" id="{7E198CA6-85B2-D5EC-BD21-AAB1B8AFB8DB}"/>
              </a:ext>
            </a:extLst>
          </p:cNvPr>
          <p:cNvSpPr/>
          <p:nvPr/>
        </p:nvSpPr>
        <p:spPr>
          <a:xfrm>
            <a:off x="5143500" y="2578100"/>
            <a:ext cx="29633" cy="29633"/>
          </a:xfrm>
          <a:prstGeom prst="ellipse">
            <a:avLst/>
          </a:prstGeom>
          <a:solidFill>
            <a:srgbClr val="B8A3ED"/>
          </a:solidFill>
          <a:ln w="41487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0C7819D-CAA5-736C-3ACA-40E24324DA5B}"/>
              </a:ext>
            </a:extLst>
          </p:cNvPr>
          <p:cNvCxnSpPr/>
          <p:nvPr/>
        </p:nvCxnSpPr>
        <p:spPr>
          <a:xfrm>
            <a:off x="5291667" y="2607733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0691066-A33D-9078-76D8-6241610BE2FD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サーバー・基盤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3AEF710A-9308-8B13-4FB9-584E2385FA94}"/>
              </a:ext>
            </a:extLst>
          </p:cNvPr>
          <p:cNvSpPr/>
          <p:nvPr/>
        </p:nvSpPr>
        <p:spPr>
          <a:xfrm>
            <a:off x="6896100" y="2103967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085F9AB-6B5D-6BD4-18B4-AF58000010B1}"/>
              </a:ext>
            </a:extLst>
          </p:cNvPr>
          <p:cNvCxnSpPr/>
          <p:nvPr/>
        </p:nvCxnSpPr>
        <p:spPr>
          <a:xfrm>
            <a:off x="6896100" y="2192867"/>
            <a:ext cx="0" cy="4148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C5E7F94E-DE67-8709-28DE-963DB664832D}"/>
              </a:ext>
            </a:extLst>
          </p:cNvPr>
          <p:cNvCxnSpPr/>
          <p:nvPr/>
        </p:nvCxnSpPr>
        <p:spPr>
          <a:xfrm>
            <a:off x="7429500" y="2192867"/>
            <a:ext cx="0" cy="4148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楕円 27">
            <a:extLst>
              <a:ext uri="{FF2B5EF4-FFF2-40B4-BE49-F238E27FC236}">
                <a16:creationId xmlns:a16="http://schemas.microsoft.com/office/drawing/2014/main" id="{3C492DB4-E11A-3F01-12F4-02047E393938}"/>
              </a:ext>
            </a:extLst>
          </p:cNvPr>
          <p:cNvSpPr/>
          <p:nvPr/>
        </p:nvSpPr>
        <p:spPr>
          <a:xfrm>
            <a:off x="6896100" y="23410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D4321774-81AB-66A6-472C-98EAC425DC7D}"/>
              </a:ext>
            </a:extLst>
          </p:cNvPr>
          <p:cNvSpPr/>
          <p:nvPr/>
        </p:nvSpPr>
        <p:spPr>
          <a:xfrm>
            <a:off x="6896100" y="2518833"/>
            <a:ext cx="533400" cy="1778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55DA7D9-4E31-8C29-EBA4-8007741AC524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データベ
ース・保管</a:t>
            </a:r>
          </a:p>
        </p:txBody>
      </p: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0EB0742-0752-24BC-BBB9-B42EDE144E19}"/>
              </a:ext>
            </a:extLst>
          </p:cNvPr>
          <p:cNvCxnSpPr/>
          <p:nvPr/>
        </p:nvCxnSpPr>
        <p:spPr>
          <a:xfrm>
            <a:off x="8707967" y="2578100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BC41AE04-5A46-4E85-A493-B2F9E0702638}"/>
              </a:ext>
            </a:extLst>
          </p:cNvPr>
          <p:cNvCxnSpPr/>
          <p:nvPr/>
        </p:nvCxnSpPr>
        <p:spPr>
          <a:xfrm>
            <a:off x="8678333" y="24892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F2EB7131-A333-28F4-3F91-355C0C713431}"/>
              </a:ext>
            </a:extLst>
          </p:cNvPr>
          <p:cNvCxnSpPr/>
          <p:nvPr/>
        </p:nvCxnSpPr>
        <p:spPr>
          <a:xfrm flipV="1">
            <a:off x="8678333" y="24003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3AFE1EF2-754A-1668-5AA5-759466595009}"/>
              </a:ext>
            </a:extLst>
          </p:cNvPr>
          <p:cNvCxnSpPr/>
          <p:nvPr/>
        </p:nvCxnSpPr>
        <p:spPr>
          <a:xfrm flipV="1">
            <a:off x="8707967" y="23410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A3DC4671-708C-5DAF-F3E5-667A5C3D05A1}"/>
              </a:ext>
            </a:extLst>
          </p:cNvPr>
          <p:cNvCxnSpPr/>
          <p:nvPr/>
        </p:nvCxnSpPr>
        <p:spPr>
          <a:xfrm>
            <a:off x="8796867" y="2341033"/>
            <a:ext cx="592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C1C09617-0AF4-A23D-684E-A7417AC44047}"/>
              </a:ext>
            </a:extLst>
          </p:cNvPr>
          <p:cNvCxnSpPr/>
          <p:nvPr/>
        </p:nvCxnSpPr>
        <p:spPr>
          <a:xfrm flipV="1">
            <a:off x="8856133" y="2222500"/>
            <a:ext cx="29633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8EE52369-51A5-A8AE-106E-BC1AE3727445}"/>
              </a:ext>
            </a:extLst>
          </p:cNvPr>
          <p:cNvCxnSpPr/>
          <p:nvPr/>
        </p:nvCxnSpPr>
        <p:spPr>
          <a:xfrm flipV="1">
            <a:off x="8885767" y="21632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07EAD9DD-5CBC-B32E-4CE7-A35EADDCC890}"/>
              </a:ext>
            </a:extLst>
          </p:cNvPr>
          <p:cNvCxnSpPr/>
          <p:nvPr/>
        </p:nvCxnSpPr>
        <p:spPr>
          <a:xfrm>
            <a:off x="8974667" y="21632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5F1BA6F-AA36-6B1F-1896-282D50A89F70}"/>
              </a:ext>
            </a:extLst>
          </p:cNvPr>
          <p:cNvCxnSpPr/>
          <p:nvPr/>
        </p:nvCxnSpPr>
        <p:spPr>
          <a:xfrm>
            <a:off x="9093200" y="21632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B9B14B74-1B0E-637A-954C-DAB1CDA7CB60}"/>
              </a:ext>
            </a:extLst>
          </p:cNvPr>
          <p:cNvCxnSpPr/>
          <p:nvPr/>
        </p:nvCxnSpPr>
        <p:spPr>
          <a:xfrm>
            <a:off x="9182100" y="2222500"/>
            <a:ext cx="29633" cy="118533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393E089-C265-81C0-C286-F4B69C24DA9D}"/>
              </a:ext>
            </a:extLst>
          </p:cNvPr>
          <p:cNvCxnSpPr/>
          <p:nvPr/>
        </p:nvCxnSpPr>
        <p:spPr>
          <a:xfrm>
            <a:off x="9211733" y="2341033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4679EBCA-3236-7019-C1F7-81CF55E82CB1}"/>
              </a:ext>
            </a:extLst>
          </p:cNvPr>
          <p:cNvCxnSpPr/>
          <p:nvPr/>
        </p:nvCxnSpPr>
        <p:spPr>
          <a:xfrm>
            <a:off x="9300633" y="24003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9C34D53A-B24C-A296-BF9E-AB3AF352B553}"/>
              </a:ext>
            </a:extLst>
          </p:cNvPr>
          <p:cNvCxnSpPr/>
          <p:nvPr/>
        </p:nvCxnSpPr>
        <p:spPr>
          <a:xfrm flipV="1">
            <a:off x="9300633" y="2489200"/>
            <a:ext cx="29633" cy="889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2FD7733-6458-546D-A89A-E688C8168EF0}"/>
              </a:ext>
            </a:extLst>
          </p:cNvPr>
          <p:cNvCxnSpPr/>
          <p:nvPr/>
        </p:nvCxnSpPr>
        <p:spPr>
          <a:xfrm flipV="1">
            <a:off x="9211733" y="2578100"/>
            <a:ext cx="88900" cy="592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EEEBCBA8-75E8-E796-F8D7-F9DB4610D0EB}"/>
              </a:ext>
            </a:extLst>
          </p:cNvPr>
          <p:cNvCxnSpPr/>
          <p:nvPr/>
        </p:nvCxnSpPr>
        <p:spPr>
          <a:xfrm>
            <a:off x="8796867" y="2637367"/>
            <a:ext cx="414867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C0EB4D18-70CE-5217-55B8-4A06BF10E092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クラウド</a:t>
            </a:r>
          </a:p>
        </p:txBody>
      </p:sp>
      <p:sp>
        <p:nvSpPr>
          <p:cNvPr id="47" name="四角形: 角を丸くする 46">
            <a:extLst>
              <a:ext uri="{FF2B5EF4-FFF2-40B4-BE49-F238E27FC236}">
                <a16:creationId xmlns:a16="http://schemas.microsoft.com/office/drawing/2014/main" id="{790066DB-4EB7-5957-E47D-D2BE3930EA8E}"/>
              </a:ext>
            </a:extLst>
          </p:cNvPr>
          <p:cNvSpPr/>
          <p:nvPr/>
        </p:nvSpPr>
        <p:spPr>
          <a:xfrm>
            <a:off x="10756900" y="2103967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四角形: 角を丸くする 47">
            <a:extLst>
              <a:ext uri="{FF2B5EF4-FFF2-40B4-BE49-F238E27FC236}">
                <a16:creationId xmlns:a16="http://schemas.microsoft.com/office/drawing/2014/main" id="{87BBDC2F-E462-C624-87BB-77865878FFBA}"/>
              </a:ext>
            </a:extLst>
          </p:cNvPr>
          <p:cNvSpPr/>
          <p:nvPr/>
        </p:nvSpPr>
        <p:spPr>
          <a:xfrm>
            <a:off x="10519833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四角形: 角を丸くする 48">
            <a:extLst>
              <a:ext uri="{FF2B5EF4-FFF2-40B4-BE49-F238E27FC236}">
                <a16:creationId xmlns:a16="http://schemas.microsoft.com/office/drawing/2014/main" id="{90B972AF-8B5D-5860-BAFF-5532FDC5AEC2}"/>
              </a:ext>
            </a:extLst>
          </p:cNvPr>
          <p:cNvSpPr/>
          <p:nvPr/>
        </p:nvSpPr>
        <p:spPr>
          <a:xfrm>
            <a:off x="10993967" y="2518833"/>
            <a:ext cx="177800" cy="1778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7FDFBA2-0576-9ED1-5B22-A868CB1C7D57}"/>
              </a:ext>
            </a:extLst>
          </p:cNvPr>
          <p:cNvCxnSpPr/>
          <p:nvPr/>
        </p:nvCxnSpPr>
        <p:spPr>
          <a:xfrm>
            <a:off x="10845800" y="2281767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B53960E5-4BE1-97F6-1616-6DC6B31824C6}"/>
              </a:ext>
            </a:extLst>
          </p:cNvPr>
          <p:cNvCxnSpPr/>
          <p:nvPr/>
        </p:nvCxnSpPr>
        <p:spPr>
          <a:xfrm>
            <a:off x="10608733" y="2400300"/>
            <a:ext cx="474133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DD2DC853-BF7C-465B-7C27-75F28F450B81}"/>
              </a:ext>
            </a:extLst>
          </p:cNvPr>
          <p:cNvCxnSpPr/>
          <p:nvPr/>
        </p:nvCxnSpPr>
        <p:spPr>
          <a:xfrm>
            <a:off x="10608733" y="2400300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CA3A2D0F-BE35-6C2D-1724-C2CF1ABE59AA}"/>
              </a:ext>
            </a:extLst>
          </p:cNvPr>
          <p:cNvCxnSpPr/>
          <p:nvPr/>
        </p:nvCxnSpPr>
        <p:spPr>
          <a:xfrm>
            <a:off x="11082867" y="2400300"/>
            <a:ext cx="0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92BF6AF3-9BB4-B0BB-6E53-B6F0A402308C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接続・ネ
ットワーク</a:t>
            </a:r>
          </a:p>
        </p:txBody>
      </p: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C47B76B8-5371-84E1-BE3D-BEDB782286BF}"/>
              </a:ext>
            </a:extLst>
          </p:cNvPr>
          <p:cNvCxnSpPr/>
          <p:nvPr/>
        </p:nvCxnSpPr>
        <p:spPr>
          <a:xfrm flipV="1">
            <a:off x="1312333" y="42418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79EA32E7-DAE4-3085-A3BD-766C573D3935}"/>
              </a:ext>
            </a:extLst>
          </p:cNvPr>
          <p:cNvCxnSpPr/>
          <p:nvPr/>
        </p:nvCxnSpPr>
        <p:spPr>
          <a:xfrm>
            <a:off x="1312333" y="44196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765A2FF9-4E32-CE48-A798-8E44D650B163}"/>
              </a:ext>
            </a:extLst>
          </p:cNvPr>
          <p:cNvCxnSpPr/>
          <p:nvPr/>
        </p:nvCxnSpPr>
        <p:spPr>
          <a:xfrm>
            <a:off x="1786467" y="42418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FD2D1554-2770-3EE5-0845-1DF455429029}"/>
              </a:ext>
            </a:extLst>
          </p:cNvPr>
          <p:cNvCxnSpPr/>
          <p:nvPr/>
        </p:nvCxnSpPr>
        <p:spPr>
          <a:xfrm flipV="1">
            <a:off x="1786467" y="4419600"/>
            <a:ext cx="17780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3F030AE2-39C8-B953-E39C-DC9456BA2961}"/>
              </a:ext>
            </a:extLst>
          </p:cNvPr>
          <p:cNvCxnSpPr/>
          <p:nvPr/>
        </p:nvCxnSpPr>
        <p:spPr>
          <a:xfrm flipV="1">
            <a:off x="1579033" y="4152900"/>
            <a:ext cx="118534" cy="5334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7337389-0ECB-55C3-76F9-5E31075F7A1B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プログラ
ム・開発</a:t>
            </a:r>
          </a:p>
        </p:txBody>
      </p:sp>
      <p:sp>
        <p:nvSpPr>
          <p:cNvPr id="61" name="四角形: 角を丸くする 60">
            <a:extLst>
              <a:ext uri="{FF2B5EF4-FFF2-40B4-BE49-F238E27FC236}">
                <a16:creationId xmlns:a16="http://schemas.microsoft.com/office/drawing/2014/main" id="{3A217E2D-3767-5BA5-1B1C-B6F819292D3A}"/>
              </a:ext>
            </a:extLst>
          </p:cNvPr>
          <p:cNvSpPr/>
          <p:nvPr/>
        </p:nvSpPr>
        <p:spPr>
          <a:xfrm>
            <a:off x="3272367" y="4212167"/>
            <a:ext cx="414866" cy="414866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B2774F0-6E2C-0A31-38B8-B0CF2E92275F}"/>
              </a:ext>
            </a:extLst>
          </p:cNvPr>
          <p:cNvSpPr/>
          <p:nvPr/>
        </p:nvSpPr>
        <p:spPr>
          <a:xfrm>
            <a:off x="3390900" y="4330700"/>
            <a:ext cx="177800" cy="177800"/>
          </a:xfrm>
          <a:prstGeom prst="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1B564BEE-242F-A6B6-5C62-C00351D5296F}"/>
              </a:ext>
            </a:extLst>
          </p:cNvPr>
          <p:cNvCxnSpPr/>
          <p:nvPr/>
        </p:nvCxnSpPr>
        <p:spPr>
          <a:xfrm>
            <a:off x="3361267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07DA6A81-D2CC-B34D-3A7D-3FE559AAC2D3}"/>
              </a:ext>
            </a:extLst>
          </p:cNvPr>
          <p:cNvCxnSpPr/>
          <p:nvPr/>
        </p:nvCxnSpPr>
        <p:spPr>
          <a:xfrm>
            <a:off x="3361267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37DB986C-ACC5-5588-2FDB-A31FCD2BD0DC}"/>
              </a:ext>
            </a:extLst>
          </p:cNvPr>
          <p:cNvCxnSpPr/>
          <p:nvPr/>
        </p:nvCxnSpPr>
        <p:spPr>
          <a:xfrm>
            <a:off x="3153833" y="4301067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872DE95-1B5C-B8DF-5A0F-ACE72F762851}"/>
              </a:ext>
            </a:extLst>
          </p:cNvPr>
          <p:cNvCxnSpPr/>
          <p:nvPr/>
        </p:nvCxnSpPr>
        <p:spPr>
          <a:xfrm>
            <a:off x="3687233" y="4301067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9EB9B09E-2520-1946-54AE-B5448AD28BA7}"/>
              </a:ext>
            </a:extLst>
          </p:cNvPr>
          <p:cNvCxnSpPr/>
          <p:nvPr/>
        </p:nvCxnSpPr>
        <p:spPr>
          <a:xfrm>
            <a:off x="3479800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D226568F-8831-0A6D-60D6-BAD4BABD400D}"/>
              </a:ext>
            </a:extLst>
          </p:cNvPr>
          <p:cNvCxnSpPr/>
          <p:nvPr/>
        </p:nvCxnSpPr>
        <p:spPr>
          <a:xfrm>
            <a:off x="3479800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709537D7-D5A8-53DC-476C-20A6BA17E00E}"/>
              </a:ext>
            </a:extLst>
          </p:cNvPr>
          <p:cNvCxnSpPr/>
          <p:nvPr/>
        </p:nvCxnSpPr>
        <p:spPr>
          <a:xfrm>
            <a:off x="3153833" y="4419600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51289FAB-1345-9777-0F23-9CDF4586DE02}"/>
              </a:ext>
            </a:extLst>
          </p:cNvPr>
          <p:cNvCxnSpPr/>
          <p:nvPr/>
        </p:nvCxnSpPr>
        <p:spPr>
          <a:xfrm>
            <a:off x="3687233" y="4419600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A29F6111-FD20-BCB2-12A7-5CD37F337F62}"/>
              </a:ext>
            </a:extLst>
          </p:cNvPr>
          <p:cNvCxnSpPr/>
          <p:nvPr/>
        </p:nvCxnSpPr>
        <p:spPr>
          <a:xfrm>
            <a:off x="3598333" y="40936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5AE98097-6C1B-8D9E-701C-9EB269850A19}"/>
              </a:ext>
            </a:extLst>
          </p:cNvPr>
          <p:cNvCxnSpPr/>
          <p:nvPr/>
        </p:nvCxnSpPr>
        <p:spPr>
          <a:xfrm>
            <a:off x="3598333" y="4627033"/>
            <a:ext cx="0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312DC3DA-F63A-3342-1A2F-26766DCE26FD}"/>
              </a:ext>
            </a:extLst>
          </p:cNvPr>
          <p:cNvCxnSpPr/>
          <p:nvPr/>
        </p:nvCxnSpPr>
        <p:spPr>
          <a:xfrm>
            <a:off x="3153833" y="4538133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F8363E02-0C28-5B5E-798C-86260F8C8143}"/>
              </a:ext>
            </a:extLst>
          </p:cNvPr>
          <p:cNvCxnSpPr/>
          <p:nvPr/>
        </p:nvCxnSpPr>
        <p:spPr>
          <a:xfrm>
            <a:off x="3687233" y="4538133"/>
            <a:ext cx="118534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25DAAC61-27E6-69BE-C109-E8C7D4E03151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AI</a:t>
            </a:r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・半導体</a:t>
            </a:r>
          </a:p>
        </p:txBody>
      </p:sp>
      <p:sp>
        <p:nvSpPr>
          <p:cNvPr id="76" name="四角形: 角を丸くする 75">
            <a:extLst>
              <a:ext uri="{FF2B5EF4-FFF2-40B4-BE49-F238E27FC236}">
                <a16:creationId xmlns:a16="http://schemas.microsoft.com/office/drawing/2014/main" id="{8C009C9E-10AE-E53F-FE26-0DEBF79019FD}"/>
              </a:ext>
            </a:extLst>
          </p:cNvPr>
          <p:cNvSpPr/>
          <p:nvPr/>
        </p:nvSpPr>
        <p:spPr>
          <a:xfrm>
            <a:off x="5024967" y="4152900"/>
            <a:ext cx="592666" cy="533400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EE23E288-F961-F70E-AA65-CA723B9E0E44}"/>
              </a:ext>
            </a:extLst>
          </p:cNvPr>
          <p:cNvCxnSpPr/>
          <p:nvPr/>
        </p:nvCxnSpPr>
        <p:spPr>
          <a:xfrm>
            <a:off x="5321300" y="4152900"/>
            <a:ext cx="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E2ADF3A7-F037-89CE-D4C6-1B05066EB46E}"/>
              </a:ext>
            </a:extLst>
          </p:cNvPr>
          <p:cNvCxnSpPr/>
          <p:nvPr/>
        </p:nvCxnSpPr>
        <p:spPr>
          <a:xfrm>
            <a:off x="5113867" y="4301067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7B1303C0-339C-A56E-455A-3607265CB0AB}"/>
              </a:ext>
            </a:extLst>
          </p:cNvPr>
          <p:cNvCxnSpPr/>
          <p:nvPr/>
        </p:nvCxnSpPr>
        <p:spPr>
          <a:xfrm>
            <a:off x="5410200" y="4301067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直線コネクタ 79">
            <a:extLst>
              <a:ext uri="{FF2B5EF4-FFF2-40B4-BE49-F238E27FC236}">
                <a16:creationId xmlns:a16="http://schemas.microsoft.com/office/drawing/2014/main" id="{DDB18116-1A3D-EF8F-D7D3-B650D7DDD531}"/>
              </a:ext>
            </a:extLst>
          </p:cNvPr>
          <p:cNvCxnSpPr/>
          <p:nvPr/>
        </p:nvCxnSpPr>
        <p:spPr>
          <a:xfrm>
            <a:off x="5113867" y="4419600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F11856A7-9704-D338-34EC-C0103A903C38}"/>
              </a:ext>
            </a:extLst>
          </p:cNvPr>
          <p:cNvCxnSpPr/>
          <p:nvPr/>
        </p:nvCxnSpPr>
        <p:spPr>
          <a:xfrm>
            <a:off x="5410200" y="4419600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A075A7EF-634E-47CC-C93C-C1BBFD4A9455}"/>
              </a:ext>
            </a:extLst>
          </p:cNvPr>
          <p:cNvCxnSpPr/>
          <p:nvPr/>
        </p:nvCxnSpPr>
        <p:spPr>
          <a:xfrm>
            <a:off x="5113867" y="45381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953B5D6B-5E67-1364-B163-1710076CB5BC}"/>
              </a:ext>
            </a:extLst>
          </p:cNvPr>
          <p:cNvCxnSpPr/>
          <p:nvPr/>
        </p:nvCxnSpPr>
        <p:spPr>
          <a:xfrm>
            <a:off x="5410200" y="4538133"/>
            <a:ext cx="1185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4F055CAE-24BA-4225-2D6A-92C649C3554D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本・学習</a:t>
            </a:r>
          </a:p>
        </p:txBody>
      </p: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5ADDFEEB-06C3-4241-3BC8-A6A3CF9F56FF}"/>
              </a:ext>
            </a:extLst>
          </p:cNvPr>
          <p:cNvCxnSpPr/>
          <p:nvPr/>
        </p:nvCxnSpPr>
        <p:spPr>
          <a:xfrm>
            <a:off x="7162800" y="4123267"/>
            <a:ext cx="325967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07394DD3-B1B2-F75E-0829-44F3594AEE8F}"/>
              </a:ext>
            </a:extLst>
          </p:cNvPr>
          <p:cNvCxnSpPr/>
          <p:nvPr/>
        </p:nvCxnSpPr>
        <p:spPr>
          <a:xfrm flipV="1">
            <a:off x="7162800" y="4271433"/>
            <a:ext cx="325967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07C428DF-94AA-D03D-EBEE-8754543857E5}"/>
              </a:ext>
            </a:extLst>
          </p:cNvPr>
          <p:cNvCxnSpPr/>
          <p:nvPr/>
        </p:nvCxnSpPr>
        <p:spPr>
          <a:xfrm>
            <a:off x="6836833" y="4271433"/>
            <a:ext cx="325967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直線コネクタ 87">
            <a:extLst>
              <a:ext uri="{FF2B5EF4-FFF2-40B4-BE49-F238E27FC236}">
                <a16:creationId xmlns:a16="http://schemas.microsoft.com/office/drawing/2014/main" id="{78E958FB-0431-D3DE-4D26-A7E62962208C}"/>
              </a:ext>
            </a:extLst>
          </p:cNvPr>
          <p:cNvCxnSpPr/>
          <p:nvPr/>
        </p:nvCxnSpPr>
        <p:spPr>
          <a:xfrm flipV="1">
            <a:off x="6836833" y="4123267"/>
            <a:ext cx="325967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直線コネクタ 88">
            <a:extLst>
              <a:ext uri="{FF2B5EF4-FFF2-40B4-BE49-F238E27FC236}">
                <a16:creationId xmlns:a16="http://schemas.microsoft.com/office/drawing/2014/main" id="{1780C292-8950-C5E6-6EC3-4E1ECAC3118B}"/>
              </a:ext>
            </a:extLst>
          </p:cNvPr>
          <p:cNvCxnSpPr/>
          <p:nvPr/>
        </p:nvCxnSpPr>
        <p:spPr>
          <a:xfrm>
            <a:off x="6955367" y="4360333"/>
            <a:ext cx="0" cy="207434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直線コネクタ 89">
            <a:extLst>
              <a:ext uri="{FF2B5EF4-FFF2-40B4-BE49-F238E27FC236}">
                <a16:creationId xmlns:a16="http://schemas.microsoft.com/office/drawing/2014/main" id="{B29F700D-FFE8-0625-65AE-FEDCEA5BC14E}"/>
              </a:ext>
            </a:extLst>
          </p:cNvPr>
          <p:cNvCxnSpPr/>
          <p:nvPr/>
        </p:nvCxnSpPr>
        <p:spPr>
          <a:xfrm>
            <a:off x="6955367" y="4567767"/>
            <a:ext cx="207433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4017E4C3-E496-7BDB-6F46-5012B86026A8}"/>
              </a:ext>
            </a:extLst>
          </p:cNvPr>
          <p:cNvCxnSpPr/>
          <p:nvPr/>
        </p:nvCxnSpPr>
        <p:spPr>
          <a:xfrm flipV="1">
            <a:off x="7162800" y="4567767"/>
            <a:ext cx="207433" cy="118533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5679EA0F-B021-92AC-4EF4-5CAC2D49BDC8}"/>
              </a:ext>
            </a:extLst>
          </p:cNvPr>
          <p:cNvCxnSpPr/>
          <p:nvPr/>
        </p:nvCxnSpPr>
        <p:spPr>
          <a:xfrm>
            <a:off x="7370233" y="4360333"/>
            <a:ext cx="0" cy="207434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3C3FC414-88CC-56E6-C787-3F4F13ABC312}"/>
              </a:ext>
            </a:extLst>
          </p:cNvPr>
          <p:cNvCxnSpPr/>
          <p:nvPr/>
        </p:nvCxnSpPr>
        <p:spPr>
          <a:xfrm>
            <a:off x="7488767" y="4271433"/>
            <a:ext cx="0" cy="2667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953FFB3B-323D-B386-BB9E-7FE4DCC6B9DE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学校・進学</a:t>
            </a:r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A44B3790-4F1D-DA9B-A909-3E1E517A7DD0}"/>
              </a:ext>
            </a:extLst>
          </p:cNvPr>
          <p:cNvCxnSpPr/>
          <p:nvPr/>
        </p:nvCxnSpPr>
        <p:spPr>
          <a:xfrm>
            <a:off x="8885767" y="4123267"/>
            <a:ext cx="237067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7A51C533-B183-7B60-1EF0-E54DBF8EF16E}"/>
              </a:ext>
            </a:extLst>
          </p:cNvPr>
          <p:cNvCxnSpPr/>
          <p:nvPr/>
        </p:nvCxnSpPr>
        <p:spPr>
          <a:xfrm>
            <a:off x="8915400" y="4123267"/>
            <a:ext cx="0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1A369BB6-7266-1A57-FD54-D89E335207AC}"/>
              </a:ext>
            </a:extLst>
          </p:cNvPr>
          <p:cNvCxnSpPr/>
          <p:nvPr/>
        </p:nvCxnSpPr>
        <p:spPr>
          <a:xfrm>
            <a:off x="9093200" y="4123267"/>
            <a:ext cx="0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F82D1746-23BD-802B-53DA-5B9A10EDB3D1}"/>
              </a:ext>
            </a:extLst>
          </p:cNvPr>
          <p:cNvCxnSpPr/>
          <p:nvPr/>
        </p:nvCxnSpPr>
        <p:spPr>
          <a:xfrm flipV="1">
            <a:off x="8737600" y="4360333"/>
            <a:ext cx="177800" cy="3259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E7815891-2E68-FC68-F72D-66DD11CAAB66}"/>
              </a:ext>
            </a:extLst>
          </p:cNvPr>
          <p:cNvCxnSpPr/>
          <p:nvPr/>
        </p:nvCxnSpPr>
        <p:spPr>
          <a:xfrm>
            <a:off x="8737600" y="4686300"/>
            <a:ext cx="5334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45EC78DE-8701-8DBF-4934-4942D66022E2}"/>
              </a:ext>
            </a:extLst>
          </p:cNvPr>
          <p:cNvCxnSpPr/>
          <p:nvPr/>
        </p:nvCxnSpPr>
        <p:spPr>
          <a:xfrm>
            <a:off x="9093200" y="4360333"/>
            <a:ext cx="177800" cy="3259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D6ABDCDC-45F9-E897-3298-284F050C3E20}"/>
              </a:ext>
            </a:extLst>
          </p:cNvPr>
          <p:cNvCxnSpPr/>
          <p:nvPr/>
        </p:nvCxnSpPr>
        <p:spPr>
          <a:xfrm>
            <a:off x="8826500" y="4538133"/>
            <a:ext cx="3556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7A439DA1-F447-6B4E-1DB1-21A2C5ABC287}"/>
              </a:ext>
            </a:extLst>
          </p:cNvPr>
          <p:cNvSpPr/>
          <p:nvPr/>
        </p:nvSpPr>
        <p:spPr>
          <a:xfrm>
            <a:off x="8974667" y="45677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C347C491-3F76-34DE-C9DA-D7C5CD9325E9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化学・実験</a:t>
            </a:r>
          </a:p>
        </p:txBody>
      </p:sp>
      <p:sp>
        <p:nvSpPr>
          <p:cNvPr id="104" name="楕円 103">
            <a:extLst>
              <a:ext uri="{FF2B5EF4-FFF2-40B4-BE49-F238E27FC236}">
                <a16:creationId xmlns:a16="http://schemas.microsoft.com/office/drawing/2014/main" id="{72F2022B-7216-936B-E761-3A63333DB91B}"/>
              </a:ext>
            </a:extLst>
          </p:cNvPr>
          <p:cNvSpPr/>
          <p:nvPr/>
        </p:nvSpPr>
        <p:spPr>
          <a:xfrm>
            <a:off x="10549467" y="4301067"/>
            <a:ext cx="592667" cy="2370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楕円 104">
            <a:extLst>
              <a:ext uri="{FF2B5EF4-FFF2-40B4-BE49-F238E27FC236}">
                <a16:creationId xmlns:a16="http://schemas.microsoft.com/office/drawing/2014/main" id="{58FCF9CA-ECBC-A160-93DF-BE62464933D7}"/>
              </a:ext>
            </a:extLst>
          </p:cNvPr>
          <p:cNvSpPr/>
          <p:nvPr/>
        </p:nvSpPr>
        <p:spPr>
          <a:xfrm>
            <a:off x="10727267" y="4123267"/>
            <a:ext cx="237067" cy="592666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6" name="楕円 105">
            <a:extLst>
              <a:ext uri="{FF2B5EF4-FFF2-40B4-BE49-F238E27FC236}">
                <a16:creationId xmlns:a16="http://schemas.microsoft.com/office/drawing/2014/main" id="{C6F5E084-877E-83AC-1D03-0F4AABDA607D}"/>
              </a:ext>
            </a:extLst>
          </p:cNvPr>
          <p:cNvSpPr/>
          <p:nvPr/>
        </p:nvSpPr>
        <p:spPr>
          <a:xfrm>
            <a:off x="10786533" y="4360333"/>
            <a:ext cx="118533" cy="118534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楕円 106">
            <a:extLst>
              <a:ext uri="{FF2B5EF4-FFF2-40B4-BE49-F238E27FC236}">
                <a16:creationId xmlns:a16="http://schemas.microsoft.com/office/drawing/2014/main" id="{390AF0EF-A612-51C5-B173-6AA7DEBE0374}"/>
              </a:ext>
            </a:extLst>
          </p:cNvPr>
          <p:cNvSpPr/>
          <p:nvPr/>
        </p:nvSpPr>
        <p:spPr>
          <a:xfrm>
            <a:off x="10579100" y="4360333"/>
            <a:ext cx="88900" cy="88900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BE9D6FA6-C4EE-8944-06B4-EE7FE6DCE499}"/>
              </a:ext>
            </a:extLst>
          </p:cNvPr>
          <p:cNvSpPr/>
          <p:nvPr/>
        </p:nvSpPr>
        <p:spPr>
          <a:xfrm>
            <a:off x="10816167" y="4152900"/>
            <a:ext cx="88900" cy="88900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41C4EDCE-E226-B4AA-B3B6-7B3DEF8A8320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物理・原子</a:t>
            </a:r>
          </a:p>
        </p:txBody>
      </p:sp>
      <p:cxnSp>
        <p:nvCxnSpPr>
          <p:cNvPr id="110" name="直線コネクタ 109">
            <a:extLst>
              <a:ext uri="{FF2B5EF4-FFF2-40B4-BE49-F238E27FC236}">
                <a16:creationId xmlns:a16="http://schemas.microsoft.com/office/drawing/2014/main" id="{D04ADAFD-10FC-6353-A453-F44990C11752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テキスト ボックス 110">
            <a:extLst>
              <a:ext uri="{FF2B5EF4-FFF2-40B4-BE49-F238E27FC236}">
                <a16:creationId xmlns:a16="http://schemas.microsoft.com/office/drawing/2014/main" id="{FA3ABC71-F565-8303-DA6F-BA07299B8F73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11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73345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2EC59AC-3BC5-AF6E-F6FC-8B60674DD823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E304A5D-17A5-FB37-E06E-97DC67D15028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25〜36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9796115B-421C-69C9-5F10-9B98DA13BC74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67C80651-5229-09E3-5795-55C75094D22C}"/>
              </a:ext>
            </a:extLst>
          </p:cNvPr>
          <p:cNvCxnSpPr/>
          <p:nvPr/>
        </p:nvCxnSpPr>
        <p:spPr>
          <a:xfrm flipV="1">
            <a:off x="1371600" y="2133600"/>
            <a:ext cx="26670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FC8EC60E-A7E5-8D71-E248-7391D0FDDC73}"/>
              </a:ext>
            </a:extLst>
          </p:cNvPr>
          <p:cNvCxnSpPr/>
          <p:nvPr/>
        </p:nvCxnSpPr>
        <p:spPr>
          <a:xfrm>
            <a:off x="1638300" y="2133600"/>
            <a:ext cx="26670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02A9F081-0BA7-D56A-5F2E-ED27B3A6E3BF}"/>
              </a:ext>
            </a:extLst>
          </p:cNvPr>
          <p:cNvCxnSpPr/>
          <p:nvPr/>
        </p:nvCxnSpPr>
        <p:spPr>
          <a:xfrm>
            <a:off x="1371600" y="2667000"/>
            <a:ext cx="533400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98F3738-3904-EB13-2250-5E838F4E6546}"/>
              </a:ext>
            </a:extLst>
          </p:cNvPr>
          <p:cNvSpPr/>
          <p:nvPr/>
        </p:nvSpPr>
        <p:spPr>
          <a:xfrm>
            <a:off x="1401233" y="2518833"/>
            <a:ext cx="118534" cy="118534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E94FF02F-77D0-F66E-C004-BB25CFE64227}"/>
              </a:ext>
            </a:extLst>
          </p:cNvPr>
          <p:cNvCxnSpPr/>
          <p:nvPr/>
        </p:nvCxnSpPr>
        <p:spPr>
          <a:xfrm>
            <a:off x="1638300" y="2133600"/>
            <a:ext cx="0" cy="5334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EEFE3BC-A1C3-4149-0893-B41FEA822046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図形・幾何</a:t>
            </a: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CD701F86-322E-D2DB-CFF0-D6B513FFDECC}"/>
              </a:ext>
            </a:extLst>
          </p:cNvPr>
          <p:cNvSpPr/>
          <p:nvPr/>
        </p:nvSpPr>
        <p:spPr>
          <a:xfrm>
            <a:off x="3183467" y="2103967"/>
            <a:ext cx="592666" cy="592666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91BCA45-DB31-9BCD-1984-6E4F6428980D}"/>
              </a:ext>
            </a:extLst>
          </p:cNvPr>
          <p:cNvCxnSpPr/>
          <p:nvPr/>
        </p:nvCxnSpPr>
        <p:spPr>
          <a:xfrm>
            <a:off x="3479800" y="2103967"/>
            <a:ext cx="0" cy="1778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A9E55D95-6D07-06A2-95B4-41ADA5743A61}"/>
              </a:ext>
            </a:extLst>
          </p:cNvPr>
          <p:cNvSpPr/>
          <p:nvPr/>
        </p:nvSpPr>
        <p:spPr>
          <a:xfrm>
            <a:off x="3390900" y="2281767"/>
            <a:ext cx="177800" cy="177800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5A8E3AC7-D3F2-0144-32A9-027584C80613}"/>
              </a:ext>
            </a:extLst>
          </p:cNvPr>
          <p:cNvCxnSpPr/>
          <p:nvPr/>
        </p:nvCxnSpPr>
        <p:spPr>
          <a:xfrm>
            <a:off x="3479800" y="2459567"/>
            <a:ext cx="0" cy="2370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93681673-8AB1-CE64-7D9A-EB4D205F4FC0}"/>
              </a:ext>
            </a:extLst>
          </p:cNvPr>
          <p:cNvCxnSpPr/>
          <p:nvPr/>
        </p:nvCxnSpPr>
        <p:spPr>
          <a:xfrm>
            <a:off x="3183467" y="24003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26A67752-3E56-6B4A-8485-C1D83694424A}"/>
              </a:ext>
            </a:extLst>
          </p:cNvPr>
          <p:cNvCxnSpPr/>
          <p:nvPr/>
        </p:nvCxnSpPr>
        <p:spPr>
          <a:xfrm>
            <a:off x="3598333" y="24003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21E71CF-B3D1-22A7-BFF4-6B12747F85DC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組み合わ
せ・パズル</a:t>
            </a: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70713BF4-AF7C-A489-232A-73F5F522FABE}"/>
              </a:ext>
            </a:extLst>
          </p:cNvPr>
          <p:cNvSpPr/>
          <p:nvPr/>
        </p:nvSpPr>
        <p:spPr>
          <a:xfrm>
            <a:off x="5113867" y="2103967"/>
            <a:ext cx="474133" cy="563033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4F031E3-68EE-9250-C652-A6AA056CFD89}"/>
              </a:ext>
            </a:extLst>
          </p:cNvPr>
          <p:cNvCxnSpPr/>
          <p:nvPr/>
        </p:nvCxnSpPr>
        <p:spPr>
          <a:xfrm flipV="1">
            <a:off x="5054600" y="2222500"/>
            <a:ext cx="444500" cy="5037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3DEE4F54-A84A-B69D-575D-A56FE54D7F61}"/>
              </a:ext>
            </a:extLst>
          </p:cNvPr>
          <p:cNvCxnSpPr/>
          <p:nvPr/>
        </p:nvCxnSpPr>
        <p:spPr>
          <a:xfrm>
            <a:off x="5262033" y="2311400"/>
            <a:ext cx="0" cy="1778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A3AD7490-F9F7-79E3-D45F-C01414CF542E}"/>
              </a:ext>
            </a:extLst>
          </p:cNvPr>
          <p:cNvCxnSpPr/>
          <p:nvPr/>
        </p:nvCxnSpPr>
        <p:spPr>
          <a:xfrm>
            <a:off x="5262033" y="2489200"/>
            <a:ext cx="207434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3A1DBE0-D7D4-94BA-EE67-147F903AE33D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自然・環境</a:t>
            </a:r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D4B2EC3B-B7ED-FA45-A052-E16A421156C8}"/>
              </a:ext>
            </a:extLst>
          </p:cNvPr>
          <p:cNvCxnSpPr/>
          <p:nvPr/>
        </p:nvCxnSpPr>
        <p:spPr>
          <a:xfrm flipV="1">
            <a:off x="6985000" y="2103967"/>
            <a:ext cx="17780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1A6E57F0-700D-9B37-DB8C-1EAFDC765EBF}"/>
              </a:ext>
            </a:extLst>
          </p:cNvPr>
          <p:cNvCxnSpPr/>
          <p:nvPr/>
        </p:nvCxnSpPr>
        <p:spPr>
          <a:xfrm>
            <a:off x="7162800" y="2103967"/>
            <a:ext cx="17780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45C4F27E-007B-EA73-2400-EFB5E4C24A8C}"/>
              </a:ext>
            </a:extLst>
          </p:cNvPr>
          <p:cNvCxnSpPr/>
          <p:nvPr/>
        </p:nvCxnSpPr>
        <p:spPr>
          <a:xfrm>
            <a:off x="7222067" y="2252133"/>
            <a:ext cx="1185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66BA22D-E219-5FD5-A6FA-7ECC4644839F}"/>
              </a:ext>
            </a:extLst>
          </p:cNvPr>
          <p:cNvCxnSpPr/>
          <p:nvPr/>
        </p:nvCxnSpPr>
        <p:spPr>
          <a:xfrm>
            <a:off x="7340600" y="2133600"/>
            <a:ext cx="0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44587360-F640-4189-6120-F7FBF78C065E}"/>
              </a:ext>
            </a:extLst>
          </p:cNvPr>
          <p:cNvCxnSpPr/>
          <p:nvPr/>
        </p:nvCxnSpPr>
        <p:spPr>
          <a:xfrm>
            <a:off x="7429500" y="2370667"/>
            <a:ext cx="29633" cy="2074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4DC279D1-B9CF-83C4-2A68-ADFB0C7C7465}"/>
              </a:ext>
            </a:extLst>
          </p:cNvPr>
          <p:cNvCxnSpPr/>
          <p:nvPr/>
        </p:nvCxnSpPr>
        <p:spPr>
          <a:xfrm flipV="1">
            <a:off x="7222067" y="2578100"/>
            <a:ext cx="2370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841DD9DF-54E5-2D50-FE8C-B33B986BD79F}"/>
              </a:ext>
            </a:extLst>
          </p:cNvPr>
          <p:cNvCxnSpPr/>
          <p:nvPr/>
        </p:nvCxnSpPr>
        <p:spPr>
          <a:xfrm flipV="1">
            <a:off x="7222067" y="25484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9E420054-556B-1374-78A5-04255CFB1AF5}"/>
              </a:ext>
            </a:extLst>
          </p:cNvPr>
          <p:cNvCxnSpPr/>
          <p:nvPr/>
        </p:nvCxnSpPr>
        <p:spPr>
          <a:xfrm>
            <a:off x="7222067" y="2667000"/>
            <a:ext cx="118533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D5C0BCF4-4693-8308-86F3-4E9767F11D54}"/>
              </a:ext>
            </a:extLst>
          </p:cNvPr>
          <p:cNvCxnSpPr/>
          <p:nvPr/>
        </p:nvCxnSpPr>
        <p:spPr>
          <a:xfrm>
            <a:off x="6866467" y="2578100"/>
            <a:ext cx="237067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51753595-CECD-0F90-53E5-AFDAAE52252B}"/>
              </a:ext>
            </a:extLst>
          </p:cNvPr>
          <p:cNvCxnSpPr/>
          <p:nvPr/>
        </p:nvCxnSpPr>
        <p:spPr>
          <a:xfrm flipV="1">
            <a:off x="6866467" y="2341033"/>
            <a:ext cx="59267" cy="2370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BC8F8AA1-EC2F-0FD8-5CA8-6AF2F2AB12CA}"/>
              </a:ext>
            </a:extLst>
          </p:cNvPr>
          <p:cNvCxnSpPr/>
          <p:nvPr/>
        </p:nvCxnSpPr>
        <p:spPr>
          <a:xfrm>
            <a:off x="6925733" y="2341033"/>
            <a:ext cx="88900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8E4444D1-CD44-297A-FAD9-916578FB8AA3}"/>
              </a:ext>
            </a:extLst>
          </p:cNvPr>
          <p:cNvCxnSpPr/>
          <p:nvPr/>
        </p:nvCxnSpPr>
        <p:spPr>
          <a:xfrm flipV="1">
            <a:off x="6836833" y="2341033"/>
            <a:ext cx="88900" cy="889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0EF4B020-AF44-D01D-7DE7-0F4881D6539F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再利用・
資源循環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D23C1848-0112-F1A7-F01F-2685D1767DD7}"/>
              </a:ext>
            </a:extLst>
          </p:cNvPr>
          <p:cNvCxnSpPr/>
          <p:nvPr/>
        </p:nvCxnSpPr>
        <p:spPr>
          <a:xfrm flipV="1">
            <a:off x="8767233" y="2074333"/>
            <a:ext cx="266700" cy="35560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4009A46B-1B6C-7A5E-23B3-72CFFB36AAC2}"/>
              </a:ext>
            </a:extLst>
          </p:cNvPr>
          <p:cNvCxnSpPr/>
          <p:nvPr/>
        </p:nvCxnSpPr>
        <p:spPr>
          <a:xfrm>
            <a:off x="8767233" y="2429933"/>
            <a:ext cx="2074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ABD9BA19-A10A-74D6-BE25-8441DCAB872F}"/>
              </a:ext>
            </a:extLst>
          </p:cNvPr>
          <p:cNvCxnSpPr/>
          <p:nvPr/>
        </p:nvCxnSpPr>
        <p:spPr>
          <a:xfrm flipV="1">
            <a:off x="8945033" y="2429933"/>
            <a:ext cx="29633" cy="2963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12853EC8-0957-474A-3E10-876ED3975929}"/>
              </a:ext>
            </a:extLst>
          </p:cNvPr>
          <p:cNvCxnSpPr/>
          <p:nvPr/>
        </p:nvCxnSpPr>
        <p:spPr>
          <a:xfrm flipV="1">
            <a:off x="8945033" y="2311400"/>
            <a:ext cx="325967" cy="4148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533C4887-C08A-61B8-F0D2-4B9388C12A3F}"/>
              </a:ext>
            </a:extLst>
          </p:cNvPr>
          <p:cNvCxnSpPr/>
          <p:nvPr/>
        </p:nvCxnSpPr>
        <p:spPr>
          <a:xfrm>
            <a:off x="9063567" y="2311400"/>
            <a:ext cx="207433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410524D0-BFBA-5C6D-260D-F1F41D8DCAA9}"/>
              </a:ext>
            </a:extLst>
          </p:cNvPr>
          <p:cNvCxnSpPr/>
          <p:nvPr/>
        </p:nvCxnSpPr>
        <p:spPr>
          <a:xfrm>
            <a:off x="9033933" y="2074333"/>
            <a:ext cx="29633" cy="2370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37320960-1E79-F681-D6E2-A524E6A30C78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電力・エ
ネルギー</a:t>
            </a:r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9F9FBD74-6582-859F-DAB2-4B557192BCFA}"/>
              </a:ext>
            </a:extLst>
          </p:cNvPr>
          <p:cNvCxnSpPr/>
          <p:nvPr/>
        </p:nvCxnSpPr>
        <p:spPr>
          <a:xfrm flipV="1">
            <a:off x="10608733" y="2074333"/>
            <a:ext cx="237067" cy="3556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0C066715-82C4-4BBE-522E-98A574D0F8AA}"/>
              </a:ext>
            </a:extLst>
          </p:cNvPr>
          <p:cNvCxnSpPr/>
          <p:nvPr/>
        </p:nvCxnSpPr>
        <p:spPr>
          <a:xfrm>
            <a:off x="10845800" y="2074333"/>
            <a:ext cx="237067" cy="3556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楕円 44">
            <a:extLst>
              <a:ext uri="{FF2B5EF4-FFF2-40B4-BE49-F238E27FC236}">
                <a16:creationId xmlns:a16="http://schemas.microsoft.com/office/drawing/2014/main" id="{037FDBAA-6B90-7569-653C-D53F983B6189}"/>
              </a:ext>
            </a:extLst>
          </p:cNvPr>
          <p:cNvSpPr/>
          <p:nvPr/>
        </p:nvSpPr>
        <p:spPr>
          <a:xfrm>
            <a:off x="10608733" y="2341033"/>
            <a:ext cx="474133" cy="385234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76E734F9-58AE-6F72-9878-5066E2DF8FED}"/>
              </a:ext>
            </a:extLst>
          </p:cNvPr>
          <p:cNvCxnSpPr/>
          <p:nvPr/>
        </p:nvCxnSpPr>
        <p:spPr>
          <a:xfrm>
            <a:off x="10756900" y="2518833"/>
            <a:ext cx="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DF56E5D-5DBE-6D88-8E66-BB3ED6EE3AA9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水・水資源</a:t>
            </a:r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B29A06C3-AECF-9CA7-917F-447D60431D5B}"/>
              </a:ext>
            </a:extLst>
          </p:cNvPr>
          <p:cNvSpPr/>
          <p:nvPr/>
        </p:nvSpPr>
        <p:spPr>
          <a:xfrm>
            <a:off x="1490133" y="4271433"/>
            <a:ext cx="296334" cy="296334"/>
          </a:xfrm>
          <a:prstGeom prst="ellipse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D4EDF745-DCF4-0C32-B660-4B2A5AA2EEE5}"/>
              </a:ext>
            </a:extLst>
          </p:cNvPr>
          <p:cNvCxnSpPr/>
          <p:nvPr/>
        </p:nvCxnSpPr>
        <p:spPr>
          <a:xfrm>
            <a:off x="1638300" y="4093633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0FD1A0EC-C9B3-CB0A-63C6-84634907EFF3}"/>
              </a:ext>
            </a:extLst>
          </p:cNvPr>
          <p:cNvCxnSpPr/>
          <p:nvPr/>
        </p:nvCxnSpPr>
        <p:spPr>
          <a:xfrm>
            <a:off x="1638300" y="46566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E1FDBCC9-8184-DC0B-AD15-A4AA4D675A17}"/>
              </a:ext>
            </a:extLst>
          </p:cNvPr>
          <p:cNvCxnSpPr/>
          <p:nvPr/>
        </p:nvCxnSpPr>
        <p:spPr>
          <a:xfrm>
            <a:off x="1312333" y="4419600"/>
            <a:ext cx="889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51924732-F204-E791-A337-1B2394E41C53}"/>
              </a:ext>
            </a:extLst>
          </p:cNvPr>
          <p:cNvCxnSpPr/>
          <p:nvPr/>
        </p:nvCxnSpPr>
        <p:spPr>
          <a:xfrm>
            <a:off x="1875367" y="4419600"/>
            <a:ext cx="88900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1F5B4EFB-AFED-E6A5-D568-38FAFA91EEE6}"/>
              </a:ext>
            </a:extLst>
          </p:cNvPr>
          <p:cNvCxnSpPr/>
          <p:nvPr/>
        </p:nvCxnSpPr>
        <p:spPr>
          <a:xfrm>
            <a:off x="1371600" y="41529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26A0CE22-57B8-49CC-B81C-8CA0D069A567}"/>
              </a:ext>
            </a:extLst>
          </p:cNvPr>
          <p:cNvCxnSpPr/>
          <p:nvPr/>
        </p:nvCxnSpPr>
        <p:spPr>
          <a:xfrm>
            <a:off x="1816100" y="45974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93F346A9-5073-CAD3-D2CF-CE83B6CF56C2}"/>
              </a:ext>
            </a:extLst>
          </p:cNvPr>
          <p:cNvCxnSpPr/>
          <p:nvPr/>
        </p:nvCxnSpPr>
        <p:spPr>
          <a:xfrm flipV="1">
            <a:off x="1371600" y="45974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B0939836-B871-C21D-9671-AC096375C7D1}"/>
              </a:ext>
            </a:extLst>
          </p:cNvPr>
          <p:cNvCxnSpPr/>
          <p:nvPr/>
        </p:nvCxnSpPr>
        <p:spPr>
          <a:xfrm flipV="1">
            <a:off x="1816100" y="4152900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12779B85-E917-3CA8-8E48-4EAF6CAA9E55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太陽・太陽光</a:t>
            </a:r>
          </a:p>
        </p:txBody>
      </p:sp>
      <p:cxnSp>
        <p:nvCxnSpPr>
          <p:cNvPr id="58" name="直線コネクタ 57">
            <a:extLst>
              <a:ext uri="{FF2B5EF4-FFF2-40B4-BE49-F238E27FC236}">
                <a16:creationId xmlns:a16="http://schemas.microsoft.com/office/drawing/2014/main" id="{18A30971-3645-89F2-4197-9031FD82E087}"/>
              </a:ext>
            </a:extLst>
          </p:cNvPr>
          <p:cNvCxnSpPr/>
          <p:nvPr/>
        </p:nvCxnSpPr>
        <p:spPr>
          <a:xfrm>
            <a:off x="3213100" y="4449233"/>
            <a:ext cx="266700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FAE9BCA9-E560-ADC1-118F-B2DCB0F1FD49}"/>
              </a:ext>
            </a:extLst>
          </p:cNvPr>
          <p:cNvCxnSpPr/>
          <p:nvPr/>
        </p:nvCxnSpPr>
        <p:spPr>
          <a:xfrm>
            <a:off x="3153833" y="4330700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直線コネクタ 59">
            <a:extLst>
              <a:ext uri="{FF2B5EF4-FFF2-40B4-BE49-F238E27FC236}">
                <a16:creationId xmlns:a16="http://schemas.microsoft.com/office/drawing/2014/main" id="{BFCF19FA-7CE1-7B2E-AAB8-B46C3991337C}"/>
              </a:ext>
            </a:extLst>
          </p:cNvPr>
          <p:cNvCxnSpPr/>
          <p:nvPr/>
        </p:nvCxnSpPr>
        <p:spPr>
          <a:xfrm flipV="1">
            <a:off x="3153833" y="4212167"/>
            <a:ext cx="29634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コネクタ 60">
            <a:extLst>
              <a:ext uri="{FF2B5EF4-FFF2-40B4-BE49-F238E27FC236}">
                <a16:creationId xmlns:a16="http://schemas.microsoft.com/office/drawing/2014/main" id="{3DF7F99B-0EB8-2FAF-4D8E-2A879E23C1B0}"/>
              </a:ext>
            </a:extLst>
          </p:cNvPr>
          <p:cNvCxnSpPr/>
          <p:nvPr/>
        </p:nvCxnSpPr>
        <p:spPr>
          <a:xfrm flipV="1">
            <a:off x="3183467" y="4152900"/>
            <a:ext cx="88900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8BDABC1E-E93E-FE03-3497-BC1032CE9B6A}"/>
              </a:ext>
            </a:extLst>
          </p:cNvPr>
          <p:cNvCxnSpPr/>
          <p:nvPr/>
        </p:nvCxnSpPr>
        <p:spPr>
          <a:xfrm>
            <a:off x="3272367" y="41529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D1EA27FC-0E45-FFAF-68B1-FE30A4CB347B}"/>
              </a:ext>
            </a:extLst>
          </p:cNvPr>
          <p:cNvCxnSpPr/>
          <p:nvPr/>
        </p:nvCxnSpPr>
        <p:spPr>
          <a:xfrm>
            <a:off x="3361267" y="4152900"/>
            <a:ext cx="118533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F3B6A695-7D2C-FF95-1333-F2DE2479446F}"/>
              </a:ext>
            </a:extLst>
          </p:cNvPr>
          <p:cNvCxnSpPr/>
          <p:nvPr/>
        </p:nvCxnSpPr>
        <p:spPr>
          <a:xfrm flipV="1">
            <a:off x="3479800" y="4152900"/>
            <a:ext cx="118533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A49CDC04-163E-1CFE-337F-CD0CC81197B1}"/>
              </a:ext>
            </a:extLst>
          </p:cNvPr>
          <p:cNvCxnSpPr/>
          <p:nvPr/>
        </p:nvCxnSpPr>
        <p:spPr>
          <a:xfrm>
            <a:off x="3598333" y="41529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6365FC24-D95E-B798-26AB-94933FFB00A7}"/>
              </a:ext>
            </a:extLst>
          </p:cNvPr>
          <p:cNvCxnSpPr/>
          <p:nvPr/>
        </p:nvCxnSpPr>
        <p:spPr>
          <a:xfrm>
            <a:off x="3687233" y="4152900"/>
            <a:ext cx="88900" cy="592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24427860-CEE9-04BD-3829-A525B91327A1}"/>
              </a:ext>
            </a:extLst>
          </p:cNvPr>
          <p:cNvCxnSpPr/>
          <p:nvPr/>
        </p:nvCxnSpPr>
        <p:spPr>
          <a:xfrm>
            <a:off x="3776133" y="4212167"/>
            <a:ext cx="29634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1FC2BE96-4124-76A3-A406-028EA8E9C492}"/>
              </a:ext>
            </a:extLst>
          </p:cNvPr>
          <p:cNvCxnSpPr/>
          <p:nvPr/>
        </p:nvCxnSpPr>
        <p:spPr>
          <a:xfrm flipV="1">
            <a:off x="3746500" y="4330700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コネクタ 68">
            <a:extLst>
              <a:ext uri="{FF2B5EF4-FFF2-40B4-BE49-F238E27FC236}">
                <a16:creationId xmlns:a16="http://schemas.microsoft.com/office/drawing/2014/main" id="{8A23EE8C-DD6E-4554-8FD5-D621ACCC9AB9}"/>
              </a:ext>
            </a:extLst>
          </p:cNvPr>
          <p:cNvCxnSpPr/>
          <p:nvPr/>
        </p:nvCxnSpPr>
        <p:spPr>
          <a:xfrm flipV="1">
            <a:off x="3479800" y="4449233"/>
            <a:ext cx="266700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1E76EB98-85FD-C429-06EF-9366584A2373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健康・ケア</a:t>
            </a:r>
          </a:p>
        </p:txBody>
      </p:sp>
      <p:sp>
        <p:nvSpPr>
          <p:cNvPr id="71" name="四角形: 角を丸くする 70">
            <a:extLst>
              <a:ext uri="{FF2B5EF4-FFF2-40B4-BE49-F238E27FC236}">
                <a16:creationId xmlns:a16="http://schemas.microsoft.com/office/drawing/2014/main" id="{C7E6589E-FB82-F0B7-CB19-14852EF81A81}"/>
              </a:ext>
            </a:extLst>
          </p:cNvPr>
          <p:cNvSpPr/>
          <p:nvPr/>
        </p:nvSpPr>
        <p:spPr>
          <a:xfrm>
            <a:off x="5054600" y="4152900"/>
            <a:ext cx="533400" cy="533400"/>
          </a:xfrm>
          <a:prstGeom prst="round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FC3F0545-9C0D-3EFB-E813-7939D8FF91EC}"/>
              </a:ext>
            </a:extLst>
          </p:cNvPr>
          <p:cNvCxnSpPr/>
          <p:nvPr/>
        </p:nvCxnSpPr>
        <p:spPr>
          <a:xfrm>
            <a:off x="5321300" y="4271433"/>
            <a:ext cx="0" cy="2963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C3B3AB6F-10DD-0704-D139-7ED3B00F8E5D}"/>
              </a:ext>
            </a:extLst>
          </p:cNvPr>
          <p:cNvCxnSpPr/>
          <p:nvPr/>
        </p:nvCxnSpPr>
        <p:spPr>
          <a:xfrm>
            <a:off x="5173133" y="4419600"/>
            <a:ext cx="296334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96DFB77A-C44E-37CC-ABCE-D21517A70D8A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医療・病院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E1A0DD29-14A1-598D-6562-60620E66A194}"/>
              </a:ext>
            </a:extLst>
          </p:cNvPr>
          <p:cNvSpPr/>
          <p:nvPr/>
        </p:nvSpPr>
        <p:spPr>
          <a:xfrm>
            <a:off x="7133167" y="40936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A9415D2E-0117-836E-B7CD-471BF681D876}"/>
              </a:ext>
            </a:extLst>
          </p:cNvPr>
          <p:cNvCxnSpPr/>
          <p:nvPr/>
        </p:nvCxnSpPr>
        <p:spPr>
          <a:xfrm>
            <a:off x="7192433" y="4271433"/>
            <a:ext cx="0" cy="2370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AA9FAF0D-5F54-60B1-BCC1-C962E925FE5F}"/>
              </a:ext>
            </a:extLst>
          </p:cNvPr>
          <p:cNvCxnSpPr/>
          <p:nvPr/>
        </p:nvCxnSpPr>
        <p:spPr>
          <a:xfrm>
            <a:off x="7192433" y="4360333"/>
            <a:ext cx="207433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BAD89DB6-100A-96CF-A6BE-2F8C7FD057D9}"/>
              </a:ext>
            </a:extLst>
          </p:cNvPr>
          <p:cNvCxnSpPr/>
          <p:nvPr/>
        </p:nvCxnSpPr>
        <p:spPr>
          <a:xfrm>
            <a:off x="7192433" y="4508500"/>
            <a:ext cx="177800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コネクタ 78">
            <a:extLst>
              <a:ext uri="{FF2B5EF4-FFF2-40B4-BE49-F238E27FC236}">
                <a16:creationId xmlns:a16="http://schemas.microsoft.com/office/drawing/2014/main" id="{EBA3524B-F2A4-3397-AF46-33E2EECA0B4D}"/>
              </a:ext>
            </a:extLst>
          </p:cNvPr>
          <p:cNvCxnSpPr/>
          <p:nvPr/>
        </p:nvCxnSpPr>
        <p:spPr>
          <a:xfrm>
            <a:off x="7370233" y="4508500"/>
            <a:ext cx="88900" cy="1778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楕円 79">
            <a:extLst>
              <a:ext uri="{FF2B5EF4-FFF2-40B4-BE49-F238E27FC236}">
                <a16:creationId xmlns:a16="http://schemas.microsoft.com/office/drawing/2014/main" id="{6199C536-F260-2614-455E-9905BDCBF874}"/>
              </a:ext>
            </a:extLst>
          </p:cNvPr>
          <p:cNvSpPr/>
          <p:nvPr/>
        </p:nvSpPr>
        <p:spPr>
          <a:xfrm>
            <a:off x="6866467" y="4389967"/>
            <a:ext cx="355600" cy="355600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F795D100-ED7A-730F-73A7-1C13D2496241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利用しやすさ・
バリアフリー</a:t>
            </a:r>
          </a:p>
        </p:txBody>
      </p: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D6A87A06-8844-3B93-F6BC-B256FC74325D}"/>
              </a:ext>
            </a:extLst>
          </p:cNvPr>
          <p:cNvCxnSpPr/>
          <p:nvPr/>
        </p:nvCxnSpPr>
        <p:spPr>
          <a:xfrm>
            <a:off x="8707967" y="4360333"/>
            <a:ext cx="0" cy="3556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3DFC6388-147E-5D38-F168-2F41D71502AB}"/>
              </a:ext>
            </a:extLst>
          </p:cNvPr>
          <p:cNvCxnSpPr/>
          <p:nvPr/>
        </p:nvCxnSpPr>
        <p:spPr>
          <a:xfrm flipV="1">
            <a:off x="8707967" y="4241800"/>
            <a:ext cx="207433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直線コネクタ 83">
            <a:extLst>
              <a:ext uri="{FF2B5EF4-FFF2-40B4-BE49-F238E27FC236}">
                <a16:creationId xmlns:a16="http://schemas.microsoft.com/office/drawing/2014/main" id="{BDC73116-62F6-1004-79B7-0C936354ED10}"/>
              </a:ext>
            </a:extLst>
          </p:cNvPr>
          <p:cNvCxnSpPr/>
          <p:nvPr/>
        </p:nvCxnSpPr>
        <p:spPr>
          <a:xfrm>
            <a:off x="8915400" y="4241800"/>
            <a:ext cx="0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直線コネクタ 84">
            <a:extLst>
              <a:ext uri="{FF2B5EF4-FFF2-40B4-BE49-F238E27FC236}">
                <a16:creationId xmlns:a16="http://schemas.microsoft.com/office/drawing/2014/main" id="{F093E66E-030B-3601-DA86-936F5FBE78F2}"/>
              </a:ext>
            </a:extLst>
          </p:cNvPr>
          <p:cNvCxnSpPr/>
          <p:nvPr/>
        </p:nvCxnSpPr>
        <p:spPr>
          <a:xfrm flipV="1">
            <a:off x="8915400" y="4241800"/>
            <a:ext cx="207433" cy="1185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7C42C708-DEF4-C606-DE54-1EF812218F67}"/>
              </a:ext>
            </a:extLst>
          </p:cNvPr>
          <p:cNvCxnSpPr/>
          <p:nvPr/>
        </p:nvCxnSpPr>
        <p:spPr>
          <a:xfrm>
            <a:off x="9122833" y="4241800"/>
            <a:ext cx="0" cy="474133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直線コネクタ 86">
            <a:extLst>
              <a:ext uri="{FF2B5EF4-FFF2-40B4-BE49-F238E27FC236}">
                <a16:creationId xmlns:a16="http://schemas.microsoft.com/office/drawing/2014/main" id="{ED3479EE-4381-1E14-D438-569604356C3C}"/>
              </a:ext>
            </a:extLst>
          </p:cNvPr>
          <p:cNvCxnSpPr/>
          <p:nvPr/>
        </p:nvCxnSpPr>
        <p:spPr>
          <a:xfrm>
            <a:off x="8707967" y="4715933"/>
            <a:ext cx="592667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B52BE000-67C0-82C5-A955-5ED954841728}"/>
              </a:ext>
            </a:extLst>
          </p:cNvPr>
          <p:cNvSpPr/>
          <p:nvPr/>
        </p:nvSpPr>
        <p:spPr>
          <a:xfrm>
            <a:off x="9152467" y="4123267"/>
            <a:ext cx="148167" cy="592666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9912B45A-8735-1A2F-C174-342B493BC106}"/>
              </a:ext>
            </a:extLst>
          </p:cNvPr>
          <p:cNvSpPr/>
          <p:nvPr/>
        </p:nvSpPr>
        <p:spPr>
          <a:xfrm>
            <a:off x="87968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27FB2FF9-90BC-4ABB-5F5C-F9A144443B6B}"/>
              </a:ext>
            </a:extLst>
          </p:cNvPr>
          <p:cNvSpPr/>
          <p:nvPr/>
        </p:nvSpPr>
        <p:spPr>
          <a:xfrm>
            <a:off x="8974667" y="4508500"/>
            <a:ext cx="88900" cy="118533"/>
          </a:xfrm>
          <a:prstGeom prst="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F9E964CE-9BF4-6BB2-2F26-6EFA1822557B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製造・工場</a:t>
            </a:r>
          </a:p>
        </p:txBody>
      </p: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F95E5A28-0316-D7D9-9E0A-8907A7D684E2}"/>
              </a:ext>
            </a:extLst>
          </p:cNvPr>
          <p:cNvCxnSpPr/>
          <p:nvPr/>
        </p:nvCxnSpPr>
        <p:spPr>
          <a:xfrm>
            <a:off x="10905067" y="4123267"/>
            <a:ext cx="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1A00B7FE-304B-8C55-49DE-FB6FE9E3D8E8}"/>
              </a:ext>
            </a:extLst>
          </p:cNvPr>
          <p:cNvCxnSpPr/>
          <p:nvPr/>
        </p:nvCxnSpPr>
        <p:spPr>
          <a:xfrm>
            <a:off x="10905067" y="4271433"/>
            <a:ext cx="1481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3B12D34D-0FCF-0865-28B5-70884C9EC7DC}"/>
              </a:ext>
            </a:extLst>
          </p:cNvPr>
          <p:cNvCxnSpPr/>
          <p:nvPr/>
        </p:nvCxnSpPr>
        <p:spPr>
          <a:xfrm>
            <a:off x="11053233" y="4123267"/>
            <a:ext cx="0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2D081B49-185E-6EE5-3518-010DC1333830}"/>
              </a:ext>
            </a:extLst>
          </p:cNvPr>
          <p:cNvCxnSpPr/>
          <p:nvPr/>
        </p:nvCxnSpPr>
        <p:spPr>
          <a:xfrm>
            <a:off x="11053233" y="4123267"/>
            <a:ext cx="118533" cy="1481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E6AD16C8-977C-EE7B-426A-768DD9BD196F}"/>
              </a:ext>
            </a:extLst>
          </p:cNvPr>
          <p:cNvCxnSpPr/>
          <p:nvPr/>
        </p:nvCxnSpPr>
        <p:spPr>
          <a:xfrm flipV="1">
            <a:off x="11053233" y="4271433"/>
            <a:ext cx="118533" cy="1481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直線コネクタ 96">
            <a:extLst>
              <a:ext uri="{FF2B5EF4-FFF2-40B4-BE49-F238E27FC236}">
                <a16:creationId xmlns:a16="http://schemas.microsoft.com/office/drawing/2014/main" id="{EE649ACA-60CF-6196-0B81-E737B0EB7A9E}"/>
              </a:ext>
            </a:extLst>
          </p:cNvPr>
          <p:cNvCxnSpPr/>
          <p:nvPr/>
        </p:nvCxnSpPr>
        <p:spPr>
          <a:xfrm flipV="1">
            <a:off x="10638367" y="4419600"/>
            <a:ext cx="414867" cy="3259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A7E49804-C995-C51F-B3AC-72C476D69180}"/>
              </a:ext>
            </a:extLst>
          </p:cNvPr>
          <p:cNvCxnSpPr/>
          <p:nvPr/>
        </p:nvCxnSpPr>
        <p:spPr>
          <a:xfrm>
            <a:off x="10519833" y="4627033"/>
            <a:ext cx="118533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412D3847-EACF-E25F-94DE-A3A69EBC8557}"/>
              </a:ext>
            </a:extLst>
          </p:cNvPr>
          <p:cNvCxnSpPr/>
          <p:nvPr/>
        </p:nvCxnSpPr>
        <p:spPr>
          <a:xfrm flipV="1">
            <a:off x="10519833" y="4301067"/>
            <a:ext cx="325967" cy="3259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31A25FB3-7600-9722-241C-51B84C775A4C}"/>
              </a:ext>
            </a:extLst>
          </p:cNvPr>
          <p:cNvCxnSpPr/>
          <p:nvPr/>
        </p:nvCxnSpPr>
        <p:spPr>
          <a:xfrm>
            <a:off x="10786533" y="4182533"/>
            <a:ext cx="59267" cy="118534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7DB4BE19-0A57-4119-97BA-DD5A3F80F016}"/>
              </a:ext>
            </a:extLst>
          </p:cNvPr>
          <p:cNvCxnSpPr/>
          <p:nvPr/>
        </p:nvCxnSpPr>
        <p:spPr>
          <a:xfrm flipV="1">
            <a:off x="10786533" y="4123267"/>
            <a:ext cx="118533" cy="592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楕円 101">
            <a:extLst>
              <a:ext uri="{FF2B5EF4-FFF2-40B4-BE49-F238E27FC236}">
                <a16:creationId xmlns:a16="http://schemas.microsoft.com/office/drawing/2014/main" id="{DAE6DEEB-3D61-6EAE-5784-0F66DB68FDEB}"/>
              </a:ext>
            </a:extLst>
          </p:cNvPr>
          <p:cNvSpPr/>
          <p:nvPr/>
        </p:nvSpPr>
        <p:spPr>
          <a:xfrm>
            <a:off x="10579100" y="4597400"/>
            <a:ext cx="59267" cy="59267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E867664D-5734-8D44-1335-39EC1F3E3598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修理・保守</a:t>
            </a:r>
          </a:p>
        </p:txBody>
      </p: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C12CC812-59F2-6F16-0BCD-8D6CD0D05F4B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A9B2D609-0FDC-355E-17B5-B3C923058F46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8826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54ACF47-03C6-10C3-5A0E-2CF7E027E98B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BF22A8D-10E4-4C17-1F54-4DB15D61453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用途で選べるアイコン 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37〜48</a:t>
            </a:r>
            <a:endParaRPr kumimoji="1" lang="ja-JP" altLang="en-US" sz="3200" b="1">
              <a:solidFill>
                <a:srgbClr val="F6F8F6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012D666F-2E83-099E-0320-5B4C80FCDE2D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24F9FCE-1818-E3C7-A87A-4FE37974B41A}"/>
              </a:ext>
            </a:extLst>
          </p:cNvPr>
          <p:cNvSpPr/>
          <p:nvPr/>
        </p:nvSpPr>
        <p:spPr>
          <a:xfrm>
            <a:off x="1312333" y="2192867"/>
            <a:ext cx="414867" cy="385233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0A8C6F1-F871-A3D3-2FAB-B389B9B49ED1}"/>
              </a:ext>
            </a:extLst>
          </p:cNvPr>
          <p:cNvSpPr/>
          <p:nvPr/>
        </p:nvSpPr>
        <p:spPr>
          <a:xfrm>
            <a:off x="1727200" y="2341033"/>
            <a:ext cx="237067" cy="237067"/>
          </a:xfrm>
          <a:prstGeom prst="rect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CA88D53F-2775-193F-19F5-E29052F9AA8C}"/>
              </a:ext>
            </a:extLst>
          </p:cNvPr>
          <p:cNvSpPr/>
          <p:nvPr/>
        </p:nvSpPr>
        <p:spPr>
          <a:xfrm>
            <a:off x="1401233" y="2518833"/>
            <a:ext cx="148167" cy="148167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60FF2EC2-C0B9-3BBB-2A7C-BE3FF8492CC2}"/>
              </a:ext>
            </a:extLst>
          </p:cNvPr>
          <p:cNvSpPr/>
          <p:nvPr/>
        </p:nvSpPr>
        <p:spPr>
          <a:xfrm>
            <a:off x="1786467" y="2518833"/>
            <a:ext cx="148166" cy="148167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70B3EB8-0C85-ED1A-8BC0-FDD21F1BA062}"/>
              </a:ext>
            </a:extLst>
          </p:cNvPr>
          <p:cNvCxnSpPr/>
          <p:nvPr/>
        </p:nvCxnSpPr>
        <p:spPr>
          <a:xfrm>
            <a:off x="1786467" y="2341033"/>
            <a:ext cx="0" cy="118534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C80FB825-02E4-91B6-4337-97400F24DA5A}"/>
              </a:ext>
            </a:extLst>
          </p:cNvPr>
          <p:cNvCxnSpPr/>
          <p:nvPr/>
        </p:nvCxnSpPr>
        <p:spPr>
          <a:xfrm>
            <a:off x="1786467" y="2459567"/>
            <a:ext cx="148166" cy="0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F1626716-2211-F06A-37ED-56AC1EB41603}"/>
              </a:ext>
            </a:extLst>
          </p:cNvPr>
          <p:cNvSpPr txBox="1"/>
          <p:nvPr/>
        </p:nvSpPr>
        <p:spPr>
          <a:xfrm>
            <a:off x="850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物流・配送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74D45B4-4EE5-4CDA-61C2-9F48D04194D1}"/>
              </a:ext>
            </a:extLst>
          </p:cNvPr>
          <p:cNvSpPr/>
          <p:nvPr/>
        </p:nvSpPr>
        <p:spPr>
          <a:xfrm>
            <a:off x="3272367" y="2074333"/>
            <a:ext cx="414866" cy="563034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911EBD38-AACB-D1E0-BAB1-55493F6A02C3}"/>
              </a:ext>
            </a:extLst>
          </p:cNvPr>
          <p:cNvSpPr/>
          <p:nvPr/>
        </p:nvSpPr>
        <p:spPr>
          <a:xfrm>
            <a:off x="3361267" y="2163233"/>
            <a:ext cx="237066" cy="177800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602EB126-C75E-2C01-60E2-A60D0FCE31C4}"/>
              </a:ext>
            </a:extLst>
          </p:cNvPr>
          <p:cNvSpPr/>
          <p:nvPr/>
        </p:nvSpPr>
        <p:spPr>
          <a:xfrm>
            <a:off x="3331633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53BFA81A-05C6-42FE-02FC-A668106134C0}"/>
              </a:ext>
            </a:extLst>
          </p:cNvPr>
          <p:cNvSpPr/>
          <p:nvPr/>
        </p:nvSpPr>
        <p:spPr>
          <a:xfrm>
            <a:off x="3568700" y="2459567"/>
            <a:ext cx="59267" cy="59266"/>
          </a:xfrm>
          <a:prstGeom prst="ellipse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EA29B328-781D-211F-FEA7-99283234485F}"/>
              </a:ext>
            </a:extLst>
          </p:cNvPr>
          <p:cNvCxnSpPr/>
          <p:nvPr/>
        </p:nvCxnSpPr>
        <p:spPr>
          <a:xfrm flipV="1">
            <a:off x="3272367" y="2637367"/>
            <a:ext cx="889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1DAEE66-32D2-45DE-C8C4-652940AA4483}"/>
              </a:ext>
            </a:extLst>
          </p:cNvPr>
          <p:cNvCxnSpPr/>
          <p:nvPr/>
        </p:nvCxnSpPr>
        <p:spPr>
          <a:xfrm>
            <a:off x="3598333" y="2637367"/>
            <a:ext cx="88900" cy="8890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128497A9-639A-7CAF-B5BD-4A282291B62B}"/>
              </a:ext>
            </a:extLst>
          </p:cNvPr>
          <p:cNvCxnSpPr/>
          <p:nvPr/>
        </p:nvCxnSpPr>
        <p:spPr>
          <a:xfrm>
            <a:off x="3331633" y="2696633"/>
            <a:ext cx="296334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6F88A2D-4937-F649-A66A-AED26A862668}"/>
              </a:ext>
            </a:extLst>
          </p:cNvPr>
          <p:cNvSpPr txBox="1"/>
          <p:nvPr/>
        </p:nvSpPr>
        <p:spPr>
          <a:xfrm>
            <a:off x="2692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鉄道・交通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7B8F36C6-5072-8526-C4EE-71734F4739EA}"/>
              </a:ext>
            </a:extLst>
          </p:cNvPr>
          <p:cNvCxnSpPr/>
          <p:nvPr/>
        </p:nvCxnSpPr>
        <p:spPr>
          <a:xfrm>
            <a:off x="5291667" y="2103967"/>
            <a:ext cx="59266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FE69E5FC-2877-D7E9-566B-5EB99E6190B2}"/>
              </a:ext>
            </a:extLst>
          </p:cNvPr>
          <p:cNvCxnSpPr/>
          <p:nvPr/>
        </p:nvCxnSpPr>
        <p:spPr>
          <a:xfrm flipV="1">
            <a:off x="5262033" y="2103967"/>
            <a:ext cx="29634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73287C2C-BAFD-9812-742A-FC8044E21220}"/>
              </a:ext>
            </a:extLst>
          </p:cNvPr>
          <p:cNvCxnSpPr/>
          <p:nvPr/>
        </p:nvCxnSpPr>
        <p:spPr>
          <a:xfrm>
            <a:off x="5350933" y="2103967"/>
            <a:ext cx="29634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9C94F71C-6849-75C1-941B-0C6806179F89}"/>
              </a:ext>
            </a:extLst>
          </p:cNvPr>
          <p:cNvCxnSpPr/>
          <p:nvPr/>
        </p:nvCxnSpPr>
        <p:spPr>
          <a:xfrm flipV="1">
            <a:off x="4995333" y="2341033"/>
            <a:ext cx="266700" cy="1185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コネクタ 23">
            <a:extLst>
              <a:ext uri="{FF2B5EF4-FFF2-40B4-BE49-F238E27FC236}">
                <a16:creationId xmlns:a16="http://schemas.microsoft.com/office/drawing/2014/main" id="{93788983-A883-4FBC-4C86-92C1FC1411AF}"/>
              </a:ext>
            </a:extLst>
          </p:cNvPr>
          <p:cNvCxnSpPr/>
          <p:nvPr/>
        </p:nvCxnSpPr>
        <p:spPr>
          <a:xfrm>
            <a:off x="4995333" y="24595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D0A59EB3-97BA-288C-6725-DCCCAFC2564A}"/>
              </a:ext>
            </a:extLst>
          </p:cNvPr>
          <p:cNvCxnSpPr/>
          <p:nvPr/>
        </p:nvCxnSpPr>
        <p:spPr>
          <a:xfrm flipV="1">
            <a:off x="4995333" y="2489200"/>
            <a:ext cx="266700" cy="592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03560BA2-56B2-9F63-9EFC-00563233D32F}"/>
              </a:ext>
            </a:extLst>
          </p:cNvPr>
          <p:cNvCxnSpPr/>
          <p:nvPr/>
        </p:nvCxnSpPr>
        <p:spPr>
          <a:xfrm>
            <a:off x="5380567" y="2341033"/>
            <a:ext cx="266700" cy="1185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D627D145-EA05-5856-3B26-84ABDD061442}"/>
              </a:ext>
            </a:extLst>
          </p:cNvPr>
          <p:cNvCxnSpPr/>
          <p:nvPr/>
        </p:nvCxnSpPr>
        <p:spPr>
          <a:xfrm>
            <a:off x="5647267" y="2459567"/>
            <a:ext cx="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E53E27FD-EAC3-0D79-FED0-F402CA322D56}"/>
              </a:ext>
            </a:extLst>
          </p:cNvPr>
          <p:cNvCxnSpPr/>
          <p:nvPr/>
        </p:nvCxnSpPr>
        <p:spPr>
          <a:xfrm>
            <a:off x="5380567" y="2489200"/>
            <a:ext cx="266700" cy="592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316955D7-9DA6-F02C-D282-2177E1184247}"/>
              </a:ext>
            </a:extLst>
          </p:cNvPr>
          <p:cNvCxnSpPr/>
          <p:nvPr/>
        </p:nvCxnSpPr>
        <p:spPr>
          <a:xfrm>
            <a:off x="5262033" y="2489200"/>
            <a:ext cx="0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698A2B1D-A219-0699-1F91-826257BC85C1}"/>
              </a:ext>
            </a:extLst>
          </p:cNvPr>
          <p:cNvCxnSpPr/>
          <p:nvPr/>
        </p:nvCxnSpPr>
        <p:spPr>
          <a:xfrm>
            <a:off x="5380567" y="2489200"/>
            <a:ext cx="0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5EDFD74C-A4E4-8156-41C0-47FC30757CC9}"/>
              </a:ext>
            </a:extLst>
          </p:cNvPr>
          <p:cNvCxnSpPr/>
          <p:nvPr/>
        </p:nvCxnSpPr>
        <p:spPr>
          <a:xfrm flipV="1">
            <a:off x="5173133" y="2637367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31BE9EAA-D0EE-93A5-38F2-5876F3372F3E}"/>
              </a:ext>
            </a:extLst>
          </p:cNvPr>
          <p:cNvCxnSpPr/>
          <p:nvPr/>
        </p:nvCxnSpPr>
        <p:spPr>
          <a:xfrm>
            <a:off x="5173133" y="2726267"/>
            <a:ext cx="296334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25C3E13A-8FBE-88A9-30D9-7DEF26CA5BE4}"/>
              </a:ext>
            </a:extLst>
          </p:cNvPr>
          <p:cNvCxnSpPr/>
          <p:nvPr/>
        </p:nvCxnSpPr>
        <p:spPr>
          <a:xfrm>
            <a:off x="5380567" y="2637367"/>
            <a:ext cx="88900" cy="889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430BAED-D9DD-B5FB-C6F5-6C8159480F40}"/>
              </a:ext>
            </a:extLst>
          </p:cNvPr>
          <p:cNvSpPr txBox="1"/>
          <p:nvPr/>
        </p:nvSpPr>
        <p:spPr>
          <a:xfrm>
            <a:off x="4533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航空・旅行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27688E13-4418-9D34-735D-F9C096EAF718}"/>
              </a:ext>
            </a:extLst>
          </p:cNvPr>
          <p:cNvCxnSpPr/>
          <p:nvPr/>
        </p:nvCxnSpPr>
        <p:spPr>
          <a:xfrm>
            <a:off x="6836833" y="2133600"/>
            <a:ext cx="889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04697856-E50E-CFE0-79DB-E061F750CA8D}"/>
              </a:ext>
            </a:extLst>
          </p:cNvPr>
          <p:cNvCxnSpPr/>
          <p:nvPr/>
        </p:nvCxnSpPr>
        <p:spPr>
          <a:xfrm>
            <a:off x="6925733" y="2133600"/>
            <a:ext cx="88900" cy="4148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EE39A86C-B953-3F2E-E0B7-F180930C0FD0}"/>
              </a:ext>
            </a:extLst>
          </p:cNvPr>
          <p:cNvCxnSpPr/>
          <p:nvPr/>
        </p:nvCxnSpPr>
        <p:spPr>
          <a:xfrm>
            <a:off x="7014633" y="2548467"/>
            <a:ext cx="3852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2114B9C3-D53C-0E2E-6EA8-D5EAF920DEC8}"/>
              </a:ext>
            </a:extLst>
          </p:cNvPr>
          <p:cNvCxnSpPr/>
          <p:nvPr/>
        </p:nvCxnSpPr>
        <p:spPr>
          <a:xfrm>
            <a:off x="6985000" y="2222500"/>
            <a:ext cx="5037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C0D317FB-E250-F5C7-2BAD-A24AD1932815}"/>
              </a:ext>
            </a:extLst>
          </p:cNvPr>
          <p:cNvCxnSpPr/>
          <p:nvPr/>
        </p:nvCxnSpPr>
        <p:spPr>
          <a:xfrm flipV="1">
            <a:off x="7399867" y="2222500"/>
            <a:ext cx="88900" cy="237067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29D4B850-C1C6-A55A-D3D4-A77E147399A6}"/>
              </a:ext>
            </a:extLst>
          </p:cNvPr>
          <p:cNvCxnSpPr/>
          <p:nvPr/>
        </p:nvCxnSpPr>
        <p:spPr>
          <a:xfrm>
            <a:off x="7014633" y="2459567"/>
            <a:ext cx="385233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楕円 40">
            <a:extLst>
              <a:ext uri="{FF2B5EF4-FFF2-40B4-BE49-F238E27FC236}">
                <a16:creationId xmlns:a16="http://schemas.microsoft.com/office/drawing/2014/main" id="{B8F0E748-FF1D-28F9-E69B-4FD785A47F3A}"/>
              </a:ext>
            </a:extLst>
          </p:cNvPr>
          <p:cNvSpPr/>
          <p:nvPr/>
        </p:nvSpPr>
        <p:spPr>
          <a:xfrm>
            <a:off x="7014633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楕円 41">
            <a:extLst>
              <a:ext uri="{FF2B5EF4-FFF2-40B4-BE49-F238E27FC236}">
                <a16:creationId xmlns:a16="http://schemas.microsoft.com/office/drawing/2014/main" id="{B5B35CB4-57C2-64CD-A108-6DE3BE05A97D}"/>
              </a:ext>
            </a:extLst>
          </p:cNvPr>
          <p:cNvSpPr/>
          <p:nvPr/>
        </p:nvSpPr>
        <p:spPr>
          <a:xfrm>
            <a:off x="7310967" y="2607733"/>
            <a:ext cx="88900" cy="889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374DC63A-C447-5B93-7ECF-66280DB8F5CA}"/>
              </a:ext>
            </a:extLst>
          </p:cNvPr>
          <p:cNvSpPr txBox="1"/>
          <p:nvPr/>
        </p:nvSpPr>
        <p:spPr>
          <a:xfrm>
            <a:off x="6375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買い物・小売</a:t>
            </a:r>
          </a:p>
        </p:txBody>
      </p: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9FFDEECB-D769-FB16-759A-0537968BEC8D}"/>
              </a:ext>
            </a:extLst>
          </p:cNvPr>
          <p:cNvCxnSpPr/>
          <p:nvPr/>
        </p:nvCxnSpPr>
        <p:spPr>
          <a:xfrm>
            <a:off x="9004300" y="2103967"/>
            <a:ext cx="296333" cy="148166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3F9AC47C-CB83-4307-B632-390A354B7B3E}"/>
              </a:ext>
            </a:extLst>
          </p:cNvPr>
          <p:cNvCxnSpPr/>
          <p:nvPr/>
        </p:nvCxnSpPr>
        <p:spPr>
          <a:xfrm>
            <a:off x="9300633" y="2252133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2DE85B7F-4602-27A5-BC92-4214329C4432}"/>
              </a:ext>
            </a:extLst>
          </p:cNvPr>
          <p:cNvCxnSpPr/>
          <p:nvPr/>
        </p:nvCxnSpPr>
        <p:spPr>
          <a:xfrm flipV="1">
            <a:off x="9004300" y="2578100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D4049F63-BB51-B0A3-B6CE-C84530F0BE7E}"/>
              </a:ext>
            </a:extLst>
          </p:cNvPr>
          <p:cNvCxnSpPr/>
          <p:nvPr/>
        </p:nvCxnSpPr>
        <p:spPr>
          <a:xfrm>
            <a:off x="8707967" y="2578100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D8967B89-810C-E0C3-2A0F-1DA74256F78D}"/>
              </a:ext>
            </a:extLst>
          </p:cNvPr>
          <p:cNvCxnSpPr/>
          <p:nvPr/>
        </p:nvCxnSpPr>
        <p:spPr>
          <a:xfrm>
            <a:off x="8707967" y="2252133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D0270A6D-EB18-3A72-05C1-D2D20E9B4F69}"/>
              </a:ext>
            </a:extLst>
          </p:cNvPr>
          <p:cNvCxnSpPr/>
          <p:nvPr/>
        </p:nvCxnSpPr>
        <p:spPr>
          <a:xfrm flipV="1">
            <a:off x="8707967" y="2103967"/>
            <a:ext cx="296333" cy="148166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1EDDF2B5-2997-DADC-9576-710AAE1C1F11}"/>
              </a:ext>
            </a:extLst>
          </p:cNvPr>
          <p:cNvCxnSpPr/>
          <p:nvPr/>
        </p:nvCxnSpPr>
        <p:spPr>
          <a:xfrm>
            <a:off x="8707967" y="22521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F70B4D86-9244-F325-9320-78F188768264}"/>
              </a:ext>
            </a:extLst>
          </p:cNvPr>
          <p:cNvCxnSpPr/>
          <p:nvPr/>
        </p:nvCxnSpPr>
        <p:spPr>
          <a:xfrm flipV="1">
            <a:off x="9004300" y="22521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55162CDA-E43D-5B50-4722-D4C3FFA1D5C0}"/>
              </a:ext>
            </a:extLst>
          </p:cNvPr>
          <p:cNvCxnSpPr/>
          <p:nvPr/>
        </p:nvCxnSpPr>
        <p:spPr>
          <a:xfrm>
            <a:off x="9004300" y="2400300"/>
            <a:ext cx="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29A11795-57CB-F76C-673C-99BD9989B2AA}"/>
              </a:ext>
            </a:extLst>
          </p:cNvPr>
          <p:cNvCxnSpPr/>
          <p:nvPr/>
        </p:nvCxnSpPr>
        <p:spPr>
          <a:xfrm>
            <a:off x="8856133" y="2163233"/>
            <a:ext cx="296333" cy="1481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728F93CB-AD1F-A4FF-DC37-25183F1894C3}"/>
              </a:ext>
            </a:extLst>
          </p:cNvPr>
          <p:cNvSpPr txBox="1"/>
          <p:nvPr/>
        </p:nvSpPr>
        <p:spPr>
          <a:xfrm>
            <a:off x="82169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製品・荷物</a:t>
            </a:r>
          </a:p>
        </p:txBody>
      </p:sp>
      <p:sp>
        <p:nvSpPr>
          <p:cNvPr id="55" name="四角形: 角を丸くする 54">
            <a:extLst>
              <a:ext uri="{FF2B5EF4-FFF2-40B4-BE49-F238E27FC236}">
                <a16:creationId xmlns:a16="http://schemas.microsoft.com/office/drawing/2014/main" id="{742D6F3D-3A88-4514-306B-D881FD265A0B}"/>
              </a:ext>
            </a:extLst>
          </p:cNvPr>
          <p:cNvSpPr/>
          <p:nvPr/>
        </p:nvSpPr>
        <p:spPr>
          <a:xfrm>
            <a:off x="10549467" y="2103967"/>
            <a:ext cx="592667" cy="4445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37B18F31-6AE1-4E35-7E2C-CBD78505665F}"/>
              </a:ext>
            </a:extLst>
          </p:cNvPr>
          <p:cNvCxnSpPr/>
          <p:nvPr/>
        </p:nvCxnSpPr>
        <p:spPr>
          <a:xfrm>
            <a:off x="10668000" y="2548467"/>
            <a:ext cx="0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EA76FAA5-D65A-DA04-663C-B9C33FE3DB81}"/>
              </a:ext>
            </a:extLst>
          </p:cNvPr>
          <p:cNvCxnSpPr/>
          <p:nvPr/>
        </p:nvCxnSpPr>
        <p:spPr>
          <a:xfrm flipV="1">
            <a:off x="10668000" y="2548467"/>
            <a:ext cx="177800" cy="148166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楕円 57">
            <a:extLst>
              <a:ext uri="{FF2B5EF4-FFF2-40B4-BE49-F238E27FC236}">
                <a16:creationId xmlns:a16="http://schemas.microsoft.com/office/drawing/2014/main" id="{37CCAB03-CE13-01F5-9CA8-1C69F6C09352}"/>
              </a:ext>
            </a:extLst>
          </p:cNvPr>
          <p:cNvSpPr/>
          <p:nvPr/>
        </p:nvSpPr>
        <p:spPr>
          <a:xfrm>
            <a:off x="10697633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楕円 58">
            <a:extLst>
              <a:ext uri="{FF2B5EF4-FFF2-40B4-BE49-F238E27FC236}">
                <a16:creationId xmlns:a16="http://schemas.microsoft.com/office/drawing/2014/main" id="{1F265B5F-2D11-4CA2-0689-5DB92237E808}"/>
              </a:ext>
            </a:extLst>
          </p:cNvPr>
          <p:cNvSpPr/>
          <p:nvPr/>
        </p:nvSpPr>
        <p:spPr>
          <a:xfrm>
            <a:off x="10845800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楕円 59">
            <a:extLst>
              <a:ext uri="{FF2B5EF4-FFF2-40B4-BE49-F238E27FC236}">
                <a16:creationId xmlns:a16="http://schemas.microsoft.com/office/drawing/2014/main" id="{B351C72C-9B93-A41D-ED2F-3A0A6B14CB50}"/>
              </a:ext>
            </a:extLst>
          </p:cNvPr>
          <p:cNvSpPr/>
          <p:nvPr/>
        </p:nvSpPr>
        <p:spPr>
          <a:xfrm>
            <a:off x="10993967" y="2311400"/>
            <a:ext cx="29633" cy="29633"/>
          </a:xfrm>
          <a:prstGeom prst="ellipse">
            <a:avLst/>
          </a:prstGeom>
          <a:solidFill>
            <a:srgbClr val="F4C382"/>
          </a:solidFill>
          <a:ln w="41487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E4AA2D88-87BC-AB7F-3CC7-66F3E4C244F6}"/>
              </a:ext>
            </a:extLst>
          </p:cNvPr>
          <p:cNvSpPr txBox="1"/>
          <p:nvPr/>
        </p:nvSpPr>
        <p:spPr>
          <a:xfrm>
            <a:off x="10058400" y="29337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対話・発信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CB734C2E-2C62-D024-E1AB-EE8749DF8648}"/>
              </a:ext>
            </a:extLst>
          </p:cNvPr>
          <p:cNvSpPr/>
          <p:nvPr/>
        </p:nvSpPr>
        <p:spPr>
          <a:xfrm>
            <a:off x="1341967" y="4182533"/>
            <a:ext cx="592666" cy="474134"/>
          </a:xfrm>
          <a:prstGeom prst="roundRect">
            <a:avLst/>
          </a:prstGeom>
          <a:noFill/>
          <a:ln w="41487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3" name="直線コネクタ 62">
            <a:extLst>
              <a:ext uri="{FF2B5EF4-FFF2-40B4-BE49-F238E27FC236}">
                <a16:creationId xmlns:a16="http://schemas.microsoft.com/office/drawing/2014/main" id="{C58B62B3-961F-9784-22D0-5DB45D7D0C89}"/>
              </a:ext>
            </a:extLst>
          </p:cNvPr>
          <p:cNvCxnSpPr/>
          <p:nvPr/>
        </p:nvCxnSpPr>
        <p:spPr>
          <a:xfrm>
            <a:off x="1341967" y="4212167"/>
            <a:ext cx="296333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031B8294-C935-8861-008C-E5C118577084}"/>
              </a:ext>
            </a:extLst>
          </p:cNvPr>
          <p:cNvCxnSpPr/>
          <p:nvPr/>
        </p:nvCxnSpPr>
        <p:spPr>
          <a:xfrm flipV="1">
            <a:off x="1638300" y="4212167"/>
            <a:ext cx="296333" cy="2370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7AF759B1-9939-791C-0D2D-EC9C9DEB92BB}"/>
              </a:ext>
            </a:extLst>
          </p:cNvPr>
          <p:cNvCxnSpPr/>
          <p:nvPr/>
        </p:nvCxnSpPr>
        <p:spPr>
          <a:xfrm flipV="1">
            <a:off x="1341967" y="4449233"/>
            <a:ext cx="177800" cy="2074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コネクタ 65">
            <a:extLst>
              <a:ext uri="{FF2B5EF4-FFF2-40B4-BE49-F238E27FC236}">
                <a16:creationId xmlns:a16="http://schemas.microsoft.com/office/drawing/2014/main" id="{8243CDB7-E8DF-ED6F-6B12-759783F1C0AE}"/>
              </a:ext>
            </a:extLst>
          </p:cNvPr>
          <p:cNvCxnSpPr/>
          <p:nvPr/>
        </p:nvCxnSpPr>
        <p:spPr>
          <a:xfrm>
            <a:off x="1756833" y="4449233"/>
            <a:ext cx="177800" cy="207434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343B8314-96FA-4E30-07DF-EB9CE4B47775}"/>
              </a:ext>
            </a:extLst>
          </p:cNvPr>
          <p:cNvSpPr txBox="1"/>
          <p:nvPr/>
        </p:nvSpPr>
        <p:spPr>
          <a:xfrm>
            <a:off x="850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メール・連絡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C29A65BD-2149-F623-030A-BAD449041D86}"/>
              </a:ext>
            </a:extLst>
          </p:cNvPr>
          <p:cNvSpPr/>
          <p:nvPr/>
        </p:nvSpPr>
        <p:spPr>
          <a:xfrm>
            <a:off x="3183467" y="4241800"/>
            <a:ext cx="592666" cy="474133"/>
          </a:xfrm>
          <a:prstGeom prst="roundRect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FDC374B5-EF30-CB48-6AF0-B343BF6C8526}"/>
              </a:ext>
            </a:extLst>
          </p:cNvPr>
          <p:cNvSpPr/>
          <p:nvPr/>
        </p:nvSpPr>
        <p:spPr>
          <a:xfrm>
            <a:off x="3361267" y="4330700"/>
            <a:ext cx="266700" cy="266700"/>
          </a:xfrm>
          <a:prstGeom prst="ellipse">
            <a:avLst/>
          </a:prstGeom>
          <a:noFill/>
          <a:ln w="41487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0" name="直線コネクタ 69">
            <a:extLst>
              <a:ext uri="{FF2B5EF4-FFF2-40B4-BE49-F238E27FC236}">
                <a16:creationId xmlns:a16="http://schemas.microsoft.com/office/drawing/2014/main" id="{D886825C-9CA0-36CF-D3DE-F6D663797FAC}"/>
              </a:ext>
            </a:extLst>
          </p:cNvPr>
          <p:cNvCxnSpPr/>
          <p:nvPr/>
        </p:nvCxnSpPr>
        <p:spPr>
          <a:xfrm flipV="1">
            <a:off x="3302000" y="41232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830BC2FA-FA4B-A8E0-7312-64A9A6E0176D}"/>
              </a:ext>
            </a:extLst>
          </p:cNvPr>
          <p:cNvCxnSpPr/>
          <p:nvPr/>
        </p:nvCxnSpPr>
        <p:spPr>
          <a:xfrm>
            <a:off x="3361267" y="4123267"/>
            <a:ext cx="237066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コネクタ 71">
            <a:extLst>
              <a:ext uri="{FF2B5EF4-FFF2-40B4-BE49-F238E27FC236}">
                <a16:creationId xmlns:a16="http://schemas.microsoft.com/office/drawing/2014/main" id="{05711844-ECC4-3094-ACD1-44AF80740A9A}"/>
              </a:ext>
            </a:extLst>
          </p:cNvPr>
          <p:cNvCxnSpPr/>
          <p:nvPr/>
        </p:nvCxnSpPr>
        <p:spPr>
          <a:xfrm>
            <a:off x="3598333" y="4123267"/>
            <a:ext cx="59267" cy="118533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楕円 72">
            <a:extLst>
              <a:ext uri="{FF2B5EF4-FFF2-40B4-BE49-F238E27FC236}">
                <a16:creationId xmlns:a16="http://schemas.microsoft.com/office/drawing/2014/main" id="{4F6F7B65-582B-2187-F6F4-0F4576E21B0D}"/>
              </a:ext>
            </a:extLst>
          </p:cNvPr>
          <p:cNvSpPr/>
          <p:nvPr/>
        </p:nvSpPr>
        <p:spPr>
          <a:xfrm>
            <a:off x="3657600" y="4330700"/>
            <a:ext cx="29633" cy="29633"/>
          </a:xfrm>
          <a:prstGeom prst="ellipse">
            <a:avLst/>
          </a:prstGeom>
          <a:solidFill>
            <a:srgbClr val="8ED1F0"/>
          </a:solidFill>
          <a:ln w="41487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AFE751CE-BA4C-0EE4-3406-530E933F470A}"/>
              </a:ext>
            </a:extLst>
          </p:cNvPr>
          <p:cNvSpPr txBox="1"/>
          <p:nvPr/>
        </p:nvSpPr>
        <p:spPr>
          <a:xfrm>
            <a:off x="2692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写真・撮影</a:t>
            </a:r>
          </a:p>
        </p:txBody>
      </p:sp>
      <p:sp>
        <p:nvSpPr>
          <p:cNvPr id="75" name="楕円 74">
            <a:extLst>
              <a:ext uri="{FF2B5EF4-FFF2-40B4-BE49-F238E27FC236}">
                <a16:creationId xmlns:a16="http://schemas.microsoft.com/office/drawing/2014/main" id="{0BD50760-C346-5149-D531-6F09747B0323}"/>
              </a:ext>
            </a:extLst>
          </p:cNvPr>
          <p:cNvSpPr/>
          <p:nvPr/>
        </p:nvSpPr>
        <p:spPr>
          <a:xfrm>
            <a:off x="5113867" y="4093633"/>
            <a:ext cx="414866" cy="474134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6" name="楕円 75">
            <a:extLst>
              <a:ext uri="{FF2B5EF4-FFF2-40B4-BE49-F238E27FC236}">
                <a16:creationId xmlns:a16="http://schemas.microsoft.com/office/drawing/2014/main" id="{B43BC825-47B7-65D7-EC28-17F195B83A41}"/>
              </a:ext>
            </a:extLst>
          </p:cNvPr>
          <p:cNvSpPr/>
          <p:nvPr/>
        </p:nvSpPr>
        <p:spPr>
          <a:xfrm>
            <a:off x="5262033" y="4241800"/>
            <a:ext cx="118534" cy="118533"/>
          </a:xfrm>
          <a:prstGeom prst="ellipse">
            <a:avLst/>
          </a:prstGeom>
          <a:noFill/>
          <a:ln w="41487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7" name="直線コネクタ 76">
            <a:extLst>
              <a:ext uri="{FF2B5EF4-FFF2-40B4-BE49-F238E27FC236}">
                <a16:creationId xmlns:a16="http://schemas.microsoft.com/office/drawing/2014/main" id="{87D8B7FD-CEA1-79CE-7BD1-B22E28F594F5}"/>
              </a:ext>
            </a:extLst>
          </p:cNvPr>
          <p:cNvCxnSpPr/>
          <p:nvPr/>
        </p:nvCxnSpPr>
        <p:spPr>
          <a:xfrm>
            <a:off x="5143500" y="4419600"/>
            <a:ext cx="17780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直線コネクタ 77">
            <a:extLst>
              <a:ext uri="{FF2B5EF4-FFF2-40B4-BE49-F238E27FC236}">
                <a16:creationId xmlns:a16="http://schemas.microsoft.com/office/drawing/2014/main" id="{80B78437-45B6-0E68-F193-1DF75AEE8837}"/>
              </a:ext>
            </a:extLst>
          </p:cNvPr>
          <p:cNvCxnSpPr/>
          <p:nvPr/>
        </p:nvCxnSpPr>
        <p:spPr>
          <a:xfrm flipV="1">
            <a:off x="5321300" y="4419600"/>
            <a:ext cx="177800" cy="325967"/>
          </a:xfrm>
          <a:prstGeom prst="line">
            <a:avLst/>
          </a:prstGeom>
          <a:ln w="41487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30264BAB-F44E-480F-AF1E-9012C399F30D}"/>
              </a:ext>
            </a:extLst>
          </p:cNvPr>
          <p:cNvSpPr txBox="1"/>
          <p:nvPr/>
        </p:nvSpPr>
        <p:spPr>
          <a:xfrm>
            <a:off x="4533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場所・拠点</a:t>
            </a:r>
          </a:p>
        </p:txBody>
      </p:sp>
      <p:sp>
        <p:nvSpPr>
          <p:cNvPr id="80" name="四角形: 角を丸くする 79">
            <a:extLst>
              <a:ext uri="{FF2B5EF4-FFF2-40B4-BE49-F238E27FC236}">
                <a16:creationId xmlns:a16="http://schemas.microsoft.com/office/drawing/2014/main" id="{F9A6EF97-ECE0-045B-92CC-25C68B534D0D}"/>
              </a:ext>
            </a:extLst>
          </p:cNvPr>
          <p:cNvSpPr/>
          <p:nvPr/>
        </p:nvSpPr>
        <p:spPr>
          <a:xfrm>
            <a:off x="6866467" y="4182533"/>
            <a:ext cx="592667" cy="533400"/>
          </a:xfrm>
          <a:prstGeom prst="round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1" name="直線コネクタ 80">
            <a:extLst>
              <a:ext uri="{FF2B5EF4-FFF2-40B4-BE49-F238E27FC236}">
                <a16:creationId xmlns:a16="http://schemas.microsoft.com/office/drawing/2014/main" id="{824C6D96-4A87-087F-A087-23375205EB8C}"/>
              </a:ext>
            </a:extLst>
          </p:cNvPr>
          <p:cNvCxnSpPr/>
          <p:nvPr/>
        </p:nvCxnSpPr>
        <p:spPr>
          <a:xfrm>
            <a:off x="6866467" y="4330700"/>
            <a:ext cx="592667" cy="0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直線コネクタ 81">
            <a:extLst>
              <a:ext uri="{FF2B5EF4-FFF2-40B4-BE49-F238E27FC236}">
                <a16:creationId xmlns:a16="http://schemas.microsoft.com/office/drawing/2014/main" id="{5CAD14C7-3408-89DD-117A-1B0BE30D7481}"/>
              </a:ext>
            </a:extLst>
          </p:cNvPr>
          <p:cNvCxnSpPr/>
          <p:nvPr/>
        </p:nvCxnSpPr>
        <p:spPr>
          <a:xfrm>
            <a:off x="7014633" y="4093633"/>
            <a:ext cx="0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コネクタ 82">
            <a:extLst>
              <a:ext uri="{FF2B5EF4-FFF2-40B4-BE49-F238E27FC236}">
                <a16:creationId xmlns:a16="http://schemas.microsoft.com/office/drawing/2014/main" id="{1F9DEEB1-50F3-25A2-BD34-7207DDF0F3C5}"/>
              </a:ext>
            </a:extLst>
          </p:cNvPr>
          <p:cNvCxnSpPr/>
          <p:nvPr/>
        </p:nvCxnSpPr>
        <p:spPr>
          <a:xfrm>
            <a:off x="7310967" y="4093633"/>
            <a:ext cx="0" cy="148167"/>
          </a:xfrm>
          <a:prstGeom prst="line">
            <a:avLst/>
          </a:prstGeom>
          <a:ln w="41487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A1FCBCA1-B8E3-C527-1446-FD3E6634EA15}"/>
              </a:ext>
            </a:extLst>
          </p:cNvPr>
          <p:cNvSpPr/>
          <p:nvPr/>
        </p:nvSpPr>
        <p:spPr>
          <a:xfrm>
            <a:off x="6985000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876381B0-07C8-2C9F-D512-FC6DE348CC73}"/>
              </a:ext>
            </a:extLst>
          </p:cNvPr>
          <p:cNvSpPr/>
          <p:nvPr/>
        </p:nvSpPr>
        <p:spPr>
          <a:xfrm>
            <a:off x="7133167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A113043C-99C1-8890-35B7-49CC9A9E9126}"/>
              </a:ext>
            </a:extLst>
          </p:cNvPr>
          <p:cNvSpPr/>
          <p:nvPr/>
        </p:nvSpPr>
        <p:spPr>
          <a:xfrm>
            <a:off x="7281333" y="4449233"/>
            <a:ext cx="59267" cy="59267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1C066987-7C46-C8B6-105D-E74B50A1640E}"/>
              </a:ext>
            </a:extLst>
          </p:cNvPr>
          <p:cNvSpPr/>
          <p:nvPr/>
        </p:nvSpPr>
        <p:spPr>
          <a:xfrm>
            <a:off x="6985000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04DB48A1-F24C-34B6-CB0D-8803E733DD47}"/>
              </a:ext>
            </a:extLst>
          </p:cNvPr>
          <p:cNvSpPr/>
          <p:nvPr/>
        </p:nvSpPr>
        <p:spPr>
          <a:xfrm>
            <a:off x="7133167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2B22E832-5E4F-1723-18A1-E354E61BAB45}"/>
              </a:ext>
            </a:extLst>
          </p:cNvPr>
          <p:cNvSpPr/>
          <p:nvPr/>
        </p:nvSpPr>
        <p:spPr>
          <a:xfrm>
            <a:off x="7281333" y="4567767"/>
            <a:ext cx="59267" cy="59266"/>
          </a:xfrm>
          <a:prstGeom prst="rect">
            <a:avLst/>
          </a:prstGeom>
          <a:noFill/>
          <a:ln w="41487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9389217A-1661-6BB9-4F2D-E3F440B6EF20}"/>
              </a:ext>
            </a:extLst>
          </p:cNvPr>
          <p:cNvSpPr txBox="1"/>
          <p:nvPr/>
        </p:nvSpPr>
        <p:spPr>
          <a:xfrm>
            <a:off x="6375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暦・日付</a:t>
            </a:r>
          </a:p>
        </p:txBody>
      </p:sp>
      <p:cxnSp>
        <p:nvCxnSpPr>
          <p:cNvPr id="91" name="直線コネクタ 90">
            <a:extLst>
              <a:ext uri="{FF2B5EF4-FFF2-40B4-BE49-F238E27FC236}">
                <a16:creationId xmlns:a16="http://schemas.microsoft.com/office/drawing/2014/main" id="{5FBD0518-FC43-6197-3CB0-13119EFB23DF}"/>
              </a:ext>
            </a:extLst>
          </p:cNvPr>
          <p:cNvCxnSpPr/>
          <p:nvPr/>
        </p:nvCxnSpPr>
        <p:spPr>
          <a:xfrm>
            <a:off x="8767233" y="4123267"/>
            <a:ext cx="0" cy="62230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直線コネクタ 91">
            <a:extLst>
              <a:ext uri="{FF2B5EF4-FFF2-40B4-BE49-F238E27FC236}">
                <a16:creationId xmlns:a16="http://schemas.microsoft.com/office/drawing/2014/main" id="{6B0A5F91-AF56-3E1E-0EF5-E5B456FD8790}"/>
              </a:ext>
            </a:extLst>
          </p:cNvPr>
          <p:cNvCxnSpPr/>
          <p:nvPr/>
        </p:nvCxnSpPr>
        <p:spPr>
          <a:xfrm>
            <a:off x="8767233" y="4152900"/>
            <a:ext cx="4741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直線コネクタ 92">
            <a:extLst>
              <a:ext uri="{FF2B5EF4-FFF2-40B4-BE49-F238E27FC236}">
                <a16:creationId xmlns:a16="http://schemas.microsoft.com/office/drawing/2014/main" id="{F25B68CB-3345-C0CB-78D2-CAD15BC315C7}"/>
              </a:ext>
            </a:extLst>
          </p:cNvPr>
          <p:cNvCxnSpPr/>
          <p:nvPr/>
        </p:nvCxnSpPr>
        <p:spPr>
          <a:xfrm flipV="1">
            <a:off x="9122833" y="4152900"/>
            <a:ext cx="118533" cy="148167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28EF8D51-9D2A-6A0B-463C-77486B3206A9}"/>
              </a:ext>
            </a:extLst>
          </p:cNvPr>
          <p:cNvCxnSpPr/>
          <p:nvPr/>
        </p:nvCxnSpPr>
        <p:spPr>
          <a:xfrm>
            <a:off x="9122833" y="4301067"/>
            <a:ext cx="118533" cy="148166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2044729A-F544-803F-ACF9-1E97391A8994}"/>
              </a:ext>
            </a:extLst>
          </p:cNvPr>
          <p:cNvCxnSpPr/>
          <p:nvPr/>
        </p:nvCxnSpPr>
        <p:spPr>
          <a:xfrm>
            <a:off x="8767233" y="4449233"/>
            <a:ext cx="4741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49805551-74B8-25B5-5F3E-E4112D142ECE}"/>
              </a:ext>
            </a:extLst>
          </p:cNvPr>
          <p:cNvCxnSpPr/>
          <p:nvPr/>
        </p:nvCxnSpPr>
        <p:spPr>
          <a:xfrm>
            <a:off x="8678333" y="4745567"/>
            <a:ext cx="207433" cy="0"/>
          </a:xfrm>
          <a:prstGeom prst="line">
            <a:avLst/>
          </a:prstGeom>
          <a:ln w="41487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27825954-085B-8939-2516-7A63B9BC36F4}"/>
              </a:ext>
            </a:extLst>
          </p:cNvPr>
          <p:cNvSpPr txBox="1"/>
          <p:nvPr/>
        </p:nvSpPr>
        <p:spPr>
          <a:xfrm>
            <a:off x="82169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節目・開始</a:t>
            </a:r>
          </a:p>
        </p:txBody>
      </p:sp>
      <p:cxnSp>
        <p:nvCxnSpPr>
          <p:cNvPr id="98" name="直線コネクタ 97">
            <a:extLst>
              <a:ext uri="{FF2B5EF4-FFF2-40B4-BE49-F238E27FC236}">
                <a16:creationId xmlns:a16="http://schemas.microsoft.com/office/drawing/2014/main" id="{E1AEC795-2118-BC82-58EB-B90D708DC1A3}"/>
              </a:ext>
            </a:extLst>
          </p:cNvPr>
          <p:cNvCxnSpPr/>
          <p:nvPr/>
        </p:nvCxnSpPr>
        <p:spPr>
          <a:xfrm>
            <a:off x="10845800" y="4123267"/>
            <a:ext cx="0" cy="592666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直線コネクタ 98">
            <a:extLst>
              <a:ext uri="{FF2B5EF4-FFF2-40B4-BE49-F238E27FC236}">
                <a16:creationId xmlns:a16="http://schemas.microsoft.com/office/drawing/2014/main" id="{90B43671-30A4-B77A-636C-2E363B059297}"/>
              </a:ext>
            </a:extLst>
          </p:cNvPr>
          <p:cNvCxnSpPr/>
          <p:nvPr/>
        </p:nvCxnSpPr>
        <p:spPr>
          <a:xfrm>
            <a:off x="10638367" y="4715933"/>
            <a:ext cx="4148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B367CA16-D86C-681D-BCF1-73A3821DCC66}"/>
              </a:ext>
            </a:extLst>
          </p:cNvPr>
          <p:cNvCxnSpPr/>
          <p:nvPr/>
        </p:nvCxnSpPr>
        <p:spPr>
          <a:xfrm>
            <a:off x="10579100" y="4241800"/>
            <a:ext cx="533400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直線コネクタ 100">
            <a:extLst>
              <a:ext uri="{FF2B5EF4-FFF2-40B4-BE49-F238E27FC236}">
                <a16:creationId xmlns:a16="http://schemas.microsoft.com/office/drawing/2014/main" id="{28265282-89DD-DB64-B3F3-4ED047D71AD7}"/>
              </a:ext>
            </a:extLst>
          </p:cNvPr>
          <p:cNvCxnSpPr/>
          <p:nvPr/>
        </p:nvCxnSpPr>
        <p:spPr>
          <a:xfrm flipV="1">
            <a:off x="10549467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F35D87AD-C7BA-4CCB-33A4-D72DB0330FF5}"/>
              </a:ext>
            </a:extLst>
          </p:cNvPr>
          <p:cNvCxnSpPr/>
          <p:nvPr/>
        </p:nvCxnSpPr>
        <p:spPr>
          <a:xfrm>
            <a:off x="10668000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直線コネクタ 102">
            <a:extLst>
              <a:ext uri="{FF2B5EF4-FFF2-40B4-BE49-F238E27FC236}">
                <a16:creationId xmlns:a16="http://schemas.microsoft.com/office/drawing/2014/main" id="{E3149459-E27D-2099-AB4C-994C3DC0A9BD}"/>
              </a:ext>
            </a:extLst>
          </p:cNvPr>
          <p:cNvCxnSpPr/>
          <p:nvPr/>
        </p:nvCxnSpPr>
        <p:spPr>
          <a:xfrm>
            <a:off x="10549467" y="4508500"/>
            <a:ext cx="2370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直線コネクタ 103">
            <a:extLst>
              <a:ext uri="{FF2B5EF4-FFF2-40B4-BE49-F238E27FC236}">
                <a16:creationId xmlns:a16="http://schemas.microsoft.com/office/drawing/2014/main" id="{98C4C302-BA56-833F-3CB5-D0E50886E487}"/>
              </a:ext>
            </a:extLst>
          </p:cNvPr>
          <p:cNvCxnSpPr/>
          <p:nvPr/>
        </p:nvCxnSpPr>
        <p:spPr>
          <a:xfrm flipV="1">
            <a:off x="10905067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直線コネクタ 104">
            <a:extLst>
              <a:ext uri="{FF2B5EF4-FFF2-40B4-BE49-F238E27FC236}">
                <a16:creationId xmlns:a16="http://schemas.microsoft.com/office/drawing/2014/main" id="{F715C1BC-EB51-9CBB-FB90-807B1166FC58}"/>
              </a:ext>
            </a:extLst>
          </p:cNvPr>
          <p:cNvCxnSpPr/>
          <p:nvPr/>
        </p:nvCxnSpPr>
        <p:spPr>
          <a:xfrm>
            <a:off x="11023600" y="4241800"/>
            <a:ext cx="118533" cy="26670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D3B2F51E-EAAA-DF37-808A-EC3B4DAD0DD2}"/>
              </a:ext>
            </a:extLst>
          </p:cNvPr>
          <p:cNvCxnSpPr/>
          <p:nvPr/>
        </p:nvCxnSpPr>
        <p:spPr>
          <a:xfrm>
            <a:off x="10905067" y="4508500"/>
            <a:ext cx="237067" cy="0"/>
          </a:xfrm>
          <a:prstGeom prst="line">
            <a:avLst/>
          </a:prstGeom>
          <a:ln w="41487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テキスト ボックス 106">
            <a:extLst>
              <a:ext uri="{FF2B5EF4-FFF2-40B4-BE49-F238E27FC236}">
                <a16:creationId xmlns:a16="http://schemas.microsoft.com/office/drawing/2014/main" id="{45D0C3CB-A470-CD7F-7172-2494F3C4BBB9}"/>
              </a:ext>
            </a:extLst>
          </p:cNvPr>
          <p:cNvSpPr txBox="1"/>
          <p:nvPr/>
        </p:nvSpPr>
        <p:spPr>
          <a:xfrm>
            <a:off x="10058400" y="4953000"/>
            <a:ext cx="1612900" cy="927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6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法務・公平</a:t>
            </a:r>
          </a:p>
        </p:txBody>
      </p:sp>
      <p:cxnSp>
        <p:nvCxnSpPr>
          <p:cNvPr id="108" name="直線コネクタ 107">
            <a:extLst>
              <a:ext uri="{FF2B5EF4-FFF2-40B4-BE49-F238E27FC236}">
                <a16:creationId xmlns:a16="http://schemas.microsoft.com/office/drawing/2014/main" id="{C85C2C99-FFED-5752-D3E4-4194F304D55D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テキスト ボックス 108">
            <a:extLst>
              <a:ext uri="{FF2B5EF4-FFF2-40B4-BE49-F238E27FC236}">
                <a16:creationId xmlns:a16="http://schemas.microsoft.com/office/drawing/2014/main" id="{D8D3122B-E465-CD60-A0BB-CCDF072DB65D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13 / 13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07309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6F8F6"/>
      </a:dk1>
      <a:lt1>
        <a:sysClr val="window" lastClr="FFFFFF"/>
      </a:lt1>
      <a:dk2>
        <a:srgbClr val="0E2841"/>
      </a:dk2>
      <a:lt2>
        <a:srgbClr val="E8E8E8"/>
      </a:lt2>
      <a:accent1>
        <a:srgbClr val="69D3B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Microsoft Office PowerPoint</Application>
  <PresentationFormat>ユーザー設定</PresentationFormat>
  <Paragraphs>121</Paragraphs>
  <Slides>13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2026-10-02T15:21:45Z</dcterms:created>
  <dcterms:modified xsi:type="dcterms:W3CDTF">2026-10-02T15:21:45Z</dcterms:modified>
</cp:coreProperties>
</file>