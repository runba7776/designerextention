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C-4B2E-95CF-022BEAC0D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74448"/>
        <c:axId val="1989199792"/>
      </c:barChart>
      <c:catAx>
        <c:axId val="36744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199792"/>
        <c:crosses val="autoZero"/>
        <c:auto val="1"/>
        <c:lblAlgn val="ctr"/>
        <c:lblOffset val="100"/>
        <c:tickLblSkip val="1"/>
        <c:noMultiLvlLbl val="0"/>
      </c:catAx>
      <c:valAx>
        <c:axId val="198919979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674448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E1-48F9-957B-14B6B84634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881856"/>
        <c:axId val="1989259792"/>
      </c:barChart>
      <c:catAx>
        <c:axId val="32188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59792"/>
        <c:crosses val="autoZero"/>
        <c:auto val="1"/>
        <c:lblAlgn val="ctr"/>
        <c:lblOffset val="100"/>
        <c:tickLblSkip val="1"/>
        <c:noMultiLvlLbl val="0"/>
      </c:catAx>
      <c:valAx>
        <c:axId val="198925979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8185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0-4A15-84FE-0714BF217C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861440"/>
        <c:axId val="1989162832"/>
      </c:lineChart>
      <c:catAx>
        <c:axId val="32186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162832"/>
        <c:crosses val="autoZero"/>
        <c:auto val="1"/>
        <c:lblAlgn val="ctr"/>
        <c:lblOffset val="100"/>
        <c:tickLblSkip val="1"/>
        <c:noMultiLvlLbl val="0"/>
      </c:catAx>
      <c:valAx>
        <c:axId val="198916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6144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CB-433D-8DC9-618CDC9044B2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DCB-433D-8DC9-618CDC9044B2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CB-433D-8DC9-618CDC9044B2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DCB-433D-8DC9-618CDC9044B2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0DCB-433D-8DC9-618CDC9044B2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DCB-433D-8DC9-618CDC9044B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B-433D-8DC9-618CDC904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D6-40AE-B871-FD0736C65C7D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3D6-40AE-B871-FD0736C65C7D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D6-40AE-B871-FD0736C65C7D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3D6-40AE-B871-FD0736C65C7D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3D6-40AE-B871-FD0736C65C7D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3D6-40AE-B871-FD0736C65C7D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6-40AE-B871-FD0736C65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26-47E4-BABB-451F7F268618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26-47E4-BABB-451F7F268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95312"/>
        <c:axId val="1989284272"/>
      </c:barChart>
      <c:catAx>
        <c:axId val="3218953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84272"/>
        <c:crosses val="autoZero"/>
        <c:auto val="1"/>
        <c:lblAlgn val="ctr"/>
        <c:lblOffset val="100"/>
        <c:tickLblSkip val="1"/>
        <c:noMultiLvlLbl val="0"/>
      </c:catAx>
      <c:valAx>
        <c:axId val="198928427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95312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CC-4BDD-BF65-D3D43A733C55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CC-4BDD-BF65-D3D43A733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48912"/>
        <c:axId val="1989182032"/>
      </c:barChart>
      <c:catAx>
        <c:axId val="32184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182032"/>
        <c:crosses val="autoZero"/>
        <c:auto val="1"/>
        <c:lblAlgn val="ctr"/>
        <c:lblOffset val="100"/>
        <c:tickLblSkip val="1"/>
        <c:noMultiLvlLbl val="0"/>
      </c:catAx>
      <c:valAx>
        <c:axId val="19891820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4891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25-402A-94DE-2AADFE89A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1870256"/>
        <c:axId val="1989209872"/>
      </c:barChart>
      <c:catAx>
        <c:axId val="321870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09872"/>
        <c:crosses val="autoZero"/>
        <c:auto val="1"/>
        <c:lblAlgn val="ctr"/>
        <c:lblOffset val="100"/>
        <c:tickLblSkip val="1"/>
        <c:noMultiLvlLbl val="0"/>
      </c:catAx>
      <c:valAx>
        <c:axId val="198920987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70256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7026D-C753-4DDF-8A7C-0D8660815CB5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42178-D532-4216-98CF-D4BEF520AF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07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557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43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02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5525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852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628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389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85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144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903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419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491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2178-D532-4216-98CF-D4BEF520AFFC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00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1940C0-B583-8998-C0F0-492FC7320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B81009-DD00-91C0-B959-AC6230DDE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458F27-8438-D93D-A3FA-2DE42671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ABFAD8-60DA-D831-A6AC-57BAF1FC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D2ED4-09AF-056A-8495-E0D564D9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99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83BDFE-F971-8DF6-3E33-791E3C6EA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4D769F-A788-F04D-108E-F9BAC837F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42F0CC-7D8E-0D0F-15CD-DCAA5621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8E7901-2F50-5AFF-FEE3-80563095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6FDCBB-90B5-3217-B678-967B3B66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19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03EA2D-52E4-AFA9-6786-9B208A46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B0A2C4-9B57-B86D-E3B0-E8E8CADFC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E711C-4CF6-F624-6EA0-8EBABA89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29F4BA-43A2-DCE9-DBD8-01A60A7B0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B91312-3F38-8C3A-E0EE-0DEFA1EE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3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E8A4E-682A-3F76-E57B-E2DA8052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A1D61B-B4A6-85C7-A22E-9D2E8C1A9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97C676-9B86-12A6-111F-75B9789B4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B737A8-97A1-AFF3-F39D-9A028493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CDAE81-7B91-9E57-C9A6-5AE2496E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C24A3D-FDBC-9970-C75A-051D46F2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43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FFAC1-3BD9-18A4-C253-CA0B1A96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C6C4B2-F800-C610-2BDC-B2719EE18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EE8B23-7193-9B53-0376-38E210C2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A7619B-8242-91B1-8540-E80AAC7B9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73F880-B310-5161-79FE-FDBEBBDB2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10033FA-E2A3-8CDF-BE19-2A07C631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0EBEE5-3275-364B-509A-62FBB0D9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E1B019-3A6E-5D7C-674A-347142DA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57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B07C8-8984-CBC3-09B9-C5D7D120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0E42751-79DD-88A2-BE1B-9706F747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2CC36E-3946-0781-BFC5-C3A2BE5F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21C125-0807-6254-3049-028F278E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3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132FFC2-E9C2-02C5-1869-EEB9F5A7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38C9DE-2D86-20A4-DEDA-8DEB6A2C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32CE47-275B-CBD6-9F1F-484D74D4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0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D57AE0-8A81-7539-EB8A-B6CF37A5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2E7C0B-7262-1FE4-B32A-C13D3D4F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E03806-7BC1-AA41-2217-999C97CCB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D285CE-FF58-2423-2CE9-8D724B39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764111-E3DD-9520-7D71-A3C26246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8A1BAF-794D-D8B9-3635-AA26AA48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39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C4C481-0409-529D-A7B6-8636E719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B6CD4D-BBEC-283F-29ED-043979B370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046F2F-BFDC-11B7-DF7A-757C79C99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3F3DDE-79EA-A8AD-1673-23EAA2AF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2C141-68E7-2BFB-C51B-0CD519BB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CD41E-67E7-F6C5-D42F-C8161382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37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5D8200-76C0-2364-1D7B-EA7E6B75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ADCA97-5610-C80F-2F8B-AF33C3522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79E82F-0E03-018F-9C73-233005EE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EFA2A2-93B9-940C-40D6-06EA7CC3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38D5C7-2149-0777-155F-9C6FEFAD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29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96F1F2-55D6-F914-AD15-7263CDFCE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0D5E36-891C-E340-EFC6-9D2B4494C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D4DA46-3492-D4A7-8F56-90985B63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C3D81A-B558-EC0B-7928-E35A3751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C32380-7564-473D-256D-1A07A0DD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91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A6A943-DC21-DEF3-E23D-7F55997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004ACB-684A-AD3F-323A-AD9F7C9CD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376F0A-46F2-026E-A70E-DB4C3B25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D7668-AC60-49B3-8D81-91C16082203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DE4CC-4296-3CE2-F4BA-74AF5A819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8BE1C-D81E-9414-DD8C-67A2E7FC9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DD907-71D9-4749-9261-0895FD1499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75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847B4D3-3ED8-017F-BFBB-D41EA706A5B7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366AF8F-378E-4092-29A3-A8284DB4D859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639B36-9828-C10D-871B-FE6F9DB97AF4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5EFD34-7BBD-C1B5-73FC-E1045DF3EB57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48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種類のアイコンと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1896C33-26E4-FE03-92FF-8A95B90B2C1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BACE66-D623-434F-7A21-C99CEF159FC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04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43F928-7F2F-C5BE-BDEF-A57850B2884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C54C6B-1611-92ED-01E8-EE4A6CD57AF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BC36BA0-E338-35FC-1FE3-AB02D27D471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5D44C54-D10C-6A54-97B2-33196EE313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95332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799BF0F-660E-C6E5-657D-212033311CE6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41CAA30-051E-27E1-6638-7B428D3E9F6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81AE16-E736-1F10-23C4-BE9187FAD45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393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414329A-F3B4-1E87-9305-8025EB7BA97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C73A2F-8E93-75B5-9CF9-6FE574D9222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C0A3A67-22C2-F2B8-40D2-777B848BCB7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523A3D2-F5CF-0427-37B3-98C522A817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734216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201A0F-D40E-B010-AB75-F268F7A82ADA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413F0FC-CE5A-8F05-C738-3D269396DE1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A80515-2977-904C-E857-E73977D23E6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031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62504D-45C7-510C-799A-B83786C2B5A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301E68-8169-1B30-890D-3DCE791A5C4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9D09E12-E440-9BC0-2BE3-11DF17ACFEB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27C93E1-6EF9-139F-6E95-33E978A7B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70121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E95816-A0E7-5C17-EB3C-2F035F0C6EEE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357DBB9-DF39-AEC4-B661-54D670FB22A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D3D85E-92E9-0095-8984-BBC84E450BA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759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B9A2BC6-7B28-C775-9BBA-ECEE1ED562D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130575-F36F-00B0-A8B3-69F6E2E119F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CFE5DAF-CD52-50C6-057A-B1CCA685658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701B404-25AB-FF71-4134-24F905E732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145003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5492FF-C8F8-443B-4593-EE6E6C144F94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89C70C-5006-90FD-1D60-9EA7A7DED229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1CE016C-A40C-9512-870C-DF890F0AA6D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AAC3AD-B3C0-E409-8784-197178F1330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631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1821AA-3A34-10EF-5961-7294C8D1A74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753D07-8EDB-47C2-E16B-6464F709FDC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154C97F-2E11-C5D7-8EF7-6284F4160DA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DC3E3D0-DE55-1BEC-43B3-6B907F77A3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5350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270C99-0E3F-1D6E-408C-324D10357648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4F60FC-7A3E-5664-9D11-D17452D151C5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CA0E4C3-D72F-DE7A-699A-15A3DB62FEA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C3FEDB-D67B-02FE-AAA9-1A782C73C7E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847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0FBB8C-DE37-AF2B-6EEC-D7F36017802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DA77B9-0016-94DE-33A5-DC31EC6996A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FECF1CF-0B42-0B34-997A-637B43AA9DF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84C8068-9752-4671-7912-0CD865060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366889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7E3F37-B214-5DA7-5784-8BCCF9AA1BC4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775F4CD-BC64-39AB-D3A9-688A2C4989D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0B8DCC-BA81-4724-DE1B-99BB886FC19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4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E0B7C0A-1D42-B56C-A5E4-96B67111A2F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D15526-1CA5-024C-10A0-EC3366C0BB5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F8F3C8F-59FF-A24F-5489-46D772DE251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46E61CB-D910-2EA1-F654-3654C9DA0B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792851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5FCDFB-9C19-42D7-68C0-D98FBF9D0D82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9261D97-6DF1-C28F-8A4A-00555221C1C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62180A-2B90-C058-06C1-B61102A586F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390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4AD5B0-9364-4EF9-077E-57D4F9EB08D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C0D695-C244-44A2-17A9-86E5E8A700A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00C5663-F132-1635-62A7-11A8AE097C7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EED5551-2754-971B-0568-CF5B3406C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2321413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A618DA-980C-E55C-BD62-160B78E4E06A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4C17DE4-EABE-03A5-BE25-E6BB3C3AF646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C4F149E-90CD-1F5B-3A77-C6391F7A0002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AD7D051-9B7A-75FE-B8F7-730C1A47A808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C87E89-D27A-E9F3-CBC3-20FEE2377E7F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127AB58-14C5-540E-329B-BE452040BA7C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38A6BC7-D6A0-EC94-7021-D76B6309B21E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33FF018-255F-370F-7C8D-417789EEF75B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45B32DA-2C82-7451-A2BB-8F71CC7F22B0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1D06B19-DED2-F95E-A939-40A5433715B6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272326B-DC68-19B2-6521-8C2DA68F011C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4DDA50E-9F92-7CFA-EACD-947C6C8EF618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C4FC46A-6300-5CD2-B2CE-4ECB288866F4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F565051-7823-37F7-B174-2847A296A7DB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26F955C-1D8E-099F-B00F-DC4510260557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8772462-D70E-3188-48E2-04F727FA831F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866A085-2645-4642-B94D-D811C35D6F46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C6BE1E8-B837-63F4-72D5-2D5983C98EEE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9D005A3-ABC1-5E1D-1AB7-AFC07AEF761A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D8A010E-1475-B12E-F8E6-811B843AB5CC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E6F36C8-3092-0EE5-564A-3E9D4FD23A00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E638784-DAD7-3EF0-60CB-60F3288BDDA0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D02A4E6-7911-130B-BDBE-F2D6C823271B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E8538DA-8B97-01C1-C5EC-DEEEBFC0BC4A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759C2C2-00E5-7786-07C4-1AE9C8F22152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DB125415-E88B-8467-3DF9-24272EB4AED8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46FC56D-C99C-B451-8E0F-8D0100FAE2D8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B75B9FC-12B7-A6A0-BD15-26C0876FAA63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1F7F1AA-E160-D895-DF9C-1DC0EED04D7E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46BEB8A-0BAB-D235-E214-C769E302573C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203481B-6A0C-287D-BDC0-7B697C93B543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356A3DB3-88D8-B96E-A43A-9E6899631020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26D4855-7AE6-ADF8-9E16-F46EBD5E7681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1E6A26E-0EEE-C4E4-9838-42CD93B0B9D3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BF7EED6-53E7-E471-9C6D-4F339C3FF200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7130464-FDA2-1DB0-8415-92227A5B5E20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A0A719A-1352-8034-7D94-B9E62B85FBA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BC20524A-4B12-E8A0-454C-8657C383C58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27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DA3177-0591-9E81-FAEF-445B1565F43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9C8DAC-67BC-3C87-3FFC-139112BCDA7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1〜12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7533149-3D2C-2A09-C364-2352308852F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7637B40A-BCD7-35A6-C748-34E3CD0AB218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E2E8AB2-DC81-7F88-E07B-622EADBF5A23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A98BC86-47E7-50D4-E201-6BDF97280C94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74A8712-09DB-492B-4643-D05EC767FDE3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4818BA3-3C10-03B9-558B-CD138627D2D0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5980AB1-000D-8FEF-73D4-DAA309B8C627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2F3A924-0A85-12B2-DA3B-A27BA54EFE08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E0A6D79-913B-7636-837E-4A007A2638ED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6632972-06C9-F0F7-BF6A-98EC07CEF111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3C4DB96-E8E5-2157-CF3B-5870C1129A35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681F2FD-84D7-BD33-D1E2-395BB3AAF80D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0C3616F-55EF-3AD6-F5E6-E5F504C3876A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55D8EE9-8B46-C98C-B8E1-0147B05BADDD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354EE2-2C1E-CD82-2FA7-257D50676A3A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479161F-647E-76BB-71E9-3C8BBBEA3613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66BAF2F-E1C4-1241-79CE-6F882CA826CF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D36252C-8E8D-EC54-B8B0-53E217C4F34C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27128E7-932A-8D00-AA27-E318044D3C98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DE5B1B2-0B0E-704A-7650-043D0D0A6E9A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B9B910-6886-1A93-24D2-9978541BFF35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4B45B39-3FFD-9037-70E2-5DDD865FC758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83767AB-5921-D37A-E853-6D22B277E6AE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FC1459BD-3B99-53D9-D5E5-5A322BB05925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2843780E-877A-431C-0E3C-B1B708154224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9D07216-C107-D2E2-B40B-1F713557EE20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2210D33-3E3E-E0AF-E175-FDA48CCC9E0F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A6AF4D2-C45B-45B0-7D11-E18A365D348E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1EADF9A6-D8C3-5D03-8770-1A7357ABED3C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116FA7D-8A8B-B136-956D-FB6128DA1867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AF99606-AD2B-2582-E5D3-B07E41B227F2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0C6D487-9B9B-824B-8687-205EC69AC38B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71AB990-9CCC-2608-067A-2EF1F1F875A0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04FF529-89D6-DFA7-1A87-1BA7E4530B8F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F4F835B-C4D3-6F72-A447-D349586B94A4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A77F263-7D1A-943A-1F61-51D833D534C1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5B9EE67-51FC-15C7-726B-77324D65DC18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B28F74D-4EA9-5FD5-E4B6-91875F3D892E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9EB99497-79BD-34F6-57F9-73D5F4BFD6E6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A0C14E0-5966-4E77-2EBF-24003CF100D1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A15FD23-58FB-C97E-D978-3F5D06E1F044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CCCB417A-5696-90BE-DB04-D37932B5EA07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A3E7185-FE4B-57C6-352A-99D435B0566A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D2997450-1898-3BCA-E85C-D0BE9FE991D0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54A0BA7-C6B0-A0A9-3F9D-CFBE2B7504E5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A902518E-EE11-5128-AA1E-785F54FBA166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ACDA430B-BFE1-E630-675C-F53CEE21EAAB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A1BCBCD-33B2-656C-CA69-64BB665A5644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A4CF258A-9D24-80DC-58BC-CDD8B6BCF38F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2BEF142-8910-D447-D8D9-83E8FC3A28F4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8C9A8C3-D70E-4ADE-36F4-96306A230EDF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8CF94BB-1455-7B04-673B-B96BDC7CC363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6B65E5E4-989D-0578-6AB6-05B201DA90A9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6CC8B919-0412-2FCC-4B7F-80ADFDDBE3D9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9CE050D-D2E0-EF6B-94A6-58BD3133BD7A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0AE0FAB-9832-E97E-077D-F8C242EF1AD1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C9A9C1D-3BEB-97C8-95D6-F2A4458AE7B6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B2356B9-6322-8074-E984-1033BF31B0E1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6D62397-BF09-DC32-C2BC-66645C01D76D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7C0CA0D-4A64-7D68-140F-E141F5454966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B7C1923-87B4-693F-ADCD-1CA4033DCCCE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67E7D8C-4BFB-9936-5C46-183B6C628648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A75E2013-9F2D-0765-719C-2250ADD7BF1E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8F595C09-5087-54CA-3E2F-D1895DD28977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642BE43-E6B9-C7DC-D74D-9FC08EC46295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5084DB3B-D8B8-40D2-7C41-E659895D52FB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2EFEA56-CC90-5789-3991-C896FFA2C374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723EFB94-A7B5-6BE1-2A7A-C00779B6458F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42D12735-0219-C0BE-6301-5A20318D470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C0CB9A5D-1EF7-C21C-555E-E016010F98F8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870B2E8-FFD5-905B-1623-1BBDDC66CFA6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581E99D-7767-9F1B-7364-833B50FB7A6A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CBC6ABB6-69C7-2A4D-8E58-1AD4F951430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34102593-34E8-EC40-860E-C41125BA12E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327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5A76D8-B839-2D92-87D8-9C2499C3F27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29F97B-6D3D-6140-C6C6-8E73F39E7CD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13〜24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89288A7-2419-3D0B-6FEB-ECE6273783C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88D1421-80B5-5AA2-E1F0-2DC1E5AE405B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C3A76C1-02D3-C976-CEA0-68A6BAF1C498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C125B0E-7ACB-564F-C7B0-DB7CCAD99E26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E27916-87B6-DAB6-CC9C-4E7C64E57371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8824BA5-3F9C-401F-BECA-0E6177F3B5AE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7F0BFD-E6E8-78BE-56A8-4373503CDD47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PC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96D4E9B-3EB0-D616-46B5-5CC639E48C4E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A77941E-5D29-87B0-C931-637C6ED58383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777A940-69EC-B7A9-4EDB-E281A0C3C65F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67B5A68-8D44-1DC3-42CC-7A40184A0859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A8BD558-A6AD-D2FA-736D-0EC2F7CD5780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8B7D4A1D-AA6E-F1D3-C9D5-19D855045BD3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D60916F-C0B2-1C3E-FAB6-0FE8AB157A8D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8D32C43-DB3B-BF78-6FCA-097B99CE8EA1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63A1681-07E5-A833-E634-0E21BB8E7E2D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7EFFD47-BF73-97AD-D9EE-392D0BDEBFEC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DCC4D2B-A319-6114-9167-DB8518CD5D94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DC63030-D734-BF05-F850-E03791D3C2B0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5A0255A-AEE4-F79E-24C8-662451D0DB34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75420B-0623-DF00-2726-5E51FD7ED537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E3CC9544-44A1-B6C0-45F1-0ADB0086FBC9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33039C3-C963-CD9B-4E70-C6AA0BBE60EE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79DF428-82AE-9FF6-451A-4851B35F6CCA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81294DC9-DAF7-3BBF-E5F1-EFA36DF0ADDA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75409CE8-1517-46D4-6742-23BC4415CD90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9CCB337-9DD1-458C-55D1-A34367904E0A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D9953538-B5CC-741B-391F-C4F320A44D4F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B6B20689-0989-3485-8693-A8303860EAA9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D2CFCAD-BE10-C6A1-5A4A-5AEE9C9E6DE5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5F17C6F4-2812-9A75-CB0B-7648AB330A4E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5BDEB4FA-C566-D609-F3D2-597E68FA6B90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60ABD6A-9860-E99B-F197-3EE9EFB57251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419954A-B242-E4EC-C339-7ADA4DD0A91C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09475F3-E6D2-022F-20B5-A63A611EE49C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34E60E3-5094-3E58-F2FC-7A3E5B648ADC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2370E1B-86CC-AF99-0AF7-5B434F5CD9A1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35EDD96-904C-BB39-6EE7-EF1AE129BB02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F66E823-A87A-584F-5A76-43CBEFB7547C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A179553-793C-A714-10AA-CADC4C89DA57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CC14ADD-A2AD-0F79-58FF-1AA99D385B85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BA3525F-2C9E-6F07-7DC5-1F38841C62F8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B7CF793-1CCB-8BDA-A4ED-C684D69C0982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D4212949-BFE8-88E0-1748-38F0651CF69E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72ADD31F-DE20-C0A8-8C9D-542F10BAF574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7C1A6310-5FCC-42DC-AD13-C3D60322366D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1CE8BD2-55F6-5AF6-FD3C-E76D36A06669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68BFB3B-CACE-853E-4A49-1ECCB3F11C93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C238F50A-C136-3DEB-DF7F-5458B62C7FB1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BC12CD4D-447C-B019-3AE4-18161C4EF45F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B7D4307-C063-4022-9008-7CFC83187904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FB6B22C8-1BD3-CCF4-175D-9871B382A5FE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F8E00BE-C146-DDD6-3B15-C366D0C18F92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E8DF0588-6CCB-4639-5A67-FC226E12B372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1A52878F-5BEE-A7AB-5FA6-FDCFA2845299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1D59021-3648-85CD-6475-8C8E6BAF47FD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EB7F715-5DAE-548C-5256-04A472E9A662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21920DEB-E665-AB8C-6E1D-2F792B3DBA58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6ED46AA-21D2-27F8-4548-B79887C36A65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CFADDEF4-870C-0125-DCCE-45363DAFB1AF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3C437D6-67B4-31CE-ADC5-51C521C83748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A6C435BE-00B3-A3D6-8394-3E8F03CC067C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4162F20A-0ED1-9B45-FFC1-9F5F2A8A43CF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180445A4-1308-7B68-88AF-F04289BA5BB0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57EA5C4-7A94-9F64-67B5-F0AA3F521C1B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2C5892D6-19D7-13E4-1506-0D96891AFCB0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111A6B19-4CD0-3E29-3E69-E1E6A1ABA044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8C2739E4-D0B7-613F-99E5-BADB1CD63949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CCFA670F-B111-D506-5930-9C133E2FEBCB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361CA050-1994-6FEB-AD68-FC2ED1F26325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48D8674-0A90-8B9F-28C2-F00BEBAD2240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2BBB39F-178B-42F3-1B07-974C83A9A107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AI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3DCF7C6E-B66B-A22B-D212-E2EC07C35C85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213D8ECF-92FC-5DCC-5464-11735692EB9B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B87D6501-220C-9F44-C17D-638400BD3C89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1EAE3D97-528A-61C5-E54F-6FEA5B0A71B9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0C59C7D9-6BDC-B547-630F-1174D514997E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B4E19E63-4483-E566-8E80-31BC6A9FAB41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7A46A03C-ECFA-6554-77E1-E2A75E71F3C9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D76C4335-09B4-E8B5-4D92-809DC10F95BA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E667D6F-0213-EA77-3869-D16B828B2D67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9FCC3561-F627-5BA0-02F0-7A02AF961ECC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E95E3BC0-287F-5B19-189C-B8D429868859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EE09AC46-152D-693C-8F66-1E00827EC432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FE7186E6-D289-E40C-B9D7-227977E01D00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CF171D3B-EA87-7BD2-3185-E99D0331D191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58FC8AC7-5619-03BB-8E36-F92C6F93672F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C15F1D71-CBFC-D6FC-C70C-C223671FA609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629DC234-F24D-E068-8F97-934587DE4105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F52657DC-0E2E-472E-1D4C-52373314E910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4D9A6E9D-4134-917C-C2E4-FA74EA79CACA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0043B877-B0AF-8EA8-FF64-021372CF04FB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C96C2D5E-8AFB-41B9-0C4E-ACFF75B6F694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D3ABA91-BB98-513E-AEC0-920712854E75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6DAF688C-43D3-687D-6B3B-A6A0C1F3FFAF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ADCD0DEC-BBA0-2AA7-FD6D-3F3069B7630B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FC903C80-0935-64B0-7D34-FA5EF0538E3F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1D9CF57A-6163-EFAB-6065-641A6EA6D27B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5493045A-7BC0-D836-0B2E-3EF15943886D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E3D34672-AEA4-D7C1-89CE-E5B2C7152422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4C11CFE4-9B5D-8FA3-40B7-93BFAB2E025E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97D88DBF-79C7-0BC3-660D-67B286566773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6C768319-AB15-0525-DE14-C29B6F813DE4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A3B8DC3B-56E6-67BB-8898-40B9CE9F21F8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838575A5-0ECE-A5A7-0A29-9CFD0E736ACE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A87D3D18-5089-C9F4-584A-90478E5B2483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3CC36F65-71FC-0A31-4592-7F47F4217C9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34C707E4-28EB-3A2C-19A5-9DE5AC38C34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9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6A1784-D6C6-71E5-4C22-D598C267FC4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559AF9-F3C1-0569-42DE-A6923F8E8D8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25〜36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28E1C71-537A-1A53-9342-BF1E563E59F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1B76F-FBBC-80DC-F787-FE52814E8A51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C5D9751-DFA0-A036-9421-DA097174D553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941543E-70F4-A2CD-E449-792364249EA2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E2FDDED-B51D-A0FB-D79E-D1E222CF5E60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E377BCF-E2F2-550E-F722-78F54E9DE50E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7B8409-E6FD-0F28-3811-78F97F80F20C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43585C3-2B33-4A21-4C8A-8F4DF00111A9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E648091-AD60-120C-9657-03411B1DE9A2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613BEDC6-14F2-F687-2B15-6D9388BDFF61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0A7864C-A5A4-4516-6E7B-5BA21D1C55AD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3339733-D2CC-8CAC-96B9-224D45CBCAF7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A4BADB9-5064-4103-4815-1D39543D6DC4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C402396-8C40-50D4-50C5-A2B0962C1015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E77FC35-7F60-E592-4949-D18FCB4C9A28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0929149-A7B2-AAB8-F60A-92D8C0871247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7ACDCE8-AF92-055D-2096-5309049C4926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037FB99-BBA5-A1A6-7D75-7DC7091D6591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2602BB1-83CC-DC3C-D73F-525AC77F03D0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3D30FF54-864F-7034-D7F7-BFE1802E6E29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785E351-35D9-6320-B92B-70CFE9B6E5CF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170A64A-6CC0-DE36-802D-273D0E86DAD9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31D47C5-A471-148B-C5A2-E5BA0BB7CD6D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27A36E9-2B67-810F-D88B-230015E9D2BD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A2F4289-63E6-FF65-909F-F02841918158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339AEB7-7A8E-16BC-5630-C13EE9C61669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22389791-13A6-1ECD-8DF1-F27A3F0D90AD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160E7C6-4525-54B2-584F-15C3276F03EB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3AE6196-988D-7481-2C0A-DCAC379D61F1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7D087F7C-D183-850A-3142-915EE2C967E6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94435474-7AF7-CB73-07E3-AD2B6EDC470F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28CB3E2-F44D-A9FC-EC6B-13B626EA82BC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C0B01F56-153C-BB1B-0A8B-C61C9C6B9818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9A486C9A-70C4-4C10-AF60-9CB8442C5942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DF07B46-1B8B-8314-FFC2-39916D6070AC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1A3ACA54-8789-D01A-C17F-DA7E564C8AF3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D785E04-B9F0-AB21-6BA2-008C9C7F118D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B7D83CB-6A46-5445-4ADE-8B83C15E6B5D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D3FACF13-C0A5-D87D-F1BB-9790143758F9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843B956-93EA-E4C7-6AC1-D2E634478717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87C6CAB3-EFEC-0FB4-9CC5-1E8D6182AFE2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F354C5B5-B040-988E-8248-E7D668B4D59B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04D008D-9D86-F857-D2F9-B434B3F9059D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526769F-C609-842B-F7BC-41B203A15F3B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23323EDC-4010-509C-BDE2-C7F8C606D294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D7FC619-F056-8E59-A11C-B4C1C70F316C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84F72B40-001E-A3A1-9F91-B20F2D06200A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8CF8242C-4AB2-1295-AB7B-B547B1C57E73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AD23D9F-4770-21FF-3B39-9748363FDAFA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6C51E5A-3BA4-3102-D8E2-17D38E99ECD4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7F57986-7D19-FD0B-3F5F-956D41C674F6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F86E4261-6670-15A9-FD30-E7E03982FAF8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20E80847-BB8A-7B25-A7A9-A5997D82DF79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0B2FF21-0B58-3714-C3E3-1B4387700E1E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864FCA52-D74B-347F-440B-26916FD1B534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C7D80CE-B539-2CE4-9ADB-ED2C45C1AE99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0553F59-E405-004F-E690-F0A2DB3C6276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75BD587-1D2B-EC7B-9572-90F2E14F22D8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AE342DA1-0F38-FB8E-7B3B-1C74E0E873E1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AE27A96F-03CF-98B2-7025-61EC675065BA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70C8DD71-2493-9EAE-F6CE-9C6962717676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4903933-D178-D2A4-7678-6F7A7E35CE3D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11DD6F34-C2DA-2B2D-D08B-4A0CD6FA71DC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61A34FEE-4651-D460-EE44-465270A7DDF8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C220A922-09F0-C906-4F38-1CB0C953A078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A83246D-5BC0-A6FF-7687-07E94578F8A5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AFC2CDC7-1611-F7A0-E91C-77BFE8F8EC8D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7F6633DA-0639-FE83-239A-D60DDC978045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61566622-E4CC-83D5-CB97-332CF7136C32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B911DBF2-AF76-8C87-C61E-14F76F612B48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5AE2AAF-5A9D-D26B-2291-72E4E4707AE4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1EF980F7-B597-1C6B-05DC-D9B896D4EE77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3071834A-F4BB-BC45-CBE0-4E047EA23429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92CC0F8B-CBB9-B50E-97A9-3D489C7537DE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13365FBB-115B-DE71-FBDF-5B80018199AB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57D18E1B-1F2A-7EF8-DB94-477DB4A70603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1E2A4E8A-6FE4-4B63-5F00-9A2EA146DA85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0A821797-F959-C343-08F3-F823C5B66AA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5A60A62E-4F1E-C7A2-7F14-A1A87F845245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1A71CC85-D094-ED78-D10A-C7E4215AC827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A499983-5854-DC50-9FDF-4E333FF4C866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FAC2160A-6BDB-3064-850B-EA3F7E63DB74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FC095576-1464-D144-0CDB-7E8D176288D6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7263B1AB-738B-1AF6-9D55-978F96053039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463EE1E5-E756-3A41-9F09-1D745516030E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6898431E-F2E3-077C-624E-F57C5D9CFC71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211EAAA4-CFF2-799C-43C1-592C8816FE52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450B181-A18B-216A-B2AA-D14941241D37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E0F86DA5-9E31-B7A5-67B4-26EBD2A5386C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6AF83268-7098-7590-98E9-FB4837EAF7DC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A20ED451-7FA1-283B-19D4-D9D0D0FA2BF8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286C10A2-45B7-6DFB-B776-D942855B6233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2C98687C-B718-0CE9-EC98-67C014E27CB8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5AE21758-0003-1A64-AA74-4E72C85583B2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AD1054BE-55AE-BEA6-7C89-ADEC5B76051A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2FA45FA2-AB5E-85AD-2DB2-17A8E38FE6A0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EFE2F0AF-1CF5-34B1-2C93-52A09D07512C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D336671C-B2F0-6C39-A52E-1B4BF541B93C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6E24A3B8-969C-58AC-6578-F5BEFDDD1D09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BBD004C2-D741-FD4D-DE18-EE2BC8C25A88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3D39EF51-2473-81D3-BDB0-20E965B21EE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427B328D-AA82-FA0F-3A9D-EC20A799301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58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1A40E2-5D4C-3757-EB3A-6E3272CB8C6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AB0EC1-608F-6C02-EA69-3EE6F31C55E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37〜48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45140AE-4233-2094-EF1E-6308E02884A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48BC35-0731-5762-4178-19796342765D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46C450-D7BF-6729-629B-903CB8E00757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6011BC5-8CE4-E3C4-ED0D-31E68EFD915E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42C2D7-7135-F220-CD0F-9CB97E43E2CD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16EBA0A-437B-2DA4-4004-1D3D06CD4127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B43AF97-307A-4BCB-64F9-5E5743A45257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56BAA8-515C-9964-C0D0-2B9991CADCB1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ACDBA02-42E0-6AB2-B49A-40E085CCFBD9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59F7F6-DC13-E0C0-3013-A3F3E979C2D3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0FF7290-9082-6E9D-2FEA-DA0322FA0681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AF68EAA-6A58-70D8-0C39-AF1BF9ACC011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ABA28E08-A36B-E4E8-0901-5BF3A601B131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F487EF0-E533-6E9A-304A-880331A85413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3586E6C-45AB-5093-C8BE-A6759C6E1453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8A7F5B6-46DB-B476-CBE3-952006DB5DEF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89F3250-A21E-9FF9-3D0D-3380B2B6A54A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3F941C8-BFA2-6E4E-F959-AEF240FD9FA3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556877E-7F8F-6B2B-ECAB-C71631493672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4096549-0709-B3C2-C035-2F49A0CDAA14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86724CD-1FF9-B4F8-4E13-4A6BC573666F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66E15BE-C7A7-C875-ADB5-175166E22EC6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A54CE7F-828A-15A0-415F-FC26F93D8205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E6B2196-5836-2C05-76BD-FE7DDA99ADF7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8791396-C8F3-8D0B-AAD4-BF595A9FC675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4303D98-DF0E-F41B-6467-E18AE476CC56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2028390-990A-6D25-6B0C-89E33B8A05DD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B963B36-7F80-602B-5C79-D8BF1A78E80B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DF536D8-7317-45B7-4D6B-45DCF1CC5774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CE8DF19D-1ED9-8B47-34CA-D996FD141109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46DBEFA-E39F-FFB2-BEE6-5366C6037414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70087EF-FCE4-1F01-C1E3-C840B2275E68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D60EEC6-985C-7AF8-BC8E-AD363DCF7429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47F5470-9EF3-D661-B2FE-EFDB81519F1C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EDBA5B8-F7D3-44A4-78E2-96A7F8BDE48D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ABECAEB-6FAD-3860-9DC9-E2452D7692D4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F00F19D-3D2C-B2D7-A7EB-3E65B66E3EF3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426ACA5A-D840-F5AD-9800-DC8CCAA20F55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556A85A7-79B2-73EC-BE14-E8962BC50C65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48B616E-EBF6-5196-90BB-EE210B0DC48C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14BE6B0-22BC-571D-635A-A5EF9D5F61C2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112474E7-03FD-70DC-047C-391FB5048492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35FBABD-B8F0-FCD8-668A-3159A7172ABC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045D7D1F-0705-DCE6-2DA2-925AD4E044DA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2207E6EF-0533-9572-C40F-AD38FE479675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ED15B959-D74A-8BC8-2CD9-5B66BF8E997F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58C8283-67C1-4674-5DBB-5577F3B6B6FE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5C6C391E-A9C3-E820-F514-536EC2CB4211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1D2AA91A-4B26-5A2A-4B99-99873D9624A5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0BF2C98-464B-4F65-BCA8-E0ED736D5270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152C93-D239-CCD9-BB32-0E6837A1C41C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977168E5-8475-88EA-1937-F45221C6391C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3C64D5A-1D9B-24A2-9FB4-666174FA40B7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6BCA4F2D-F893-6AB0-3A12-B3867DDB7BBC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5665C23E-440C-8892-531D-54E4B3D4AAB8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AFAD52A5-632E-5883-0CFC-5670CEF16AFC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9FF1056B-D284-9135-62D5-8CA221E52397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42722997-8360-6B30-2763-A22627A10432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07325A26-8C23-B6B5-4AFE-1D45EE21486A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E67491B6-6F23-BEB7-1F3B-2D7919677602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A3456465-DBE3-4E5B-5E86-8E4CFF6647E9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82978151-47C1-5E85-B261-B93C07B77E2E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91DCC087-42A1-340F-C8EB-C98AA9DA348E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66FCE74-CA09-63AD-A2BB-2DE1645F9F40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19D54633-4721-663C-0680-0E32B44CAD01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6C5D2C9F-FB50-C458-B123-BC0F360AA3BB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D8E91BB0-A99B-0E0C-535B-67A11E1E0187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53CD662D-424A-61DD-F540-215286216D9E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496EA8C-E3A2-9DA4-5E02-A97E0C44F910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8003B540-2C53-7687-B7AD-84D80DA37F77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6527D69C-ADBF-B16C-453F-6E82C7FD7A05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65916EEC-67E0-D4EB-2B70-0DC30B41FDBD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BB2D2ED8-C5ED-EFD1-1F25-3FC1367C7CCE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44DA27AD-0A5B-FE68-33AB-D48DBB4444A3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8F11D20-BBF3-356A-E04F-3F104736264F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C295AD94-4008-5057-FDAE-FB36A7CF5550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D5072739-1814-AF4C-1451-BF8461B5504B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157B46BF-68B3-050E-7FBC-BDBC89F331C6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FC131C71-4D56-94C5-FAD2-EE8D39CEBD84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2EFDE6C0-7120-98F2-A382-C0197EB20E86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E414B2E-EEC2-476B-C702-BB42A93C7A38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D50A8F53-6485-4CB4-D13F-00E97DAEA713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60563680-3D43-9F6F-2386-59C688B76BE0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9AD25283-F647-E534-9652-6DDEA2269A0C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6546D12E-77CC-D8CB-61CA-16051F4F75D1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11E9FD2-F49E-14AC-AD43-564C6E6875CC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07F6F597-AF29-7169-13ED-67C92B4EF092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54EC8584-A51D-FA03-F6F2-F6B3606EE4F0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4CB4CD35-51A5-9C3B-5906-B8C653DB9858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EA363E23-E4DD-2F18-0988-BB0F94BCE3F2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0D0A8FB8-9572-5911-D6E3-A361D60F861A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6C8E69FF-AD16-4454-9C68-BD4114275170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7732FEEA-6226-912D-8FE0-767D00DC3A4F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CDCB05E2-92E8-E794-5733-D4558ABD0FB5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CFCD0105-99B4-6EB0-6110-3E0D286B6BE6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FE3812FA-9F03-1B98-BBDC-A479B2973C11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FD7363B8-4715-229E-43D5-7FB070F69CFC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D2549221-567F-59C7-7553-B57AB35062BF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8BADE937-A3D3-949E-8B63-76494CF9E619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571EDF13-1CC0-C195-3216-51A574D10D07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702A8A47-FE1A-755B-60ED-45176C2EF34F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E2FE331F-422A-A508-9BC0-61F3C9690B1B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C90A5ED4-0CBB-148C-3D8B-F07861BEE00A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401FBED0-0D7F-85E9-7AC3-BEAA1A0C523E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5091B581-22F3-59D3-B32B-0E94B110D0E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6F2AD744-D988-A5A5-5105-870F955F1FC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183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ユーザー設定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2026-10-02T15:59:54Z</dcterms:created>
  <dcterms:modified xsi:type="dcterms:W3CDTF">2026-10-02T15:59:54Z</dcterms:modified>
</cp:coreProperties>
</file>