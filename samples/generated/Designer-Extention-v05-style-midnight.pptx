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888F3-BD7C-43B3-A57D-3A0F736352F6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9DCAE-F988-467A-B4B8-C07DE125D3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74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すっきりモダン・編集できる図形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9DCAE-F988-467A-B4B8-C07DE125D37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2953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9DCAE-F988-467A-B4B8-C07DE125D37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83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9DCAE-F988-467A-B4B8-C07DE125D37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351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9DCAE-F988-467A-B4B8-C07DE125D37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55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C48BAA-95CF-DC35-DA87-E98115411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70233D-7B87-EE17-6516-8957257E2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CD5506-3425-F8C6-4152-A8BD19B5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FD0063-ADCA-4CAE-6BCD-CFF9DF25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364576-5872-E692-1BC1-82DF25A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33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1B2ED-2FA0-03C8-CF81-A82DB43B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1C1399-A227-1B80-F7D8-E7ACB4D97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6F4D1B-4C9F-F337-C9A0-ED03D167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D6482C-1058-5B67-CEB6-73A5F054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E57317-6BD4-A426-113E-52FE53D1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23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C14BB-52C3-0CCB-2437-92B1CADF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0AD570-09EF-9790-8AD1-BBC8AC6BA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1B94A0-C60C-8E74-5F46-A828DCCF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75936B-BBC2-6BA1-9477-3D4467CD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5243E-D581-C8F4-2010-19DF85BB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92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7B249-8DEB-055A-9E71-4CE44D9E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DD5D05-EFE8-95DD-EDAE-D6D1ED8DB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8DF830-CF58-A50F-551C-9FB28A6C6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A90B76-8C39-B14E-6B4B-34CF083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AB1619-99F1-58BA-0D22-FB4CB01B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F07B7A-2C84-3C09-81C2-ADB63A47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45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1A697-C1C3-5447-4E64-D9F26FA9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8ED5CD-9B57-7653-8938-AA3228C8D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26CF2D-F6A8-8466-A91A-5A8AC3BF1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40A5E8-2C9A-C894-60A1-360F078D6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E40A582-D463-EFC6-4FA0-79250ED0B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D1430CC-30E5-DE55-986B-66268D4E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D90F4D-4C20-590F-C91B-3EC6D0FC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D8EE38A-33D5-2E3D-954D-D5BB1B0D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801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1261F8-1CEB-AA14-B3A6-A88883ADA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688686-01C9-6E43-EE74-F3F07592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26EC7C5-74CB-7FE9-076A-06F15908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2FE866-8AC2-F034-C91A-CAACA06E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171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93F6AE3-63ED-FA9C-28F7-9B55DA2E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0DEA080-87C0-54E9-436B-7A0307BE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6DD509-4B4E-DC02-264E-5B38A736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77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5DB3C5-0E6F-632A-0B26-21A7DDABE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A18A5A-DD22-8E08-67A9-85B526F9E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77CEA7-DDA0-9D3E-3040-56A6FD07E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24A522-E650-583A-DED7-18DEC9C4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C4211D-ADAA-63C0-B6E1-A076BD6E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1301B9-E927-79DD-DFF9-9FCEF587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967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850D9-CBFF-76D8-4E7E-4A44B1D7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F4D9EF-29EF-B82E-C72C-3F28B2C44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E6BD38-9A00-8CF2-614F-05D3036E9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B479AB-9DF4-FAE9-4F4E-9912308A7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71265C-A68F-E975-6C6E-13065C59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83DF6D-3C12-4223-205D-0F4DE6F3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53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7B2976-A8C5-659C-B865-6949A239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E4A4D0-A405-A9E7-C6DB-86997F4FB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B1FC91-9A52-4525-7AA5-2B90FB25E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192E5D-8AD2-4CD3-5FC3-E15DD645D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8F1D13-2D06-3EA2-542C-97B3CCF6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966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DE86AD-120C-EB1E-0E0A-1D38EFBE3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E6047D-93AB-CF6C-708F-36627A4FA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D242D7-D203-2AD1-0324-EC119D4A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4BE286-7E05-A5CA-CDA5-2A0887D9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B74933-E195-5122-B45B-2F04BA07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828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F1FA41C-6DE1-BC2E-C6C3-CA1CD5FD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EAA1F1-D07C-E1F5-AEC2-C5A42FA16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C530A-EB1A-8F00-A030-8638684DF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0EA5F-887B-4593-A89E-68492BB54538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CD22D4-EDE8-9E7B-1D52-B420D83D4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7C9DD1-F223-82E7-B2BF-8A4FAB81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1E279-240E-49C8-B9AD-7EC5A549C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344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D6102F5-9570-BDD2-FA9C-D4ECE8081827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C22FF29-8EB6-4437-C72B-6B4357D1CA8B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F8C3D91-5C84-5B0B-2476-5B29BF28812E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ミッドナイト </a:t>
            </a:r>
            <a:r>
              <a:rPr kumimoji="1" lang="en-US" altLang="ja-JP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/ </a:t>
            </a:r>
            <a:r>
              <a:rPr kumimoji="1" lang="ja-JP" altLang="en-US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01B4C2-D181-934B-E4E2-C160085CE412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すっきりモダン・編集できる図形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D45A208-4437-897C-1517-0A62D267689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2075DF-A21D-E741-DBC3-38F3D5B6B8A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4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7395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EDB3AB-AE1C-2EAF-42B0-2F34AD351EDF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6E64F0-03E2-C036-2E8F-D08073256B2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色の見出しと囲まれた比較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5A0EA5F-3BDD-B4A9-BFA4-A6C0CC26A9D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08A5A40-9196-A17F-627E-80571792CA58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C9C28D7-2B92-3995-0326-8D4ABE400044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D2B35A6-FB89-0C78-7103-53C0624F169D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59FE500-B282-73BC-D415-7D039B6EC4E4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8549A0E-84F7-0A5F-B0CC-EACB08A15A79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A95B344-A4AB-D3CB-9051-D4247EC50237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D60191-29CF-6D67-A944-0DC0A4CAA145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C889FBB-DEF5-9F75-11BB-80F9966DEA87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0551351-1D77-F93F-6E76-7864D7CDA3DB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18FB76D-9F59-BDF4-ED85-50606E37FD6E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317F1AE-3127-CA8F-5ED6-0EBFB40D033C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59AC272-6A8C-4F73-B1F2-394605FA5997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D73BC69-49CB-260F-8BDD-2934FC082979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E54B09B-25DC-DDC8-D723-86DAD42BB050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D3EFC76-BA75-E3D8-B047-977EF10CB508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0579BD6-636F-BF53-236E-9C170D5C8E7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55563A0-F7FC-FD9C-9F08-214B60AAA8C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4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552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EAC825-DFEB-64C7-5DDA-20E00DD68989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5262C5-F7D4-1E74-96A8-A369E988976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色面で分ける横の説明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3C3369-AB90-A060-E696-ED696B97C51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3064AB-AAF1-FBDB-2A3F-1BC1710D3E1A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BF01A05-73C6-BFC1-035D-02848044EB45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901B00-F2EC-62A9-C0EA-D0EDEEF5ADE3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F71693-A965-6CA2-E53E-17632DFAAE30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EB2BC9F-2359-4D72-DC57-86CCAB28F0AB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998FDEF-1C83-7B7E-9E78-5C340E65CF34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76B36C6-5ABD-D6C9-2867-ACB553C3D75B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1BEFF1-B75D-EC10-8C94-0A591EAC1F1C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A8C78A-C871-9F10-F914-7A21D0B5C865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FBD859C-24E2-8CB5-47AA-5905C8467AD8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C2CF8C1-A8FA-86CC-7C52-C59ECEADB8CD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84FA5D3-D098-9A89-05E7-3C9A4B07626D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0397AC2-37D3-DC81-963B-4DF1CE1EE8A5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2646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97EFCC3-4CBB-E06B-67A7-D8A434015661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09B99D9-72F8-7440-BEA7-8BC0AE9F4F3E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28980A7-A565-720E-60F5-814893A1B377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76D8FCA-1FCF-1045-B152-17A4603DF75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7DE08CE-AC8E-9723-DE62-948686E0C04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4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221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57A677-E021-B82D-7B4F-33D61D1EA75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59F020-FF03-FA6F-DA5B-BFB74E51805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中央の式と下の具体例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57A8AC4-3DD7-D18C-8C95-5BD7E96B346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012329-C263-7705-0BA4-1D9D7C14EFCF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69D3BC"/>
                </a:solidFill>
                <a:latin typeface="Cambria Math" panose="02040503050406030204" pitchFamily="18" charset="0"/>
                <a:ea typeface="Yu Gothic UI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69D3BC"/>
              </a:solidFill>
              <a:latin typeface="Cambria Math" panose="02040503050406030204" pitchFamily="18" charset="0"/>
              <a:ea typeface="Yu Gothic UI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245467-08FB-7677-5EDA-B4BE734AECD9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個の奇数の和。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EE88095-D570-F5FC-D499-22E20E31AFC4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C831C3-0F4B-2D16-4EBB-0EA6BF608316}"/>
              </a:ext>
            </a:extLst>
          </p:cNvPr>
          <p:cNvSpPr/>
          <p:nvPr/>
        </p:nvSpPr>
        <p:spPr>
          <a:xfrm>
            <a:off x="622300" y="4445000"/>
            <a:ext cx="38100" cy="16002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259466-1D6E-640B-914B-0DA042A0A176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C4DF33-81CB-759B-758A-0B02B99DFF54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06915D-01FA-51FC-F9AD-7D71EA1AEE2A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90A9909-EBF2-DF4A-E42B-CDB35ED816F7}"/>
              </a:ext>
            </a:extLst>
          </p:cNvPr>
          <p:cNvSpPr/>
          <p:nvPr/>
        </p:nvSpPr>
        <p:spPr>
          <a:xfrm>
            <a:off x="4313767" y="4445000"/>
            <a:ext cx="38100" cy="16002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8B03BA8-777D-5BB3-526E-2EF9834127C5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85029A-DE5C-8E25-3957-5BA9D0503302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9D6C407-69DF-98E4-0976-AC52E2516200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D1C837F-2580-1C4A-10B0-9B19A2FB2AD0}"/>
              </a:ext>
            </a:extLst>
          </p:cNvPr>
          <p:cNvSpPr/>
          <p:nvPr/>
        </p:nvSpPr>
        <p:spPr>
          <a:xfrm>
            <a:off x="8005233" y="4445000"/>
            <a:ext cx="38100" cy="16002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8B2E679-40C9-805C-C386-AC1CDDE15CC9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B432B7-919B-6357-5339-E7083BE6352A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9C076D2-4D2B-4A83-79DA-6263EA42EC7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07432C6-C7C2-2599-AD3F-4A0FF94D0C9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4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6680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6F8F6"/>
      </a:dk1>
      <a:lt1>
        <a:sysClr val="window" lastClr="FFFFFF"/>
      </a:lt1>
      <a:dk2>
        <a:srgbClr val="0E2841"/>
      </a:dk2>
      <a:lt2>
        <a:srgbClr val="E8E8E8"/>
      </a:lt2>
      <a:accent1>
        <a:srgbClr val="69D3B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Yu Gothic UI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2026-09-30T14:15:32Z</dcterms:created>
  <dcterms:modified xsi:type="dcterms:W3CDTF">2026-09-30T14:15:32Z</dcterms:modified>
</cp:coreProperties>
</file>